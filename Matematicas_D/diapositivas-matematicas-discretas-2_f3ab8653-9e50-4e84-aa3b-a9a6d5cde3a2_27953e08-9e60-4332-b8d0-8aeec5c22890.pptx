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70"/>
  </p:notesMasterIdLst>
  <p:handoutMasterIdLst>
    <p:handoutMasterId r:id="rId71"/>
  </p:handoutMasterIdLst>
  <p:sldIdLst>
    <p:sldId id="256" r:id="rId2"/>
    <p:sldId id="257" r:id="rId3"/>
    <p:sldId id="408" r:id="rId4"/>
    <p:sldId id="428" r:id="rId5"/>
    <p:sldId id="429" r:id="rId6"/>
    <p:sldId id="430" r:id="rId7"/>
    <p:sldId id="431" r:id="rId8"/>
    <p:sldId id="432" r:id="rId9"/>
    <p:sldId id="433" r:id="rId10"/>
    <p:sldId id="434" r:id="rId11"/>
    <p:sldId id="435" r:id="rId12"/>
    <p:sldId id="436" r:id="rId13"/>
    <p:sldId id="437" r:id="rId14"/>
    <p:sldId id="438" r:id="rId15"/>
    <p:sldId id="440" r:id="rId16"/>
    <p:sldId id="441" r:id="rId17"/>
    <p:sldId id="439" r:id="rId18"/>
    <p:sldId id="443" r:id="rId19"/>
    <p:sldId id="444" r:id="rId20"/>
    <p:sldId id="258" r:id="rId21"/>
    <p:sldId id="486" r:id="rId22"/>
    <p:sldId id="487" r:id="rId23"/>
    <p:sldId id="488" r:id="rId24"/>
    <p:sldId id="489" r:id="rId25"/>
    <p:sldId id="491" r:id="rId26"/>
    <p:sldId id="492" r:id="rId27"/>
    <p:sldId id="426" r:id="rId28"/>
    <p:sldId id="445" r:id="rId29"/>
    <p:sldId id="448" r:id="rId30"/>
    <p:sldId id="446" r:id="rId31"/>
    <p:sldId id="449" r:id="rId32"/>
    <p:sldId id="450" r:id="rId33"/>
    <p:sldId id="451" r:id="rId34"/>
    <p:sldId id="452" r:id="rId35"/>
    <p:sldId id="453" r:id="rId36"/>
    <p:sldId id="454" r:id="rId37"/>
    <p:sldId id="455" r:id="rId38"/>
    <p:sldId id="456" r:id="rId39"/>
    <p:sldId id="401" r:id="rId40"/>
    <p:sldId id="457" r:id="rId41"/>
    <p:sldId id="458" r:id="rId42"/>
    <p:sldId id="459" r:id="rId43"/>
    <p:sldId id="460" r:id="rId44"/>
    <p:sldId id="463" r:id="rId45"/>
    <p:sldId id="464" r:id="rId46"/>
    <p:sldId id="493" r:id="rId47"/>
    <p:sldId id="494" r:id="rId48"/>
    <p:sldId id="462" r:id="rId49"/>
    <p:sldId id="468" r:id="rId50"/>
    <p:sldId id="495" r:id="rId51"/>
    <p:sldId id="461" r:id="rId52"/>
    <p:sldId id="402" r:id="rId53"/>
    <p:sldId id="470" r:id="rId54"/>
    <p:sldId id="477" r:id="rId55"/>
    <p:sldId id="476" r:id="rId56"/>
    <p:sldId id="478" r:id="rId57"/>
    <p:sldId id="471" r:id="rId58"/>
    <p:sldId id="472" r:id="rId59"/>
    <p:sldId id="473" r:id="rId60"/>
    <p:sldId id="479" r:id="rId61"/>
    <p:sldId id="474" r:id="rId62"/>
    <p:sldId id="475" r:id="rId63"/>
    <p:sldId id="399" r:id="rId64"/>
    <p:sldId id="466" r:id="rId65"/>
    <p:sldId id="481" r:id="rId66"/>
    <p:sldId id="485" r:id="rId67"/>
    <p:sldId id="482" r:id="rId68"/>
    <p:sldId id="484" r:id="rId69"/>
  </p:sldIdLst>
  <p:sldSz cx="13057188" cy="9791700"/>
  <p:notesSz cx="6858000" cy="9144000"/>
  <p:defaultTextStyle>
    <a:defPPr>
      <a:defRPr lang="es-ES_tradnl"/>
    </a:defPPr>
    <a:lvl1pPr marL="0" algn="l" defTabSz="1305580" rtl="0" eaLnBrk="1" latinLnBrk="0" hangingPunct="1">
      <a:defRPr sz="2570" kern="1200">
        <a:solidFill>
          <a:schemeClr val="tx1"/>
        </a:solidFill>
        <a:latin typeface="+mn-lt"/>
        <a:ea typeface="+mn-ea"/>
        <a:cs typeface="+mn-cs"/>
      </a:defRPr>
    </a:lvl1pPr>
    <a:lvl2pPr marL="652790" algn="l" defTabSz="1305580" rtl="0" eaLnBrk="1" latinLnBrk="0" hangingPunct="1">
      <a:defRPr sz="2570" kern="1200">
        <a:solidFill>
          <a:schemeClr val="tx1"/>
        </a:solidFill>
        <a:latin typeface="+mn-lt"/>
        <a:ea typeface="+mn-ea"/>
        <a:cs typeface="+mn-cs"/>
      </a:defRPr>
    </a:lvl2pPr>
    <a:lvl3pPr marL="1305580" algn="l" defTabSz="1305580" rtl="0" eaLnBrk="1" latinLnBrk="0" hangingPunct="1">
      <a:defRPr sz="2570" kern="1200">
        <a:solidFill>
          <a:schemeClr val="tx1"/>
        </a:solidFill>
        <a:latin typeface="+mn-lt"/>
        <a:ea typeface="+mn-ea"/>
        <a:cs typeface="+mn-cs"/>
      </a:defRPr>
    </a:lvl3pPr>
    <a:lvl4pPr marL="1958370" algn="l" defTabSz="1305580" rtl="0" eaLnBrk="1" latinLnBrk="0" hangingPunct="1">
      <a:defRPr sz="2570" kern="1200">
        <a:solidFill>
          <a:schemeClr val="tx1"/>
        </a:solidFill>
        <a:latin typeface="+mn-lt"/>
        <a:ea typeface="+mn-ea"/>
        <a:cs typeface="+mn-cs"/>
      </a:defRPr>
    </a:lvl4pPr>
    <a:lvl5pPr marL="2611161" algn="l" defTabSz="1305580" rtl="0" eaLnBrk="1" latinLnBrk="0" hangingPunct="1">
      <a:defRPr sz="2570" kern="1200">
        <a:solidFill>
          <a:schemeClr val="tx1"/>
        </a:solidFill>
        <a:latin typeface="+mn-lt"/>
        <a:ea typeface="+mn-ea"/>
        <a:cs typeface="+mn-cs"/>
      </a:defRPr>
    </a:lvl5pPr>
    <a:lvl6pPr marL="3263951" algn="l" defTabSz="1305580" rtl="0" eaLnBrk="1" latinLnBrk="0" hangingPunct="1">
      <a:defRPr sz="2570" kern="1200">
        <a:solidFill>
          <a:schemeClr val="tx1"/>
        </a:solidFill>
        <a:latin typeface="+mn-lt"/>
        <a:ea typeface="+mn-ea"/>
        <a:cs typeface="+mn-cs"/>
      </a:defRPr>
    </a:lvl6pPr>
    <a:lvl7pPr marL="3916741" algn="l" defTabSz="1305580" rtl="0" eaLnBrk="1" latinLnBrk="0" hangingPunct="1">
      <a:defRPr sz="2570" kern="1200">
        <a:solidFill>
          <a:schemeClr val="tx1"/>
        </a:solidFill>
        <a:latin typeface="+mn-lt"/>
        <a:ea typeface="+mn-ea"/>
        <a:cs typeface="+mn-cs"/>
      </a:defRPr>
    </a:lvl7pPr>
    <a:lvl8pPr marL="4569531" algn="l" defTabSz="1305580" rtl="0" eaLnBrk="1" latinLnBrk="0" hangingPunct="1">
      <a:defRPr sz="2570" kern="1200">
        <a:solidFill>
          <a:schemeClr val="tx1"/>
        </a:solidFill>
        <a:latin typeface="+mn-lt"/>
        <a:ea typeface="+mn-ea"/>
        <a:cs typeface="+mn-cs"/>
      </a:defRPr>
    </a:lvl8pPr>
    <a:lvl9pPr marL="5222321" algn="l" defTabSz="1305580" rtl="0" eaLnBrk="1" latinLnBrk="0" hangingPunct="1">
      <a:defRPr sz="257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8097A7"/>
    <a:srgbClr val="1F4864"/>
    <a:srgbClr val="053452"/>
    <a:srgbClr val="B45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6CA43-81C0-40F9-9165-F9AE81B146F9}" v="919" dt="2018-07-06T00:25:22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712"/>
  </p:normalViewPr>
  <p:slideViewPr>
    <p:cSldViewPr snapToObjects="1">
      <p:cViewPr varScale="1">
        <p:scale>
          <a:sx n="59" d="100"/>
          <a:sy n="59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Orduz" userId="8abeac2284c2b189" providerId="LiveId" clId="{0E86CA43-81C0-40F9-9165-F9AE81B146F9}"/>
    <pc:docChg chg="custSel modSld">
      <pc:chgData name="Sergio Orduz" userId="8abeac2284c2b189" providerId="LiveId" clId="{0E86CA43-81C0-40F9-9165-F9AE81B146F9}" dt="2018-07-06T00:25:22.326" v="1"/>
      <pc:docMkLst>
        <pc:docMk/>
      </pc:docMkLst>
      <pc:sldChg chg="addSp delSp modSp delAnim modAnim">
        <pc:chgData name="Sergio Orduz" userId="8abeac2284c2b189" providerId="LiveId" clId="{0E86CA43-81C0-40F9-9165-F9AE81B146F9}" dt="2018-07-06T00:25:22.326" v="1"/>
        <pc:sldMkLst>
          <pc:docMk/>
          <pc:sldMk cId="2987412357" sldId="478"/>
        </pc:sldMkLst>
        <pc:spChg chg="del">
          <ac:chgData name="Sergio Orduz" userId="8abeac2284c2b189" providerId="LiveId" clId="{0E86CA43-81C0-40F9-9165-F9AE81B146F9}" dt="2018-07-06T00:25:21.654" v="0" actId="478"/>
          <ac:spMkLst>
            <pc:docMk/>
            <pc:sldMk cId="2987412357" sldId="478"/>
            <ac:spMk id="4" creationId="{D1E34AD0-0AB1-47DB-AFB4-F167A4A833E9}"/>
          </ac:spMkLst>
        </pc:spChg>
        <pc:spChg chg="del">
          <ac:chgData name="Sergio Orduz" userId="8abeac2284c2b189" providerId="LiveId" clId="{0E86CA43-81C0-40F9-9165-F9AE81B146F9}" dt="2018-07-06T00:25:21.654" v="0" actId="478"/>
          <ac:spMkLst>
            <pc:docMk/>
            <pc:sldMk cId="2987412357" sldId="478"/>
            <ac:spMk id="5" creationId="{AA196BF7-CC5D-4F85-9D65-603C657BA80F}"/>
          </ac:spMkLst>
        </pc:spChg>
        <pc:spChg chg="del">
          <ac:chgData name="Sergio Orduz" userId="8abeac2284c2b189" providerId="LiveId" clId="{0E86CA43-81C0-40F9-9165-F9AE81B146F9}" dt="2018-07-06T00:25:21.654" v="0" actId="478"/>
          <ac:spMkLst>
            <pc:docMk/>
            <pc:sldMk cId="2987412357" sldId="478"/>
            <ac:spMk id="6" creationId="{5C072B53-CEA0-40F7-A5C5-5C79C5A3CDFA}"/>
          </ac:spMkLst>
        </pc:spChg>
        <pc:spChg chg="del">
          <ac:chgData name="Sergio Orduz" userId="8abeac2284c2b189" providerId="LiveId" clId="{0E86CA43-81C0-40F9-9165-F9AE81B146F9}" dt="2018-07-06T00:25:21.654" v="0" actId="478"/>
          <ac:spMkLst>
            <pc:docMk/>
            <pc:sldMk cId="2987412357" sldId="478"/>
            <ac:spMk id="7" creationId="{A3E8C7D1-04E2-42E3-91B8-BC61901EBDED}"/>
          </ac:spMkLst>
        </pc:spChg>
        <pc:spChg chg="del">
          <ac:chgData name="Sergio Orduz" userId="8abeac2284c2b189" providerId="LiveId" clId="{0E86CA43-81C0-40F9-9165-F9AE81B146F9}" dt="2018-07-06T00:25:21.654" v="0" actId="478"/>
          <ac:spMkLst>
            <pc:docMk/>
            <pc:sldMk cId="2987412357" sldId="478"/>
            <ac:spMk id="8" creationId="{5ACB32C6-EB70-4FAD-A9D2-6A5220162F7C}"/>
          </ac:spMkLst>
        </pc:spChg>
        <pc:spChg chg="del">
          <ac:chgData name="Sergio Orduz" userId="8abeac2284c2b189" providerId="LiveId" clId="{0E86CA43-81C0-40F9-9165-F9AE81B146F9}" dt="2018-07-06T00:25:21.654" v="0" actId="478"/>
          <ac:spMkLst>
            <pc:docMk/>
            <pc:sldMk cId="2987412357" sldId="478"/>
            <ac:spMk id="9" creationId="{FAC19687-CBEE-40F5-839C-CA841E3098DB}"/>
          </ac:spMkLst>
        </pc:spChg>
        <pc:spChg chg="del">
          <ac:chgData name="Sergio Orduz" userId="8abeac2284c2b189" providerId="LiveId" clId="{0E86CA43-81C0-40F9-9165-F9AE81B146F9}" dt="2018-07-06T00:25:21.654" v="0" actId="478"/>
          <ac:spMkLst>
            <pc:docMk/>
            <pc:sldMk cId="2987412357" sldId="478"/>
            <ac:spMk id="10" creationId="{D408089B-5E30-44BC-9AF5-388C33B4CF4D}"/>
          </ac:spMkLst>
        </pc:spChg>
        <pc:spChg chg="del">
          <ac:chgData name="Sergio Orduz" userId="8abeac2284c2b189" providerId="LiveId" clId="{0E86CA43-81C0-40F9-9165-F9AE81B146F9}" dt="2018-07-06T00:25:21.654" v="0" actId="478"/>
          <ac:spMkLst>
            <pc:docMk/>
            <pc:sldMk cId="2987412357" sldId="478"/>
            <ac:spMk id="11" creationId="{A39CD4C1-F399-4801-BEA4-918A94E6970C}"/>
          </ac:spMkLst>
        </pc:spChg>
        <pc:spChg chg="del">
          <ac:chgData name="Sergio Orduz" userId="8abeac2284c2b189" providerId="LiveId" clId="{0E86CA43-81C0-40F9-9165-F9AE81B146F9}" dt="2018-07-06T00:25:21.654" v="0" actId="478"/>
          <ac:spMkLst>
            <pc:docMk/>
            <pc:sldMk cId="2987412357" sldId="478"/>
            <ac:spMk id="20" creationId="{25B5CA86-5E2A-4C4B-9A0B-71BE55EADD53}"/>
          </ac:spMkLst>
        </pc:spChg>
        <pc:spChg chg="del">
          <ac:chgData name="Sergio Orduz" userId="8abeac2284c2b189" providerId="LiveId" clId="{0E86CA43-81C0-40F9-9165-F9AE81B146F9}" dt="2018-07-06T00:25:21.654" v="0" actId="478"/>
          <ac:spMkLst>
            <pc:docMk/>
            <pc:sldMk cId="2987412357" sldId="478"/>
            <ac:spMk id="21" creationId="{0DD0A480-CA37-4BAE-8A5E-83ADB2164C24}"/>
          </ac:spMkLst>
        </pc:spChg>
        <pc:spChg chg="del">
          <ac:chgData name="Sergio Orduz" userId="8abeac2284c2b189" providerId="LiveId" clId="{0E86CA43-81C0-40F9-9165-F9AE81B146F9}" dt="2018-07-06T00:25:21.654" v="0" actId="478"/>
          <ac:spMkLst>
            <pc:docMk/>
            <pc:sldMk cId="2987412357" sldId="478"/>
            <ac:spMk id="22" creationId="{81E8980C-441A-4FFC-8AFC-50B1250DFC95}"/>
          </ac:spMkLst>
        </pc:spChg>
        <pc:spChg chg="del">
          <ac:chgData name="Sergio Orduz" userId="8abeac2284c2b189" providerId="LiveId" clId="{0E86CA43-81C0-40F9-9165-F9AE81B146F9}" dt="2018-07-06T00:25:21.654" v="0" actId="478"/>
          <ac:spMkLst>
            <pc:docMk/>
            <pc:sldMk cId="2987412357" sldId="478"/>
            <ac:spMk id="23" creationId="{7460F88E-8ED2-48F9-BC89-0955FAB390D3}"/>
          </ac:spMkLst>
        </pc:spChg>
        <pc:spChg chg="add">
          <ac:chgData name="Sergio Orduz" userId="8abeac2284c2b189" providerId="LiveId" clId="{0E86CA43-81C0-40F9-9165-F9AE81B146F9}" dt="2018-07-06T00:25:22.326" v="1"/>
          <ac:spMkLst>
            <pc:docMk/>
            <pc:sldMk cId="2987412357" sldId="478"/>
            <ac:spMk id="28" creationId="{A2A6D5BE-02FC-4DB2-AF0D-B3A9F6228601}"/>
          </ac:spMkLst>
        </pc:spChg>
        <pc:spChg chg="add">
          <ac:chgData name="Sergio Orduz" userId="8abeac2284c2b189" providerId="LiveId" clId="{0E86CA43-81C0-40F9-9165-F9AE81B146F9}" dt="2018-07-06T00:25:22.326" v="1"/>
          <ac:spMkLst>
            <pc:docMk/>
            <pc:sldMk cId="2987412357" sldId="478"/>
            <ac:spMk id="29" creationId="{A3AB791F-F88E-4E0B-9C7D-0C032A0D5415}"/>
          </ac:spMkLst>
        </pc:spChg>
        <pc:spChg chg="add">
          <ac:chgData name="Sergio Orduz" userId="8abeac2284c2b189" providerId="LiveId" clId="{0E86CA43-81C0-40F9-9165-F9AE81B146F9}" dt="2018-07-06T00:25:22.326" v="1"/>
          <ac:spMkLst>
            <pc:docMk/>
            <pc:sldMk cId="2987412357" sldId="478"/>
            <ac:spMk id="31" creationId="{5AD385EF-4B9C-44C8-9B86-4DDF352E5665}"/>
          </ac:spMkLst>
        </pc:spChg>
        <pc:spChg chg="add">
          <ac:chgData name="Sergio Orduz" userId="8abeac2284c2b189" providerId="LiveId" clId="{0E86CA43-81C0-40F9-9165-F9AE81B146F9}" dt="2018-07-06T00:25:22.326" v="1"/>
          <ac:spMkLst>
            <pc:docMk/>
            <pc:sldMk cId="2987412357" sldId="478"/>
            <ac:spMk id="32" creationId="{DB08A300-7CB4-4341-9A26-1D1D51F57D24}"/>
          </ac:spMkLst>
        </pc:spChg>
        <pc:spChg chg="add">
          <ac:chgData name="Sergio Orduz" userId="8abeac2284c2b189" providerId="LiveId" clId="{0E86CA43-81C0-40F9-9165-F9AE81B146F9}" dt="2018-07-06T00:25:22.326" v="1"/>
          <ac:spMkLst>
            <pc:docMk/>
            <pc:sldMk cId="2987412357" sldId="478"/>
            <ac:spMk id="33" creationId="{1E3C1CC3-C33F-4690-AD1D-7BE66D482CB9}"/>
          </ac:spMkLst>
        </pc:spChg>
        <pc:spChg chg="add">
          <ac:chgData name="Sergio Orduz" userId="8abeac2284c2b189" providerId="LiveId" clId="{0E86CA43-81C0-40F9-9165-F9AE81B146F9}" dt="2018-07-06T00:25:22.326" v="1"/>
          <ac:spMkLst>
            <pc:docMk/>
            <pc:sldMk cId="2987412357" sldId="478"/>
            <ac:spMk id="34" creationId="{7ACAAB30-B9FF-4E5A-9DA6-3513ECA5A889}"/>
          </ac:spMkLst>
        </pc:spChg>
        <pc:spChg chg="add">
          <ac:chgData name="Sergio Orduz" userId="8abeac2284c2b189" providerId="LiveId" clId="{0E86CA43-81C0-40F9-9165-F9AE81B146F9}" dt="2018-07-06T00:25:22.326" v="1"/>
          <ac:spMkLst>
            <pc:docMk/>
            <pc:sldMk cId="2987412357" sldId="478"/>
            <ac:spMk id="35" creationId="{01E9F20D-DF4C-4FEA-8036-408829D8049E}"/>
          </ac:spMkLst>
        </pc:spChg>
        <pc:spChg chg="add">
          <ac:chgData name="Sergio Orduz" userId="8abeac2284c2b189" providerId="LiveId" clId="{0E86CA43-81C0-40F9-9165-F9AE81B146F9}" dt="2018-07-06T00:25:22.326" v="1"/>
          <ac:spMkLst>
            <pc:docMk/>
            <pc:sldMk cId="2987412357" sldId="478"/>
            <ac:spMk id="36" creationId="{D5202644-4EFF-46AA-8796-9F59CE8F7CC5}"/>
          </ac:spMkLst>
        </pc:spChg>
        <pc:cxnChg chg="del mod">
          <ac:chgData name="Sergio Orduz" userId="8abeac2284c2b189" providerId="LiveId" clId="{0E86CA43-81C0-40F9-9165-F9AE81B146F9}" dt="2018-07-06T00:25:21.654" v="0" actId="478"/>
          <ac:cxnSpMkLst>
            <pc:docMk/>
            <pc:sldMk cId="2987412357" sldId="478"/>
            <ac:cxnSpMk id="12" creationId="{8A36DCA0-CE29-45FD-8FC3-8CFB48038DF1}"/>
          </ac:cxnSpMkLst>
        </pc:cxnChg>
        <pc:cxnChg chg="del mod">
          <ac:chgData name="Sergio Orduz" userId="8abeac2284c2b189" providerId="LiveId" clId="{0E86CA43-81C0-40F9-9165-F9AE81B146F9}" dt="2018-07-06T00:25:21.654" v="0" actId="478"/>
          <ac:cxnSpMkLst>
            <pc:docMk/>
            <pc:sldMk cId="2987412357" sldId="478"/>
            <ac:cxnSpMk id="13" creationId="{65D3B9AE-B8BF-4B17-94E6-97E8C3E46C45}"/>
          </ac:cxnSpMkLst>
        </pc:cxnChg>
        <pc:cxnChg chg="del mod">
          <ac:chgData name="Sergio Orduz" userId="8abeac2284c2b189" providerId="LiveId" clId="{0E86CA43-81C0-40F9-9165-F9AE81B146F9}" dt="2018-07-06T00:25:21.654" v="0" actId="478"/>
          <ac:cxnSpMkLst>
            <pc:docMk/>
            <pc:sldMk cId="2987412357" sldId="478"/>
            <ac:cxnSpMk id="14" creationId="{877DE713-B9D9-4BEA-8344-23BB62D8715D}"/>
          </ac:cxnSpMkLst>
        </pc:cxnChg>
        <pc:cxnChg chg="del mod">
          <ac:chgData name="Sergio Orduz" userId="8abeac2284c2b189" providerId="LiveId" clId="{0E86CA43-81C0-40F9-9165-F9AE81B146F9}" dt="2018-07-06T00:25:21.654" v="0" actId="478"/>
          <ac:cxnSpMkLst>
            <pc:docMk/>
            <pc:sldMk cId="2987412357" sldId="478"/>
            <ac:cxnSpMk id="15" creationId="{A8D073CA-A49A-44D2-BC22-4DDBA297C47E}"/>
          </ac:cxnSpMkLst>
        </pc:cxnChg>
        <pc:cxnChg chg="del mod">
          <ac:chgData name="Sergio Orduz" userId="8abeac2284c2b189" providerId="LiveId" clId="{0E86CA43-81C0-40F9-9165-F9AE81B146F9}" dt="2018-07-06T00:25:21.654" v="0" actId="478"/>
          <ac:cxnSpMkLst>
            <pc:docMk/>
            <pc:sldMk cId="2987412357" sldId="478"/>
            <ac:cxnSpMk id="16" creationId="{5A28E017-057E-47CD-9537-E4655714A6E7}"/>
          </ac:cxnSpMkLst>
        </pc:cxnChg>
        <pc:cxnChg chg="del mod">
          <ac:chgData name="Sergio Orduz" userId="8abeac2284c2b189" providerId="LiveId" clId="{0E86CA43-81C0-40F9-9165-F9AE81B146F9}" dt="2018-07-06T00:25:21.654" v="0" actId="478"/>
          <ac:cxnSpMkLst>
            <pc:docMk/>
            <pc:sldMk cId="2987412357" sldId="478"/>
            <ac:cxnSpMk id="17" creationId="{17F3E7B6-1738-40E4-8329-3C99BD8DA5A3}"/>
          </ac:cxnSpMkLst>
        </pc:cxnChg>
        <pc:cxnChg chg="del">
          <ac:chgData name="Sergio Orduz" userId="8abeac2284c2b189" providerId="LiveId" clId="{0E86CA43-81C0-40F9-9165-F9AE81B146F9}" dt="2018-07-06T00:25:21.654" v="0" actId="478"/>
          <ac:cxnSpMkLst>
            <pc:docMk/>
            <pc:sldMk cId="2987412357" sldId="478"/>
            <ac:cxnSpMk id="18" creationId="{CE6DAE84-AA3C-45C3-8536-49B661333F2E}"/>
          </ac:cxnSpMkLst>
        </pc:cxnChg>
        <pc:cxnChg chg="del mod">
          <ac:chgData name="Sergio Orduz" userId="8abeac2284c2b189" providerId="LiveId" clId="{0E86CA43-81C0-40F9-9165-F9AE81B146F9}" dt="2018-07-06T00:25:21.654" v="0" actId="478"/>
          <ac:cxnSpMkLst>
            <pc:docMk/>
            <pc:sldMk cId="2987412357" sldId="478"/>
            <ac:cxnSpMk id="24" creationId="{2C9BE4E9-AA95-4434-BBD8-A625FA1ABD10}"/>
          </ac:cxnSpMkLst>
        </pc:cxnChg>
        <pc:cxnChg chg="del mod">
          <ac:chgData name="Sergio Orduz" userId="8abeac2284c2b189" providerId="LiveId" clId="{0E86CA43-81C0-40F9-9165-F9AE81B146F9}" dt="2018-07-06T00:25:21.654" v="0" actId="478"/>
          <ac:cxnSpMkLst>
            <pc:docMk/>
            <pc:sldMk cId="2987412357" sldId="478"/>
            <ac:cxnSpMk id="25" creationId="{5C1C426C-875D-4FF8-8B2D-6B958FBBC575}"/>
          </ac:cxnSpMkLst>
        </pc:cxnChg>
        <pc:cxnChg chg="del mod">
          <ac:chgData name="Sergio Orduz" userId="8abeac2284c2b189" providerId="LiveId" clId="{0E86CA43-81C0-40F9-9165-F9AE81B146F9}" dt="2018-07-06T00:25:21.654" v="0" actId="478"/>
          <ac:cxnSpMkLst>
            <pc:docMk/>
            <pc:sldMk cId="2987412357" sldId="478"/>
            <ac:cxnSpMk id="30" creationId="{837EEB0E-1FD5-4CDE-B9FB-F2CFC987D7BE}"/>
          </ac:cxnSpMkLst>
        </pc:cxnChg>
        <pc:cxnChg chg="add">
          <ac:chgData name="Sergio Orduz" userId="8abeac2284c2b189" providerId="LiveId" clId="{0E86CA43-81C0-40F9-9165-F9AE81B146F9}" dt="2018-07-06T00:25:22.326" v="1"/>
          <ac:cxnSpMkLst>
            <pc:docMk/>
            <pc:sldMk cId="2987412357" sldId="478"/>
            <ac:cxnSpMk id="37" creationId="{1BFB667B-FB1F-4666-9538-A21D752D5BA4}"/>
          </ac:cxnSpMkLst>
        </pc:cxnChg>
        <pc:cxnChg chg="add">
          <ac:chgData name="Sergio Orduz" userId="8abeac2284c2b189" providerId="LiveId" clId="{0E86CA43-81C0-40F9-9165-F9AE81B146F9}" dt="2018-07-06T00:25:22.326" v="1"/>
          <ac:cxnSpMkLst>
            <pc:docMk/>
            <pc:sldMk cId="2987412357" sldId="478"/>
            <ac:cxnSpMk id="38" creationId="{0D74F844-A6C6-44B7-9A2E-7212B48C544F}"/>
          </ac:cxnSpMkLst>
        </pc:cxnChg>
        <pc:cxnChg chg="add">
          <ac:chgData name="Sergio Orduz" userId="8abeac2284c2b189" providerId="LiveId" clId="{0E86CA43-81C0-40F9-9165-F9AE81B146F9}" dt="2018-07-06T00:25:22.326" v="1"/>
          <ac:cxnSpMkLst>
            <pc:docMk/>
            <pc:sldMk cId="2987412357" sldId="478"/>
            <ac:cxnSpMk id="39" creationId="{FF3BF2CE-55A0-4C22-AF33-089695956D1E}"/>
          </ac:cxnSpMkLst>
        </pc:cxnChg>
        <pc:cxnChg chg="add">
          <ac:chgData name="Sergio Orduz" userId="8abeac2284c2b189" providerId="LiveId" clId="{0E86CA43-81C0-40F9-9165-F9AE81B146F9}" dt="2018-07-06T00:25:22.326" v="1"/>
          <ac:cxnSpMkLst>
            <pc:docMk/>
            <pc:sldMk cId="2987412357" sldId="478"/>
            <ac:cxnSpMk id="40" creationId="{7D287181-5221-4BE0-B569-79BA1A88E606}"/>
          </ac:cxnSpMkLst>
        </pc:cxnChg>
        <pc:cxnChg chg="add">
          <ac:chgData name="Sergio Orduz" userId="8abeac2284c2b189" providerId="LiveId" clId="{0E86CA43-81C0-40F9-9165-F9AE81B146F9}" dt="2018-07-06T00:25:22.326" v="1"/>
          <ac:cxnSpMkLst>
            <pc:docMk/>
            <pc:sldMk cId="2987412357" sldId="478"/>
            <ac:cxnSpMk id="41" creationId="{289E004C-62EE-4AAC-84C5-E006C94D5B50}"/>
          </ac:cxnSpMkLst>
        </pc:cxnChg>
        <pc:cxnChg chg="add">
          <ac:chgData name="Sergio Orduz" userId="8abeac2284c2b189" providerId="LiveId" clId="{0E86CA43-81C0-40F9-9165-F9AE81B146F9}" dt="2018-07-06T00:25:22.326" v="1"/>
          <ac:cxnSpMkLst>
            <pc:docMk/>
            <pc:sldMk cId="2987412357" sldId="478"/>
            <ac:cxnSpMk id="42" creationId="{925F13C8-8380-4EB6-B720-9B1B47EB5F5B}"/>
          </ac:cxnSpMkLst>
        </pc:cxnChg>
        <pc:cxnChg chg="add">
          <ac:chgData name="Sergio Orduz" userId="8abeac2284c2b189" providerId="LiveId" clId="{0E86CA43-81C0-40F9-9165-F9AE81B146F9}" dt="2018-07-06T00:25:22.326" v="1"/>
          <ac:cxnSpMkLst>
            <pc:docMk/>
            <pc:sldMk cId="2987412357" sldId="478"/>
            <ac:cxnSpMk id="43" creationId="{2CA16A35-65B9-4765-97E5-8313BE8CAF91}"/>
          </ac:cxnSpMkLst>
        </pc:cxnChg>
      </pc:sldChg>
    </pc:docChg>
  </pc:docChgLst>
  <pc:docChgLst>
    <pc:chgData name="Sergio Orduz" userId="8abeac2284c2b189" providerId="LiveId" clId="{C0A4E53E-B0F1-4154-8865-4A9C08F7AF87}"/>
    <pc:docChg chg="undo redo custSel addSld modSld">
      <pc:chgData name="Sergio Orduz" userId="8abeac2284c2b189" providerId="LiveId" clId="{C0A4E53E-B0F1-4154-8865-4A9C08F7AF87}" dt="2018-07-06T00:21:57.670" v="901" actId="14100"/>
      <pc:docMkLst>
        <pc:docMk/>
      </pc:docMkLst>
      <pc:sldChg chg="addSp delSp modSp modAnim">
        <pc:chgData name="Sergio Orduz" userId="8abeac2284c2b189" providerId="LiveId" clId="{C0A4E53E-B0F1-4154-8865-4A9C08F7AF87}" dt="2018-07-05T22:46:42.847" v="152" actId="1076"/>
        <pc:sldMkLst>
          <pc:docMk/>
          <pc:sldMk cId="971569549" sldId="468"/>
        </pc:sldMkLst>
        <pc:spChg chg="add mod">
          <ac:chgData name="Sergio Orduz" userId="8abeac2284c2b189" providerId="LiveId" clId="{C0A4E53E-B0F1-4154-8865-4A9C08F7AF87}" dt="2018-07-05T22:46:42.847" v="152" actId="1076"/>
          <ac:spMkLst>
            <pc:docMk/>
            <pc:sldMk cId="971569549" sldId="468"/>
            <ac:spMk id="2" creationId="{79FD0BBF-00FF-49E0-A77D-802ECE8EF7A2}"/>
          </ac:spMkLst>
        </pc:spChg>
        <pc:spChg chg="mod">
          <ac:chgData name="Sergio Orduz" userId="8abeac2284c2b189" providerId="LiveId" clId="{C0A4E53E-B0F1-4154-8865-4A9C08F7AF87}" dt="2018-07-05T22:25:41.786" v="2" actId="1076"/>
          <ac:spMkLst>
            <pc:docMk/>
            <pc:sldMk cId="971569549" sldId="468"/>
            <ac:spMk id="5" creationId="{B78E3B91-43F1-413A-94C3-13CD97F8189E}"/>
          </ac:spMkLst>
        </pc:spChg>
        <pc:spChg chg="mod">
          <ac:chgData name="Sergio Orduz" userId="8abeac2284c2b189" providerId="LiveId" clId="{C0A4E53E-B0F1-4154-8865-4A9C08F7AF87}" dt="2018-07-05T22:46:42.847" v="152" actId="1076"/>
          <ac:spMkLst>
            <pc:docMk/>
            <pc:sldMk cId="971569549" sldId="468"/>
            <ac:spMk id="6" creationId="{FB40AA57-40E9-4A3E-97C6-8D8B37F276CD}"/>
          </ac:spMkLst>
        </pc:spChg>
        <pc:spChg chg="mod">
          <ac:chgData name="Sergio Orduz" userId="8abeac2284c2b189" providerId="LiveId" clId="{C0A4E53E-B0F1-4154-8865-4A9C08F7AF87}" dt="2018-07-05T22:46:42.847" v="152" actId="1076"/>
          <ac:spMkLst>
            <pc:docMk/>
            <pc:sldMk cId="971569549" sldId="468"/>
            <ac:spMk id="8" creationId="{9CE38D6D-BBCF-463D-8C8E-D50BADF201F8}"/>
          </ac:spMkLst>
        </pc:spChg>
        <pc:spChg chg="mod">
          <ac:chgData name="Sergio Orduz" userId="8abeac2284c2b189" providerId="LiveId" clId="{C0A4E53E-B0F1-4154-8865-4A9C08F7AF87}" dt="2018-07-05T22:46:42.847" v="152" actId="1076"/>
          <ac:spMkLst>
            <pc:docMk/>
            <pc:sldMk cId="971569549" sldId="468"/>
            <ac:spMk id="9" creationId="{C4E961A5-685A-4145-B41E-1D50FB357E38}"/>
          </ac:spMkLst>
        </pc:spChg>
        <pc:spChg chg="mod">
          <ac:chgData name="Sergio Orduz" userId="8abeac2284c2b189" providerId="LiveId" clId="{C0A4E53E-B0F1-4154-8865-4A9C08F7AF87}" dt="2018-07-05T22:46:42.847" v="152" actId="1076"/>
          <ac:spMkLst>
            <pc:docMk/>
            <pc:sldMk cId="971569549" sldId="468"/>
            <ac:spMk id="19" creationId="{9AC3207E-03E3-423D-9D58-3E0E7184624A}"/>
          </ac:spMkLst>
        </pc:spChg>
        <pc:spChg chg="add mod">
          <ac:chgData name="Sergio Orduz" userId="8abeac2284c2b189" providerId="LiveId" clId="{C0A4E53E-B0F1-4154-8865-4A9C08F7AF87}" dt="2018-07-05T22:46:42.847" v="152" actId="1076"/>
          <ac:spMkLst>
            <pc:docMk/>
            <pc:sldMk cId="971569549" sldId="468"/>
            <ac:spMk id="43" creationId="{1BE983A8-1721-4584-A818-046E8DEEC8FA}"/>
          </ac:spMkLst>
        </pc:spChg>
        <pc:spChg chg="add mod">
          <ac:chgData name="Sergio Orduz" userId="8abeac2284c2b189" providerId="LiveId" clId="{C0A4E53E-B0F1-4154-8865-4A9C08F7AF87}" dt="2018-07-05T22:46:42.847" v="152" actId="1076"/>
          <ac:spMkLst>
            <pc:docMk/>
            <pc:sldMk cId="971569549" sldId="468"/>
            <ac:spMk id="44" creationId="{90F73E56-4EAA-467C-B4A4-2A24E04A2A66}"/>
          </ac:spMkLst>
        </pc:spChg>
        <pc:spChg chg="add mod">
          <ac:chgData name="Sergio Orduz" userId="8abeac2284c2b189" providerId="LiveId" clId="{C0A4E53E-B0F1-4154-8865-4A9C08F7AF87}" dt="2018-07-05T22:46:42.847" v="152" actId="1076"/>
          <ac:spMkLst>
            <pc:docMk/>
            <pc:sldMk cId="971569549" sldId="468"/>
            <ac:spMk id="45" creationId="{3F61FF36-8752-403D-A2CF-B4048A1D96B4}"/>
          </ac:spMkLst>
        </pc:spChg>
        <pc:spChg chg="del">
          <ac:chgData name="Sergio Orduz" userId="8abeac2284c2b189" providerId="LiveId" clId="{C0A4E53E-B0F1-4154-8865-4A9C08F7AF87}" dt="2018-07-05T22:46:29.144" v="150" actId="478"/>
          <ac:spMkLst>
            <pc:docMk/>
            <pc:sldMk cId="971569549" sldId="468"/>
            <ac:spMk id="49" creationId="{1587498B-A535-415E-AF6A-D1E851C923EB}"/>
          </ac:spMkLst>
        </pc:spChg>
        <pc:spChg chg="del">
          <ac:chgData name="Sergio Orduz" userId="8abeac2284c2b189" providerId="LiveId" clId="{C0A4E53E-B0F1-4154-8865-4A9C08F7AF87}" dt="2018-07-05T22:46:29.144" v="150" actId="478"/>
          <ac:spMkLst>
            <pc:docMk/>
            <pc:sldMk cId="971569549" sldId="468"/>
            <ac:spMk id="50" creationId="{665CCF19-B46B-4DC0-8799-8BE97DD036EA}"/>
          </ac:spMkLst>
        </pc:spChg>
        <pc:spChg chg="del">
          <ac:chgData name="Sergio Orduz" userId="8abeac2284c2b189" providerId="LiveId" clId="{C0A4E53E-B0F1-4154-8865-4A9C08F7AF87}" dt="2018-07-05T22:46:29.144" v="150" actId="478"/>
          <ac:spMkLst>
            <pc:docMk/>
            <pc:sldMk cId="971569549" sldId="468"/>
            <ac:spMk id="51" creationId="{00966DBA-DC6E-4DBD-B246-4008052D4DF0}"/>
          </ac:spMkLst>
        </pc:spChg>
        <pc:spChg chg="del">
          <ac:chgData name="Sergio Orduz" userId="8abeac2284c2b189" providerId="LiveId" clId="{C0A4E53E-B0F1-4154-8865-4A9C08F7AF87}" dt="2018-07-05T22:46:29.144" v="150" actId="478"/>
          <ac:spMkLst>
            <pc:docMk/>
            <pc:sldMk cId="971569549" sldId="468"/>
            <ac:spMk id="52" creationId="{8E583793-D2A4-4A73-9B55-09A21F666678}"/>
          </ac:spMkLst>
        </pc:spChg>
        <pc:spChg chg="del">
          <ac:chgData name="Sergio Orduz" userId="8abeac2284c2b189" providerId="LiveId" clId="{C0A4E53E-B0F1-4154-8865-4A9C08F7AF87}" dt="2018-07-05T22:46:29.144" v="150" actId="478"/>
          <ac:spMkLst>
            <pc:docMk/>
            <pc:sldMk cId="971569549" sldId="468"/>
            <ac:spMk id="58" creationId="{4E6161A2-94D3-405F-BF80-D539E42254DD}"/>
          </ac:spMkLst>
        </pc:spChg>
        <pc:spChg chg="add mod">
          <ac:chgData name="Sergio Orduz" userId="8abeac2284c2b189" providerId="LiveId" clId="{C0A4E53E-B0F1-4154-8865-4A9C08F7AF87}" dt="2018-07-05T22:46:42.847" v="152" actId="1076"/>
          <ac:spMkLst>
            <pc:docMk/>
            <pc:sldMk cId="971569549" sldId="468"/>
            <ac:spMk id="59" creationId="{0B2D1FCC-86FE-4B84-A2D8-B676508A0721}"/>
          </ac:spMkLst>
        </pc:spChg>
        <pc:spChg chg="mod">
          <ac:chgData name="Sergio Orduz" userId="8abeac2284c2b189" providerId="LiveId" clId="{C0A4E53E-B0F1-4154-8865-4A9C08F7AF87}" dt="2018-07-05T22:46:42.847" v="152" actId="1076"/>
          <ac:spMkLst>
            <pc:docMk/>
            <pc:sldMk cId="971569549" sldId="468"/>
            <ac:spMk id="60" creationId="{818E330F-FB09-454B-A4D0-F5E98DBB6A36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62" creationId="{49508A33-CB82-46E2-B5A5-2A62CE34D72A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63" creationId="{7FAF6234-1544-42EF-815C-2442867EB357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64" creationId="{90A5F956-4276-465A-A57F-4DAE292ED851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65" creationId="{A5D27532-C032-4CE7-AEA5-A9B6B1BBAC68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66" creationId="{BFC828C6-85C4-4FA4-A889-4BC55F26C41E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67" creationId="{5C8005F6-B2A6-4E33-8A23-0578DF285CA3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68" creationId="{6FFF2A3A-4F12-41C7-BA48-C460493D22C9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69" creationId="{E834B69E-261A-4A7E-A366-954D2FDBD7F0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70" creationId="{3EE127B2-E94F-469D-ACF1-B449837AD383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71" creationId="{09643329-BB1F-4737-93EF-E1F806697FEB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72" creationId="{1AA7775A-6754-454A-B3C1-506302D79897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73" creationId="{E5447306-6AF7-4A0C-9EF6-376BD971A7B1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74" creationId="{10FD1B93-2088-4ECC-B447-D52A04AE9AC7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75" creationId="{878EF7AB-6351-46C7-8A0C-DF523E1226C5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76" creationId="{3DF95FBD-2B8E-4868-A5B0-A2DC423B01F7}"/>
          </ac:spMkLst>
        </pc:spChg>
        <pc:spChg chg="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77" creationId="{E018BD39-E118-495E-BB85-6F8324DD9791}"/>
          </ac:spMkLst>
        </pc:spChg>
        <pc:spChg chg="add mod">
          <ac:chgData name="Sergio Orduz" userId="8abeac2284c2b189" providerId="LiveId" clId="{C0A4E53E-B0F1-4154-8865-4A9C08F7AF87}" dt="2018-07-05T22:46:42.847" v="152" actId="1076"/>
          <ac:spMkLst>
            <pc:docMk/>
            <pc:sldMk cId="971569549" sldId="468"/>
            <ac:spMk id="78" creationId="{C1738CEB-EB07-41AC-A66A-955FA80DDA52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85" creationId="{CC7833DC-EEC9-44C4-BE62-B3F50D33C0F8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86" creationId="{BE25E20B-5669-4614-B1C9-6C3C4BFE23D7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87" creationId="{542A42E2-170B-4BE0-B019-286440C76BCC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88" creationId="{B58F7E95-9E31-473B-A7C1-E35C65690DDE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89" creationId="{21CFC5ED-75CC-4CC0-AAFB-C1121C2B2171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90" creationId="{67253226-7650-4DE7-A7B7-31ADA0C5FB02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91" creationId="{0799CC27-0E7F-427B-901E-1634389FB061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92" creationId="{9257CF77-43A2-4A00-975C-D610D2D67B21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93" creationId="{9DB26B9C-C82B-476B-BCE6-AA05FBD7ADC8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94" creationId="{6C3BCD31-3BB0-41FE-8397-87EF66F6A9B6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95" creationId="{2D745C1F-BD61-456C-9FEF-78050CD19CF3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96" creationId="{A568B61B-FECA-4F47-8391-DC235FD364AC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97" creationId="{B4B80CB7-6463-45A8-8338-AC4F0F9CE624}"/>
          </ac:spMkLst>
        </pc:spChg>
        <pc:spChg chg="add mod">
          <ac:chgData name="Sergio Orduz" userId="8abeac2284c2b189" providerId="LiveId" clId="{C0A4E53E-B0F1-4154-8865-4A9C08F7AF87}" dt="2018-07-05T22:46:36.089" v="151" actId="1076"/>
          <ac:spMkLst>
            <pc:docMk/>
            <pc:sldMk cId="971569549" sldId="468"/>
            <ac:spMk id="98" creationId="{0DA8F645-1708-4950-8BD5-51D1F35E0732}"/>
          </ac:spMkLst>
        </pc:spChg>
        <pc:graphicFrameChg chg="mod modGraphic">
          <ac:chgData name="Sergio Orduz" userId="8abeac2284c2b189" providerId="LiveId" clId="{C0A4E53E-B0F1-4154-8865-4A9C08F7AF87}" dt="2018-07-05T22:46:36.089" v="151" actId="1076"/>
          <ac:graphicFrameMkLst>
            <pc:docMk/>
            <pc:sldMk cId="971569549" sldId="468"/>
            <ac:graphicFrameMk id="46" creationId="{1F99F623-1DAA-4856-B3FE-BF54E96DA55D}"/>
          </ac:graphicFrameMkLst>
        </pc:graphicFrameChg>
        <pc:graphicFrameChg chg="del">
          <ac:chgData name="Sergio Orduz" userId="8abeac2284c2b189" providerId="LiveId" clId="{C0A4E53E-B0F1-4154-8865-4A9C08F7AF87}" dt="2018-07-05T22:39:13.469" v="143" actId="478"/>
          <ac:graphicFrameMkLst>
            <pc:docMk/>
            <pc:sldMk cId="971569549" sldId="468"/>
            <ac:graphicFrameMk id="48" creationId="{5845D172-763B-4662-AE11-A0CF5EB47CCD}"/>
          </ac:graphicFrameMkLst>
        </pc:graphicFrameChg>
        <pc:graphicFrameChg chg="add del">
          <ac:chgData name="Sergio Orduz" userId="8abeac2284c2b189" providerId="LiveId" clId="{C0A4E53E-B0F1-4154-8865-4A9C08F7AF87}" dt="2018-07-05T22:46:04.190" v="146"/>
          <ac:graphicFrameMkLst>
            <pc:docMk/>
            <pc:sldMk cId="971569549" sldId="468"/>
            <ac:graphicFrameMk id="99" creationId="{B116DD99-4BA3-4C49-A984-90BDD161D2A2}"/>
          </ac:graphicFrameMkLst>
        </pc:graphicFrameChg>
        <pc:cxnChg chg="mod">
          <ac:chgData name="Sergio Orduz" userId="8abeac2284c2b189" providerId="LiveId" clId="{C0A4E53E-B0F1-4154-8865-4A9C08F7AF87}" dt="2018-07-05T22:46:42.847" v="152" actId="1076"/>
          <ac:cxnSpMkLst>
            <pc:docMk/>
            <pc:sldMk cId="971569549" sldId="468"/>
            <ac:cxnSpMk id="20" creationId="{0E140A71-D36D-4114-ADC9-1A3A5B8AB7A8}"/>
          </ac:cxnSpMkLst>
        </pc:cxnChg>
        <pc:cxnChg chg="mod">
          <ac:chgData name="Sergio Orduz" userId="8abeac2284c2b189" providerId="LiveId" clId="{C0A4E53E-B0F1-4154-8865-4A9C08F7AF87}" dt="2018-07-05T22:46:42.847" v="152" actId="1076"/>
          <ac:cxnSpMkLst>
            <pc:docMk/>
            <pc:sldMk cId="971569549" sldId="468"/>
            <ac:cxnSpMk id="21" creationId="{C7858680-5F13-4705-99B7-63003944B356}"/>
          </ac:cxnSpMkLst>
        </pc:cxnChg>
        <pc:cxnChg chg="mod">
          <ac:chgData name="Sergio Orduz" userId="8abeac2284c2b189" providerId="LiveId" clId="{C0A4E53E-B0F1-4154-8865-4A9C08F7AF87}" dt="2018-07-05T22:46:42.847" v="152" actId="1076"/>
          <ac:cxnSpMkLst>
            <pc:docMk/>
            <pc:sldMk cId="971569549" sldId="468"/>
            <ac:cxnSpMk id="34" creationId="{9BFB5DE4-1C83-4F27-896C-E0816CC138BE}"/>
          </ac:cxnSpMkLst>
        </pc:cxnChg>
        <pc:cxnChg chg="mod">
          <ac:chgData name="Sergio Orduz" userId="8abeac2284c2b189" providerId="LiveId" clId="{C0A4E53E-B0F1-4154-8865-4A9C08F7AF87}" dt="2018-07-05T22:46:42.847" v="152" actId="1076"/>
          <ac:cxnSpMkLst>
            <pc:docMk/>
            <pc:sldMk cId="971569549" sldId="468"/>
            <ac:cxnSpMk id="37" creationId="{B7675701-4273-4785-86A3-F54CD2A20F55}"/>
          </ac:cxnSpMkLst>
        </pc:cxnChg>
        <pc:cxnChg chg="mod">
          <ac:chgData name="Sergio Orduz" userId="8abeac2284c2b189" providerId="LiveId" clId="{C0A4E53E-B0F1-4154-8865-4A9C08F7AF87}" dt="2018-07-05T22:46:42.847" v="152" actId="1076"/>
          <ac:cxnSpMkLst>
            <pc:docMk/>
            <pc:sldMk cId="971569549" sldId="468"/>
            <ac:cxnSpMk id="47" creationId="{4BF42713-5084-4751-96D4-AC4A2D965940}"/>
          </ac:cxnSpMkLst>
        </pc:cxnChg>
        <pc:cxnChg chg="del mod">
          <ac:chgData name="Sergio Orduz" userId="8abeac2284c2b189" providerId="LiveId" clId="{C0A4E53E-B0F1-4154-8865-4A9C08F7AF87}" dt="2018-07-05T22:46:29.144" v="150" actId="478"/>
          <ac:cxnSpMkLst>
            <pc:docMk/>
            <pc:sldMk cId="971569549" sldId="468"/>
            <ac:cxnSpMk id="53" creationId="{91938712-D8A1-40AC-8F41-3DFD681FD9CB}"/>
          </ac:cxnSpMkLst>
        </pc:cxnChg>
        <pc:cxnChg chg="del mod">
          <ac:chgData name="Sergio Orduz" userId="8abeac2284c2b189" providerId="LiveId" clId="{C0A4E53E-B0F1-4154-8865-4A9C08F7AF87}" dt="2018-07-05T22:46:29.144" v="150" actId="478"/>
          <ac:cxnSpMkLst>
            <pc:docMk/>
            <pc:sldMk cId="971569549" sldId="468"/>
            <ac:cxnSpMk id="54" creationId="{DC7EFF4D-B192-45B8-828D-4210116804C8}"/>
          </ac:cxnSpMkLst>
        </pc:cxnChg>
        <pc:cxnChg chg="del mod">
          <ac:chgData name="Sergio Orduz" userId="8abeac2284c2b189" providerId="LiveId" clId="{C0A4E53E-B0F1-4154-8865-4A9C08F7AF87}" dt="2018-07-05T22:46:29.144" v="150" actId="478"/>
          <ac:cxnSpMkLst>
            <pc:docMk/>
            <pc:sldMk cId="971569549" sldId="468"/>
            <ac:cxnSpMk id="55" creationId="{32A2B2B3-C39E-4A8A-A774-191487C69AFA}"/>
          </ac:cxnSpMkLst>
        </pc:cxnChg>
        <pc:cxnChg chg="del mod">
          <ac:chgData name="Sergio Orduz" userId="8abeac2284c2b189" providerId="LiveId" clId="{C0A4E53E-B0F1-4154-8865-4A9C08F7AF87}" dt="2018-07-05T22:46:29.144" v="150" actId="478"/>
          <ac:cxnSpMkLst>
            <pc:docMk/>
            <pc:sldMk cId="971569549" sldId="468"/>
            <ac:cxnSpMk id="56" creationId="{7E47026B-4AAC-4EAD-9A4E-6F45CE061EEB}"/>
          </ac:cxnSpMkLst>
        </pc:cxnChg>
        <pc:cxnChg chg="mod">
          <ac:chgData name="Sergio Orduz" userId="8abeac2284c2b189" providerId="LiveId" clId="{C0A4E53E-B0F1-4154-8865-4A9C08F7AF87}" dt="2018-07-05T22:46:42.847" v="152" actId="1076"/>
          <ac:cxnSpMkLst>
            <pc:docMk/>
            <pc:sldMk cId="971569549" sldId="468"/>
            <ac:cxnSpMk id="57" creationId="{A55D584D-45B4-4989-8D5D-06883E9A7CEB}"/>
          </ac:cxnSpMkLst>
        </pc:cxnChg>
        <pc:cxnChg chg="add mod">
          <ac:chgData name="Sergio Orduz" userId="8abeac2284c2b189" providerId="LiveId" clId="{C0A4E53E-B0F1-4154-8865-4A9C08F7AF87}" dt="2018-07-05T22:46:42.847" v="152" actId="1076"/>
          <ac:cxnSpMkLst>
            <pc:docMk/>
            <pc:sldMk cId="971569549" sldId="468"/>
            <ac:cxnSpMk id="79" creationId="{6207A650-9D30-4513-B2B3-C8546D621581}"/>
          </ac:cxnSpMkLst>
        </pc:cxnChg>
        <pc:cxnChg chg="add mod">
          <ac:chgData name="Sergio Orduz" userId="8abeac2284c2b189" providerId="LiveId" clId="{C0A4E53E-B0F1-4154-8865-4A9C08F7AF87}" dt="2018-07-05T22:46:42.847" v="152" actId="1076"/>
          <ac:cxnSpMkLst>
            <pc:docMk/>
            <pc:sldMk cId="971569549" sldId="468"/>
            <ac:cxnSpMk id="80" creationId="{63A187A1-995A-49EA-A4E0-ADD6F785E778}"/>
          </ac:cxnSpMkLst>
        </pc:cxnChg>
        <pc:cxnChg chg="add mod">
          <ac:chgData name="Sergio Orduz" userId="8abeac2284c2b189" providerId="LiveId" clId="{C0A4E53E-B0F1-4154-8865-4A9C08F7AF87}" dt="2018-07-05T22:46:42.847" v="152" actId="1076"/>
          <ac:cxnSpMkLst>
            <pc:docMk/>
            <pc:sldMk cId="971569549" sldId="468"/>
            <ac:cxnSpMk id="81" creationId="{9CF60CA7-D12B-4485-8D3B-F3E43600D33D}"/>
          </ac:cxnSpMkLst>
        </pc:cxnChg>
        <pc:cxnChg chg="add mod">
          <ac:chgData name="Sergio Orduz" userId="8abeac2284c2b189" providerId="LiveId" clId="{C0A4E53E-B0F1-4154-8865-4A9C08F7AF87}" dt="2018-07-05T22:46:42.847" v="152" actId="1076"/>
          <ac:cxnSpMkLst>
            <pc:docMk/>
            <pc:sldMk cId="971569549" sldId="468"/>
            <ac:cxnSpMk id="82" creationId="{A63BA0DF-6641-42D7-A6E0-220B56C932E0}"/>
          </ac:cxnSpMkLst>
        </pc:cxnChg>
        <pc:cxnChg chg="add mod">
          <ac:chgData name="Sergio Orduz" userId="8abeac2284c2b189" providerId="LiveId" clId="{C0A4E53E-B0F1-4154-8865-4A9C08F7AF87}" dt="2018-07-05T22:46:42.847" v="152" actId="1076"/>
          <ac:cxnSpMkLst>
            <pc:docMk/>
            <pc:sldMk cId="971569549" sldId="468"/>
            <ac:cxnSpMk id="83" creationId="{1E938378-36B6-44C5-A760-0FD2C346AC13}"/>
          </ac:cxnSpMkLst>
        </pc:cxnChg>
        <pc:cxnChg chg="add mod">
          <ac:chgData name="Sergio Orduz" userId="8abeac2284c2b189" providerId="LiveId" clId="{C0A4E53E-B0F1-4154-8865-4A9C08F7AF87}" dt="2018-07-05T22:46:42.847" v="152" actId="1076"/>
          <ac:cxnSpMkLst>
            <pc:docMk/>
            <pc:sldMk cId="971569549" sldId="468"/>
            <ac:cxnSpMk id="84" creationId="{47246C34-366A-44D1-BAF7-0EAC27DBE550}"/>
          </ac:cxnSpMkLst>
        </pc:cxnChg>
      </pc:sldChg>
      <pc:sldChg chg="modAnim">
        <pc:chgData name="Sergio Orduz" userId="8abeac2284c2b189" providerId="LiveId" clId="{C0A4E53E-B0F1-4154-8865-4A9C08F7AF87}" dt="2018-07-05T22:56:21.598" v="275"/>
        <pc:sldMkLst>
          <pc:docMk/>
          <pc:sldMk cId="2933496639" sldId="470"/>
        </pc:sldMkLst>
      </pc:sldChg>
      <pc:sldChg chg="addSp delSp modSp delAnim modAnim">
        <pc:chgData name="Sergio Orduz" userId="8abeac2284c2b189" providerId="LiveId" clId="{C0A4E53E-B0F1-4154-8865-4A9C08F7AF87}" dt="2018-07-05T23:13:06.485" v="682"/>
        <pc:sldMkLst>
          <pc:docMk/>
          <pc:sldMk cId="3720306281" sldId="471"/>
        </pc:sldMkLst>
        <pc:spChg chg="add mod">
          <ac:chgData name="Sergio Orduz" userId="8abeac2284c2b189" providerId="LiveId" clId="{C0A4E53E-B0F1-4154-8865-4A9C08F7AF87}" dt="2018-07-05T23:10:39.831" v="650" actId="1038"/>
          <ac:spMkLst>
            <pc:docMk/>
            <pc:sldMk cId="3720306281" sldId="471"/>
            <ac:spMk id="14" creationId="{438067E0-4174-4B4D-B489-118F927D8B4E}"/>
          </ac:spMkLst>
        </pc:spChg>
        <pc:spChg chg="add mod">
          <ac:chgData name="Sergio Orduz" userId="8abeac2284c2b189" providerId="LiveId" clId="{C0A4E53E-B0F1-4154-8865-4A9C08F7AF87}" dt="2018-07-05T23:11:46.348" v="658" actId="1076"/>
          <ac:spMkLst>
            <pc:docMk/>
            <pc:sldMk cId="3720306281" sldId="471"/>
            <ac:spMk id="18" creationId="{00563CEF-CA7E-42C8-AC8C-3B333EF9055D}"/>
          </ac:spMkLst>
        </pc:spChg>
        <pc:spChg chg="mod">
          <ac:chgData name="Sergio Orduz" userId="8abeac2284c2b189" providerId="LiveId" clId="{C0A4E53E-B0F1-4154-8865-4A9C08F7AF87}" dt="2018-07-05T23:10:00.960" v="544" actId="20577"/>
          <ac:spMkLst>
            <pc:docMk/>
            <pc:sldMk cId="3720306281" sldId="471"/>
            <ac:spMk id="26" creationId="{E488B477-78B7-4DCB-9E29-34F96152A93C}"/>
          </ac:spMkLst>
        </pc:spChg>
        <pc:spChg chg="add mod">
          <ac:chgData name="Sergio Orduz" userId="8abeac2284c2b189" providerId="LiveId" clId="{C0A4E53E-B0F1-4154-8865-4A9C08F7AF87}" dt="2018-07-05T23:04:30.518" v="374" actId="571"/>
          <ac:spMkLst>
            <pc:docMk/>
            <pc:sldMk cId="3720306281" sldId="471"/>
            <ac:spMk id="57" creationId="{6DFAC892-F405-4574-A74C-F203D36DBC4F}"/>
          </ac:spMkLst>
        </pc:spChg>
        <pc:spChg chg="add mod">
          <ac:chgData name="Sergio Orduz" userId="8abeac2284c2b189" providerId="LiveId" clId="{C0A4E53E-B0F1-4154-8865-4A9C08F7AF87}" dt="2018-07-05T23:10:39.831" v="650" actId="1038"/>
          <ac:spMkLst>
            <pc:docMk/>
            <pc:sldMk cId="3720306281" sldId="471"/>
            <ac:spMk id="58" creationId="{88ECFBD3-A2F3-49C1-A0D6-6A1B419DB90D}"/>
          </ac:spMkLst>
        </pc:spChg>
        <pc:spChg chg="add mod">
          <ac:chgData name="Sergio Orduz" userId="8abeac2284c2b189" providerId="LiveId" clId="{C0A4E53E-B0F1-4154-8865-4A9C08F7AF87}" dt="2018-07-05T23:10:39.831" v="650" actId="1038"/>
          <ac:spMkLst>
            <pc:docMk/>
            <pc:sldMk cId="3720306281" sldId="471"/>
            <ac:spMk id="59" creationId="{31A5DFFD-17C1-4B1C-8CAD-C22A383C7BA1}"/>
          </ac:spMkLst>
        </pc:spChg>
        <pc:spChg chg="add mod">
          <ac:chgData name="Sergio Orduz" userId="8abeac2284c2b189" providerId="LiveId" clId="{C0A4E53E-B0F1-4154-8865-4A9C08F7AF87}" dt="2018-07-05T23:10:39.831" v="650" actId="1038"/>
          <ac:spMkLst>
            <pc:docMk/>
            <pc:sldMk cId="3720306281" sldId="471"/>
            <ac:spMk id="60" creationId="{5FB934F4-A6D4-4946-A380-6E244C5FB3B9}"/>
          </ac:spMkLst>
        </pc:spChg>
        <pc:spChg chg="add mod">
          <ac:chgData name="Sergio Orduz" userId="8abeac2284c2b189" providerId="LiveId" clId="{C0A4E53E-B0F1-4154-8865-4A9C08F7AF87}" dt="2018-07-05T23:10:39.831" v="650" actId="1038"/>
          <ac:spMkLst>
            <pc:docMk/>
            <pc:sldMk cId="3720306281" sldId="471"/>
            <ac:spMk id="61" creationId="{EC83F6C1-B6AF-446C-ADB8-26CFFE931D2B}"/>
          </ac:spMkLst>
        </pc:spChg>
        <pc:spChg chg="add mod">
          <ac:chgData name="Sergio Orduz" userId="8abeac2284c2b189" providerId="LiveId" clId="{C0A4E53E-B0F1-4154-8865-4A9C08F7AF87}" dt="2018-07-05T23:06:02.964" v="410" actId="571"/>
          <ac:spMkLst>
            <pc:docMk/>
            <pc:sldMk cId="3720306281" sldId="471"/>
            <ac:spMk id="65" creationId="{3E533636-32DA-4127-8863-171B65A41EAF}"/>
          </ac:spMkLst>
        </pc:spChg>
        <pc:spChg chg="add mod">
          <ac:chgData name="Sergio Orduz" userId="8abeac2284c2b189" providerId="LiveId" clId="{C0A4E53E-B0F1-4154-8865-4A9C08F7AF87}" dt="2018-07-05T23:06:02.964" v="410" actId="571"/>
          <ac:spMkLst>
            <pc:docMk/>
            <pc:sldMk cId="3720306281" sldId="471"/>
            <ac:spMk id="66" creationId="{8BFB47C7-8695-4606-956A-521831EA9E62}"/>
          </ac:spMkLst>
        </pc:spChg>
        <pc:spChg chg="add mod">
          <ac:chgData name="Sergio Orduz" userId="8abeac2284c2b189" providerId="LiveId" clId="{C0A4E53E-B0F1-4154-8865-4A9C08F7AF87}" dt="2018-07-05T23:06:02.964" v="410" actId="571"/>
          <ac:spMkLst>
            <pc:docMk/>
            <pc:sldMk cId="3720306281" sldId="471"/>
            <ac:spMk id="67" creationId="{3FCD10A9-611E-4416-8594-CD008A4216B8}"/>
          </ac:spMkLst>
        </pc:spChg>
        <pc:spChg chg="add mod">
          <ac:chgData name="Sergio Orduz" userId="8abeac2284c2b189" providerId="LiveId" clId="{C0A4E53E-B0F1-4154-8865-4A9C08F7AF87}" dt="2018-07-05T23:11:33.947" v="656" actId="20577"/>
          <ac:spMkLst>
            <pc:docMk/>
            <pc:sldMk cId="3720306281" sldId="471"/>
            <ac:spMk id="71" creationId="{93E4ADE3-28F3-4D9D-9E54-754F5CEC14B4}"/>
          </ac:spMkLst>
        </pc:spChg>
        <pc:spChg chg="add del mod">
          <ac:chgData name="Sergio Orduz" userId="8abeac2284c2b189" providerId="LiveId" clId="{C0A4E53E-B0F1-4154-8865-4A9C08F7AF87}" dt="2018-07-05T23:11:38.227" v="657" actId="478"/>
          <ac:spMkLst>
            <pc:docMk/>
            <pc:sldMk cId="3720306281" sldId="471"/>
            <ac:spMk id="72" creationId="{823C8C77-33AD-4F8B-A1A1-C7FB71E857D6}"/>
          </ac:spMkLst>
        </pc:spChg>
        <pc:spChg chg="add mod">
          <ac:chgData name="Sergio Orduz" userId="8abeac2284c2b189" providerId="LiveId" clId="{C0A4E53E-B0F1-4154-8865-4A9C08F7AF87}" dt="2018-07-05T23:12:09.478" v="663" actId="1076"/>
          <ac:spMkLst>
            <pc:docMk/>
            <pc:sldMk cId="3720306281" sldId="471"/>
            <ac:spMk id="73" creationId="{09E3E5EA-6AAA-477E-8DA4-CEEFD3822F8E}"/>
          </ac:spMkLst>
        </pc:spChg>
        <pc:spChg chg="add mod">
          <ac:chgData name="Sergio Orduz" userId="8abeac2284c2b189" providerId="LiveId" clId="{C0A4E53E-B0F1-4154-8865-4A9C08F7AF87}" dt="2018-07-05T23:12:21.369" v="675" actId="20577"/>
          <ac:spMkLst>
            <pc:docMk/>
            <pc:sldMk cId="3720306281" sldId="471"/>
            <ac:spMk id="77" creationId="{261BABBF-6328-4801-9424-D905D36095FB}"/>
          </ac:spMkLst>
        </pc:spChg>
        <pc:spChg chg="mod">
          <ac:chgData name="Sergio Orduz" userId="8abeac2284c2b189" providerId="LiveId" clId="{C0A4E53E-B0F1-4154-8865-4A9C08F7AF87}" dt="2018-07-05T23:01:04.671" v="327" actId="1076"/>
          <ac:spMkLst>
            <pc:docMk/>
            <pc:sldMk cId="3720306281" sldId="471"/>
            <ac:spMk id="79" creationId="{6F19DD10-A6E3-4773-8053-84864E1B2059}"/>
          </ac:spMkLst>
        </pc:spChg>
        <pc:spChg chg="mod">
          <ac:chgData name="Sergio Orduz" userId="8abeac2284c2b189" providerId="LiveId" clId="{C0A4E53E-B0F1-4154-8865-4A9C08F7AF87}" dt="2018-07-05T23:01:04.671" v="327" actId="1076"/>
          <ac:spMkLst>
            <pc:docMk/>
            <pc:sldMk cId="3720306281" sldId="471"/>
            <ac:spMk id="80" creationId="{D08AAF15-88EF-4C5F-A3ED-FB12A35BB16C}"/>
          </ac:spMkLst>
        </pc:spChg>
        <pc:spChg chg="mod">
          <ac:chgData name="Sergio Orduz" userId="8abeac2284c2b189" providerId="LiveId" clId="{C0A4E53E-B0F1-4154-8865-4A9C08F7AF87}" dt="2018-07-05T23:01:04.671" v="327" actId="1076"/>
          <ac:spMkLst>
            <pc:docMk/>
            <pc:sldMk cId="3720306281" sldId="471"/>
            <ac:spMk id="81" creationId="{363AB249-1EC9-4F44-8640-731507902CF1}"/>
          </ac:spMkLst>
        </pc:spChg>
        <pc:spChg chg="mod">
          <ac:chgData name="Sergio Orduz" userId="8abeac2284c2b189" providerId="LiveId" clId="{C0A4E53E-B0F1-4154-8865-4A9C08F7AF87}" dt="2018-07-05T23:01:04.671" v="327" actId="1076"/>
          <ac:spMkLst>
            <pc:docMk/>
            <pc:sldMk cId="3720306281" sldId="471"/>
            <ac:spMk id="82" creationId="{971223A6-6EDF-4E9B-B9CF-831F1D9A62A8}"/>
          </ac:spMkLst>
        </pc:spChg>
        <pc:spChg chg="mod">
          <ac:chgData name="Sergio Orduz" userId="8abeac2284c2b189" providerId="LiveId" clId="{C0A4E53E-B0F1-4154-8865-4A9C08F7AF87}" dt="2018-07-05T23:01:04.671" v="327" actId="1076"/>
          <ac:spMkLst>
            <pc:docMk/>
            <pc:sldMk cId="3720306281" sldId="471"/>
            <ac:spMk id="83" creationId="{B2D8DFB7-E1FD-45BD-83A0-5F261BC0CB42}"/>
          </ac:spMkLst>
        </pc:spChg>
        <pc:spChg chg="mod">
          <ac:chgData name="Sergio Orduz" userId="8abeac2284c2b189" providerId="LiveId" clId="{C0A4E53E-B0F1-4154-8865-4A9C08F7AF87}" dt="2018-07-05T23:01:04.671" v="327" actId="1076"/>
          <ac:spMkLst>
            <pc:docMk/>
            <pc:sldMk cId="3720306281" sldId="471"/>
            <ac:spMk id="84" creationId="{305DF4D4-B7CE-4A24-A7B8-0151ED4AECAE}"/>
          </ac:spMkLst>
        </pc:spChg>
        <pc:spChg chg="mod">
          <ac:chgData name="Sergio Orduz" userId="8abeac2284c2b189" providerId="LiveId" clId="{C0A4E53E-B0F1-4154-8865-4A9C08F7AF87}" dt="2018-07-05T23:01:04.671" v="327" actId="1076"/>
          <ac:spMkLst>
            <pc:docMk/>
            <pc:sldMk cId="3720306281" sldId="471"/>
            <ac:spMk id="85" creationId="{713661C3-4250-4ACF-875D-1C96E83083B2}"/>
          </ac:spMkLst>
        </pc:spChg>
        <pc:spChg chg="mod">
          <ac:chgData name="Sergio Orduz" userId="8abeac2284c2b189" providerId="LiveId" clId="{C0A4E53E-B0F1-4154-8865-4A9C08F7AF87}" dt="2018-07-05T23:01:04.671" v="327" actId="1076"/>
          <ac:spMkLst>
            <pc:docMk/>
            <pc:sldMk cId="3720306281" sldId="471"/>
            <ac:spMk id="86" creationId="{B451A972-539E-4180-BA41-4482D6D230E7}"/>
          </ac:spMkLst>
        </pc:spChg>
        <pc:spChg chg="mod">
          <ac:chgData name="Sergio Orduz" userId="8abeac2284c2b189" providerId="LiveId" clId="{C0A4E53E-B0F1-4154-8865-4A9C08F7AF87}" dt="2018-07-05T23:01:04.671" v="327" actId="1076"/>
          <ac:spMkLst>
            <pc:docMk/>
            <pc:sldMk cId="3720306281" sldId="471"/>
            <ac:spMk id="140" creationId="{3E516840-A9FD-4FBC-A906-4C1AAC293C96}"/>
          </ac:spMkLst>
        </pc:spChg>
        <pc:spChg chg="mod">
          <ac:chgData name="Sergio Orduz" userId="8abeac2284c2b189" providerId="LiveId" clId="{C0A4E53E-B0F1-4154-8865-4A9C08F7AF87}" dt="2018-07-05T23:01:04.671" v="327" actId="1076"/>
          <ac:spMkLst>
            <pc:docMk/>
            <pc:sldMk cId="3720306281" sldId="471"/>
            <ac:spMk id="141" creationId="{1712280F-6BB7-4735-9E7C-0C1AC18CE2B5}"/>
          </ac:spMkLst>
        </pc:spChg>
        <pc:spChg chg="mod">
          <ac:chgData name="Sergio Orduz" userId="8abeac2284c2b189" providerId="LiveId" clId="{C0A4E53E-B0F1-4154-8865-4A9C08F7AF87}" dt="2018-07-05T23:01:04.671" v="327" actId="1076"/>
          <ac:spMkLst>
            <pc:docMk/>
            <pc:sldMk cId="3720306281" sldId="471"/>
            <ac:spMk id="142" creationId="{0F0E99D6-63D4-4A98-9092-9528B3DE03F3}"/>
          </ac:spMkLst>
        </pc:spChg>
        <pc:spChg chg="mod">
          <ac:chgData name="Sergio Orduz" userId="8abeac2284c2b189" providerId="LiveId" clId="{C0A4E53E-B0F1-4154-8865-4A9C08F7AF87}" dt="2018-07-05T23:03:55.923" v="372" actId="1076"/>
          <ac:spMkLst>
            <pc:docMk/>
            <pc:sldMk cId="3720306281" sldId="471"/>
            <ac:spMk id="146" creationId="{BEC4374C-C4A6-4832-AC75-FFD7E6041631}"/>
          </ac:spMkLst>
        </pc:spChg>
        <pc:spChg chg="mod">
          <ac:chgData name="Sergio Orduz" userId="8abeac2284c2b189" providerId="LiveId" clId="{C0A4E53E-B0F1-4154-8865-4A9C08F7AF87}" dt="2018-07-05T23:06:09.299" v="414" actId="20577"/>
          <ac:spMkLst>
            <pc:docMk/>
            <pc:sldMk cId="3720306281" sldId="471"/>
            <ac:spMk id="147" creationId="{85DA6190-9029-477F-85D9-EEE7AC20CF8B}"/>
          </ac:spMkLst>
        </pc:spChg>
        <pc:spChg chg="mod">
          <ac:chgData name="Sergio Orduz" userId="8abeac2284c2b189" providerId="LiveId" clId="{C0A4E53E-B0F1-4154-8865-4A9C08F7AF87}" dt="2018-07-05T23:06:06.666" v="412" actId="20577"/>
          <ac:spMkLst>
            <pc:docMk/>
            <pc:sldMk cId="3720306281" sldId="471"/>
            <ac:spMk id="148" creationId="{B44D10F5-8694-40DE-BF61-091117D42C1E}"/>
          </ac:spMkLst>
        </pc:spChg>
        <pc:spChg chg="mod">
          <ac:chgData name="Sergio Orduz" userId="8abeac2284c2b189" providerId="LiveId" clId="{C0A4E53E-B0F1-4154-8865-4A9C08F7AF87}" dt="2018-07-05T23:06:12.439" v="416" actId="20577"/>
          <ac:spMkLst>
            <pc:docMk/>
            <pc:sldMk cId="3720306281" sldId="471"/>
            <ac:spMk id="149" creationId="{F5C489E6-435E-447B-AD20-615284CCD0B8}"/>
          </ac:spMkLst>
        </pc:spChg>
        <pc:spChg chg="mod">
          <ac:chgData name="Sergio Orduz" userId="8abeac2284c2b189" providerId="LiveId" clId="{C0A4E53E-B0F1-4154-8865-4A9C08F7AF87}" dt="2018-07-05T23:01:18.140" v="328" actId="1076"/>
          <ac:spMkLst>
            <pc:docMk/>
            <pc:sldMk cId="3720306281" sldId="471"/>
            <ac:spMk id="152" creationId="{527BF089-8A87-4174-AF34-215AA86AF134}"/>
          </ac:spMkLst>
        </pc:spChg>
        <pc:spChg chg="mod">
          <ac:chgData name="Sergio Orduz" userId="8abeac2284c2b189" providerId="LiveId" clId="{C0A4E53E-B0F1-4154-8865-4A9C08F7AF87}" dt="2018-07-05T23:01:18.140" v="328" actId="1076"/>
          <ac:spMkLst>
            <pc:docMk/>
            <pc:sldMk cId="3720306281" sldId="471"/>
            <ac:spMk id="153" creationId="{87B442EB-155B-4EB4-8685-5471BA342A5E}"/>
          </ac:spMkLst>
        </pc:spChg>
        <pc:spChg chg="mod">
          <ac:chgData name="Sergio Orduz" userId="8abeac2284c2b189" providerId="LiveId" clId="{C0A4E53E-B0F1-4154-8865-4A9C08F7AF87}" dt="2018-07-05T23:01:18.140" v="328" actId="1076"/>
          <ac:spMkLst>
            <pc:docMk/>
            <pc:sldMk cId="3720306281" sldId="471"/>
            <ac:spMk id="154" creationId="{106E63F0-5888-489D-A831-5AC79A803E4E}"/>
          </ac:spMkLst>
        </pc:spChg>
        <pc:spChg chg="mod">
          <ac:chgData name="Sergio Orduz" userId="8abeac2284c2b189" providerId="LiveId" clId="{C0A4E53E-B0F1-4154-8865-4A9C08F7AF87}" dt="2018-07-05T23:01:18.140" v="328" actId="1076"/>
          <ac:spMkLst>
            <pc:docMk/>
            <pc:sldMk cId="3720306281" sldId="471"/>
            <ac:spMk id="156" creationId="{43E9E002-B261-4786-B20C-DC85983D9FE3}"/>
          </ac:spMkLst>
        </pc:spChg>
        <pc:spChg chg="mod">
          <ac:chgData name="Sergio Orduz" userId="8abeac2284c2b189" providerId="LiveId" clId="{C0A4E53E-B0F1-4154-8865-4A9C08F7AF87}" dt="2018-07-05T23:01:18.140" v="328" actId="1076"/>
          <ac:spMkLst>
            <pc:docMk/>
            <pc:sldMk cId="3720306281" sldId="471"/>
            <ac:spMk id="157" creationId="{02AB557E-9967-42A1-A896-28F9F2626A06}"/>
          </ac:spMkLst>
        </pc:spChg>
        <pc:spChg chg="mod">
          <ac:chgData name="Sergio Orduz" userId="8abeac2284c2b189" providerId="LiveId" clId="{C0A4E53E-B0F1-4154-8865-4A9C08F7AF87}" dt="2018-07-05T23:01:18.140" v="328" actId="1076"/>
          <ac:spMkLst>
            <pc:docMk/>
            <pc:sldMk cId="3720306281" sldId="471"/>
            <ac:spMk id="158" creationId="{CBF74080-A4A0-4D78-B52C-8D8BBF0B59E0}"/>
          </ac:spMkLst>
        </pc:spChg>
        <pc:spChg chg="mod">
          <ac:chgData name="Sergio Orduz" userId="8abeac2284c2b189" providerId="LiveId" clId="{C0A4E53E-B0F1-4154-8865-4A9C08F7AF87}" dt="2018-07-05T23:02:55.603" v="360" actId="1076"/>
          <ac:spMkLst>
            <pc:docMk/>
            <pc:sldMk cId="3720306281" sldId="471"/>
            <ac:spMk id="180" creationId="{517D6DF4-14F9-4F44-B1BE-477A11B4064C}"/>
          </ac:spMkLst>
        </pc:spChg>
        <pc:spChg chg="mod">
          <ac:chgData name="Sergio Orduz" userId="8abeac2284c2b189" providerId="LiveId" clId="{C0A4E53E-B0F1-4154-8865-4A9C08F7AF87}" dt="2018-07-05T23:03:07.446" v="362" actId="1076"/>
          <ac:spMkLst>
            <pc:docMk/>
            <pc:sldMk cId="3720306281" sldId="471"/>
            <ac:spMk id="182" creationId="{0EA6D7F7-67A0-4226-81DF-6BFB2345CBB5}"/>
          </ac:spMkLst>
        </pc:spChg>
        <pc:spChg chg="mod">
          <ac:chgData name="Sergio Orduz" userId="8abeac2284c2b189" providerId="LiveId" clId="{C0A4E53E-B0F1-4154-8865-4A9C08F7AF87}" dt="2018-07-05T23:02:51.704" v="359" actId="14100"/>
          <ac:spMkLst>
            <pc:docMk/>
            <pc:sldMk cId="3720306281" sldId="471"/>
            <ac:spMk id="183" creationId="{92158BBA-7F56-4388-A84A-ACCEA2BC68EC}"/>
          </ac:spMkLst>
        </pc:spChg>
        <pc:spChg chg="mod">
          <ac:chgData name="Sergio Orduz" userId="8abeac2284c2b189" providerId="LiveId" clId="{C0A4E53E-B0F1-4154-8865-4A9C08F7AF87}" dt="2018-07-05T23:02:59.689" v="361" actId="14100"/>
          <ac:spMkLst>
            <pc:docMk/>
            <pc:sldMk cId="3720306281" sldId="471"/>
            <ac:spMk id="184" creationId="{228A98F6-0794-4698-887A-F8B22B1C9C3A}"/>
          </ac:spMkLst>
        </pc:spChg>
        <pc:cxnChg chg="add mod">
          <ac:chgData name="Sergio Orduz" userId="8abeac2284c2b189" providerId="LiveId" clId="{C0A4E53E-B0F1-4154-8865-4A9C08F7AF87}" dt="2018-07-05T23:06:02.964" v="410" actId="571"/>
          <ac:cxnSpMkLst>
            <pc:docMk/>
            <pc:sldMk cId="3720306281" sldId="471"/>
            <ac:cxnSpMk id="68" creationId="{F847C055-B9E3-4687-A006-B9DD27D2283E}"/>
          </ac:cxnSpMkLst>
        </pc:cxnChg>
        <pc:cxnChg chg="add mod">
          <ac:chgData name="Sergio Orduz" userId="8abeac2284c2b189" providerId="LiveId" clId="{C0A4E53E-B0F1-4154-8865-4A9C08F7AF87}" dt="2018-07-05T23:06:02.964" v="410" actId="571"/>
          <ac:cxnSpMkLst>
            <pc:docMk/>
            <pc:sldMk cId="3720306281" sldId="471"/>
            <ac:cxnSpMk id="69" creationId="{05278CF5-6DA5-4786-B338-2F763A13058A}"/>
          </ac:cxnSpMkLst>
        </pc:cxnChg>
        <pc:cxnChg chg="add mod">
          <ac:chgData name="Sergio Orduz" userId="8abeac2284c2b189" providerId="LiveId" clId="{C0A4E53E-B0F1-4154-8865-4A9C08F7AF87}" dt="2018-07-05T23:12:09.478" v="663" actId="1076"/>
          <ac:cxnSpMkLst>
            <pc:docMk/>
            <pc:sldMk cId="3720306281" sldId="471"/>
            <ac:cxnSpMk id="74" creationId="{BAD08201-7CA9-4D2A-8835-B5A80CEF6CD0}"/>
          </ac:cxnSpMkLst>
        </pc:cxnChg>
        <pc:cxnChg chg="mod">
          <ac:chgData name="Sergio Orduz" userId="8abeac2284c2b189" providerId="LiveId" clId="{C0A4E53E-B0F1-4154-8865-4A9C08F7AF87}" dt="2018-07-05T23:01:04.671" v="327" actId="1076"/>
          <ac:cxnSpMkLst>
            <pc:docMk/>
            <pc:sldMk cId="3720306281" sldId="471"/>
            <ac:cxnSpMk id="87" creationId="{072D912F-E5B8-4B53-B86D-86CD48A0042E}"/>
          </ac:cxnSpMkLst>
        </pc:cxnChg>
        <pc:cxnChg chg="mod">
          <ac:chgData name="Sergio Orduz" userId="8abeac2284c2b189" providerId="LiveId" clId="{C0A4E53E-B0F1-4154-8865-4A9C08F7AF87}" dt="2018-07-05T23:01:04.671" v="327" actId="1076"/>
          <ac:cxnSpMkLst>
            <pc:docMk/>
            <pc:sldMk cId="3720306281" sldId="471"/>
            <ac:cxnSpMk id="88" creationId="{7175E179-2F6A-47B0-86CA-D267EFC7484D}"/>
          </ac:cxnSpMkLst>
        </pc:cxnChg>
        <pc:cxnChg chg="mod">
          <ac:chgData name="Sergio Orduz" userId="8abeac2284c2b189" providerId="LiveId" clId="{C0A4E53E-B0F1-4154-8865-4A9C08F7AF87}" dt="2018-07-05T23:01:04.671" v="327" actId="1076"/>
          <ac:cxnSpMkLst>
            <pc:docMk/>
            <pc:sldMk cId="3720306281" sldId="471"/>
            <ac:cxnSpMk id="89" creationId="{62CF1045-8CCF-44DD-B993-169E8F37D90F}"/>
          </ac:cxnSpMkLst>
        </pc:cxnChg>
        <pc:cxnChg chg="mod">
          <ac:chgData name="Sergio Orduz" userId="8abeac2284c2b189" providerId="LiveId" clId="{C0A4E53E-B0F1-4154-8865-4A9C08F7AF87}" dt="2018-07-05T23:01:04.671" v="327" actId="1076"/>
          <ac:cxnSpMkLst>
            <pc:docMk/>
            <pc:sldMk cId="3720306281" sldId="471"/>
            <ac:cxnSpMk id="101" creationId="{8BEA582A-72A6-47C4-A1EF-6619F73F33A9}"/>
          </ac:cxnSpMkLst>
        </pc:cxnChg>
        <pc:cxnChg chg="mod">
          <ac:chgData name="Sergio Orduz" userId="8abeac2284c2b189" providerId="LiveId" clId="{C0A4E53E-B0F1-4154-8865-4A9C08F7AF87}" dt="2018-07-05T23:01:04.671" v="327" actId="1076"/>
          <ac:cxnSpMkLst>
            <pc:docMk/>
            <pc:sldMk cId="3720306281" sldId="471"/>
            <ac:cxnSpMk id="102" creationId="{7622D7C8-9AB1-408D-BC20-503B31745A2D}"/>
          </ac:cxnSpMkLst>
        </pc:cxnChg>
        <pc:cxnChg chg="mod">
          <ac:chgData name="Sergio Orduz" userId="8abeac2284c2b189" providerId="LiveId" clId="{C0A4E53E-B0F1-4154-8865-4A9C08F7AF87}" dt="2018-07-05T23:01:04.671" v="327" actId="1076"/>
          <ac:cxnSpMkLst>
            <pc:docMk/>
            <pc:sldMk cId="3720306281" sldId="471"/>
            <ac:cxnSpMk id="103" creationId="{FF8B94F4-1E21-42DE-A130-E2E8B4B8D5C0}"/>
          </ac:cxnSpMkLst>
        </pc:cxnChg>
        <pc:cxnChg chg="mod">
          <ac:chgData name="Sergio Orduz" userId="8abeac2284c2b189" providerId="LiveId" clId="{C0A4E53E-B0F1-4154-8865-4A9C08F7AF87}" dt="2018-07-05T23:01:04.671" v="327" actId="1076"/>
          <ac:cxnSpMkLst>
            <pc:docMk/>
            <pc:sldMk cId="3720306281" sldId="471"/>
            <ac:cxnSpMk id="104" creationId="{8CD1F092-084F-4E63-AD8E-3A869C812400}"/>
          </ac:cxnSpMkLst>
        </pc:cxnChg>
        <pc:cxnChg chg="mod">
          <ac:chgData name="Sergio Orduz" userId="8abeac2284c2b189" providerId="LiveId" clId="{C0A4E53E-B0F1-4154-8865-4A9C08F7AF87}" dt="2018-07-05T23:01:04.671" v="327" actId="1076"/>
          <ac:cxnSpMkLst>
            <pc:docMk/>
            <pc:sldMk cId="3720306281" sldId="471"/>
            <ac:cxnSpMk id="143" creationId="{4E1DA319-23B4-46A8-AC86-42027D6D70FC}"/>
          </ac:cxnSpMkLst>
        </pc:cxnChg>
        <pc:cxnChg chg="mod">
          <ac:chgData name="Sergio Orduz" userId="8abeac2284c2b189" providerId="LiveId" clId="{C0A4E53E-B0F1-4154-8865-4A9C08F7AF87}" dt="2018-07-05T23:01:04.671" v="327" actId="1076"/>
          <ac:cxnSpMkLst>
            <pc:docMk/>
            <pc:sldMk cId="3720306281" sldId="471"/>
            <ac:cxnSpMk id="144" creationId="{337D2FE3-381B-4592-9C2B-4FB3F609BF93}"/>
          </ac:cxnSpMkLst>
        </pc:cxnChg>
        <pc:cxnChg chg="mod">
          <ac:chgData name="Sergio Orduz" userId="8abeac2284c2b189" providerId="LiveId" clId="{C0A4E53E-B0F1-4154-8865-4A9C08F7AF87}" dt="2018-07-05T23:01:04.671" v="327" actId="1076"/>
          <ac:cxnSpMkLst>
            <pc:docMk/>
            <pc:sldMk cId="3720306281" sldId="471"/>
            <ac:cxnSpMk id="145" creationId="{F9527658-F6E6-4B0F-9E21-083728D288FC}"/>
          </ac:cxnSpMkLst>
        </pc:cxnChg>
        <pc:cxnChg chg="mod">
          <ac:chgData name="Sergio Orduz" userId="8abeac2284c2b189" providerId="LiveId" clId="{C0A4E53E-B0F1-4154-8865-4A9C08F7AF87}" dt="2018-07-05T23:05:44.248" v="407" actId="1076"/>
          <ac:cxnSpMkLst>
            <pc:docMk/>
            <pc:sldMk cId="3720306281" sldId="471"/>
            <ac:cxnSpMk id="150" creationId="{615EA5A5-16CA-4B77-B15D-25226839EBCF}"/>
          </ac:cxnSpMkLst>
        </pc:cxnChg>
        <pc:cxnChg chg="mod">
          <ac:chgData name="Sergio Orduz" userId="8abeac2284c2b189" providerId="LiveId" clId="{C0A4E53E-B0F1-4154-8865-4A9C08F7AF87}" dt="2018-07-05T23:05:50.002" v="409" actId="14100"/>
          <ac:cxnSpMkLst>
            <pc:docMk/>
            <pc:sldMk cId="3720306281" sldId="471"/>
            <ac:cxnSpMk id="151" creationId="{62F32DD7-D7CB-4C03-A2BA-AD609E3B7712}"/>
          </ac:cxnSpMkLst>
        </pc:cxnChg>
        <pc:cxnChg chg="mod">
          <ac:chgData name="Sergio Orduz" userId="8abeac2284c2b189" providerId="LiveId" clId="{C0A4E53E-B0F1-4154-8865-4A9C08F7AF87}" dt="2018-07-05T23:01:18.140" v="328" actId="1076"/>
          <ac:cxnSpMkLst>
            <pc:docMk/>
            <pc:sldMk cId="3720306281" sldId="471"/>
            <ac:cxnSpMk id="155" creationId="{4BD9CEAF-C2F2-45CB-A4C0-B97FB1AC8394}"/>
          </ac:cxnSpMkLst>
        </pc:cxnChg>
        <pc:cxnChg chg="mod">
          <ac:chgData name="Sergio Orduz" userId="8abeac2284c2b189" providerId="LiveId" clId="{C0A4E53E-B0F1-4154-8865-4A9C08F7AF87}" dt="2018-07-05T23:01:18.140" v="328" actId="1076"/>
          <ac:cxnSpMkLst>
            <pc:docMk/>
            <pc:sldMk cId="3720306281" sldId="471"/>
            <ac:cxnSpMk id="159" creationId="{97D08BBF-5A49-4116-BA27-7816B8A550FF}"/>
          </ac:cxnSpMkLst>
        </pc:cxnChg>
        <pc:cxnChg chg="mod">
          <ac:chgData name="Sergio Orduz" userId="8abeac2284c2b189" providerId="LiveId" clId="{C0A4E53E-B0F1-4154-8865-4A9C08F7AF87}" dt="2018-07-05T23:01:18.140" v="328" actId="1076"/>
          <ac:cxnSpMkLst>
            <pc:docMk/>
            <pc:sldMk cId="3720306281" sldId="471"/>
            <ac:cxnSpMk id="160" creationId="{B8C1F986-3415-4C6E-BEC3-C46E94FC1075}"/>
          </ac:cxnSpMkLst>
        </pc:cxnChg>
        <pc:cxnChg chg="mod">
          <ac:chgData name="Sergio Orduz" userId="8abeac2284c2b189" providerId="LiveId" clId="{C0A4E53E-B0F1-4154-8865-4A9C08F7AF87}" dt="2018-07-05T23:01:18.140" v="328" actId="1076"/>
          <ac:cxnSpMkLst>
            <pc:docMk/>
            <pc:sldMk cId="3720306281" sldId="471"/>
            <ac:cxnSpMk id="161" creationId="{C7F7A840-2BE3-47C4-9533-E4280AF1606B}"/>
          </ac:cxnSpMkLst>
        </pc:cxnChg>
      </pc:sldChg>
      <pc:sldChg chg="addSp delSp modSp modAnim">
        <pc:chgData name="Sergio Orduz" userId="8abeac2284c2b189" providerId="LiveId" clId="{C0A4E53E-B0F1-4154-8865-4A9C08F7AF87}" dt="2018-07-05T23:19:58.069" v="769"/>
        <pc:sldMkLst>
          <pc:docMk/>
          <pc:sldMk cId="480059449" sldId="473"/>
        </pc:sldMkLst>
        <pc:spChg chg="mod">
          <ac:chgData name="Sergio Orduz" userId="8abeac2284c2b189" providerId="LiveId" clId="{C0A4E53E-B0F1-4154-8865-4A9C08F7AF87}" dt="2018-07-05T23:17:18.539" v="725" actId="20577"/>
          <ac:spMkLst>
            <pc:docMk/>
            <pc:sldMk cId="480059449" sldId="473"/>
            <ac:spMk id="26" creationId="{E488B477-78B7-4DCB-9E29-34F96152A93C}"/>
          </ac:spMkLst>
        </pc:spChg>
        <pc:spChg chg="add mod">
          <ac:chgData name="Sergio Orduz" userId="8abeac2284c2b189" providerId="LiveId" clId="{C0A4E53E-B0F1-4154-8865-4A9C08F7AF87}" dt="2018-07-05T23:15:46.609" v="698" actId="1076"/>
          <ac:spMkLst>
            <pc:docMk/>
            <pc:sldMk cId="480059449" sldId="473"/>
            <ac:spMk id="63" creationId="{49494B8F-D2B7-4502-986F-1FF1F9A46FE8}"/>
          </ac:spMkLst>
        </pc:spChg>
        <pc:spChg chg="add mod">
          <ac:chgData name="Sergio Orduz" userId="8abeac2284c2b189" providerId="LiveId" clId="{C0A4E53E-B0F1-4154-8865-4A9C08F7AF87}" dt="2018-07-05T23:16:56.940" v="723" actId="1076"/>
          <ac:spMkLst>
            <pc:docMk/>
            <pc:sldMk cId="480059449" sldId="473"/>
            <ac:spMk id="64" creationId="{E9FFD688-480A-4A88-A33A-CA0A82932174}"/>
          </ac:spMkLst>
        </pc:spChg>
        <pc:spChg chg="add mod">
          <ac:chgData name="Sergio Orduz" userId="8abeac2284c2b189" providerId="LiveId" clId="{C0A4E53E-B0F1-4154-8865-4A9C08F7AF87}" dt="2018-07-05T23:16:20.506" v="709" actId="571"/>
          <ac:spMkLst>
            <pc:docMk/>
            <pc:sldMk cId="480059449" sldId="473"/>
            <ac:spMk id="65" creationId="{CFEC062F-7DF2-4898-9110-8D3399D0B061}"/>
          </ac:spMkLst>
        </pc:spChg>
        <pc:spChg chg="add mod">
          <ac:chgData name="Sergio Orduz" userId="8abeac2284c2b189" providerId="LiveId" clId="{C0A4E53E-B0F1-4154-8865-4A9C08F7AF87}" dt="2018-07-05T23:16:43.928" v="719" actId="571"/>
          <ac:spMkLst>
            <pc:docMk/>
            <pc:sldMk cId="480059449" sldId="473"/>
            <ac:spMk id="66" creationId="{60A042A8-233B-4B7A-A9DD-132EA92A510D}"/>
          </ac:spMkLst>
        </pc:spChg>
        <pc:spChg chg="add del mod">
          <ac:chgData name="Sergio Orduz" userId="8abeac2284c2b189" providerId="LiveId" clId="{C0A4E53E-B0F1-4154-8865-4A9C08F7AF87}" dt="2018-07-05T23:16:47.093" v="721" actId="478"/>
          <ac:spMkLst>
            <pc:docMk/>
            <pc:sldMk cId="480059449" sldId="473"/>
            <ac:spMk id="67" creationId="{42340320-D841-48B1-A599-E3666209B71A}"/>
          </ac:spMkLst>
        </pc:spChg>
        <pc:spChg chg="add mod">
          <ac:chgData name="Sergio Orduz" userId="8abeac2284c2b189" providerId="LiveId" clId="{C0A4E53E-B0F1-4154-8865-4A9C08F7AF87}" dt="2018-07-05T23:16:51.510" v="722" actId="571"/>
          <ac:spMkLst>
            <pc:docMk/>
            <pc:sldMk cId="480059449" sldId="473"/>
            <ac:spMk id="68" creationId="{69962B64-F3CE-4C72-8C5C-A8F2793B21FC}"/>
          </ac:spMkLst>
        </pc:spChg>
        <pc:spChg chg="add mod">
          <ac:chgData name="Sergio Orduz" userId="8abeac2284c2b189" providerId="LiveId" clId="{C0A4E53E-B0F1-4154-8865-4A9C08F7AF87}" dt="2018-07-05T23:17:04.768" v="724" actId="571"/>
          <ac:spMkLst>
            <pc:docMk/>
            <pc:sldMk cId="480059449" sldId="473"/>
            <ac:spMk id="69" creationId="{CCA355E1-907C-4A82-ABB3-056583627C8D}"/>
          </ac:spMkLst>
        </pc:spChg>
        <pc:spChg chg="mod">
          <ac:chgData name="Sergio Orduz" userId="8abeac2284c2b189" providerId="LiveId" clId="{C0A4E53E-B0F1-4154-8865-4A9C08F7AF87}" dt="2018-07-05T23:18:22.836" v="734" actId="20577"/>
          <ac:spMkLst>
            <pc:docMk/>
            <pc:sldMk cId="480059449" sldId="473"/>
            <ac:spMk id="79" creationId="{52DD8444-510A-41F2-A4D3-A2B03422CB35}"/>
          </ac:spMkLst>
        </pc:spChg>
        <pc:spChg chg="mod">
          <ac:chgData name="Sergio Orduz" userId="8abeac2284c2b189" providerId="LiveId" clId="{C0A4E53E-B0F1-4154-8865-4A9C08F7AF87}" dt="2018-07-05T23:15:04.734" v="689" actId="1038"/>
          <ac:spMkLst>
            <pc:docMk/>
            <pc:sldMk cId="480059449" sldId="473"/>
            <ac:spMk id="80" creationId="{48FD946A-A3BD-4C1F-8585-9F01CC01781F}"/>
          </ac:spMkLst>
        </pc:spChg>
        <pc:spChg chg="mod">
          <ac:chgData name="Sergio Orduz" userId="8abeac2284c2b189" providerId="LiveId" clId="{C0A4E53E-B0F1-4154-8865-4A9C08F7AF87}" dt="2018-07-05T23:15:04.734" v="689" actId="1038"/>
          <ac:spMkLst>
            <pc:docMk/>
            <pc:sldMk cId="480059449" sldId="473"/>
            <ac:spMk id="81" creationId="{1D5A66ED-A222-4463-B4C5-A70982526623}"/>
          </ac:spMkLst>
        </pc:spChg>
        <pc:spChg chg="mod">
          <ac:chgData name="Sergio Orduz" userId="8abeac2284c2b189" providerId="LiveId" clId="{C0A4E53E-B0F1-4154-8865-4A9C08F7AF87}" dt="2018-07-05T23:18:26.734" v="736" actId="20577"/>
          <ac:spMkLst>
            <pc:docMk/>
            <pc:sldMk cId="480059449" sldId="473"/>
            <ac:spMk id="82" creationId="{052CE7F4-D781-4D04-B8F1-D2F8E99B4682}"/>
          </ac:spMkLst>
        </pc:spChg>
        <pc:spChg chg="mod">
          <ac:chgData name="Sergio Orduz" userId="8abeac2284c2b189" providerId="LiveId" clId="{C0A4E53E-B0F1-4154-8865-4A9C08F7AF87}" dt="2018-07-05T23:15:04.734" v="689" actId="1038"/>
          <ac:spMkLst>
            <pc:docMk/>
            <pc:sldMk cId="480059449" sldId="473"/>
            <ac:spMk id="83" creationId="{5ACED673-9314-4F14-84E7-4707AABFB6DB}"/>
          </ac:spMkLst>
        </pc:spChg>
        <pc:spChg chg="mod">
          <ac:chgData name="Sergio Orduz" userId="8abeac2284c2b189" providerId="LiveId" clId="{C0A4E53E-B0F1-4154-8865-4A9C08F7AF87}" dt="2018-07-05T23:18:30.977" v="738" actId="20577"/>
          <ac:spMkLst>
            <pc:docMk/>
            <pc:sldMk cId="480059449" sldId="473"/>
            <ac:spMk id="84" creationId="{88C1E7BA-67D6-48C7-BAB5-E655AF624537}"/>
          </ac:spMkLst>
        </pc:spChg>
        <pc:spChg chg="mod">
          <ac:chgData name="Sergio Orduz" userId="8abeac2284c2b189" providerId="LiveId" clId="{C0A4E53E-B0F1-4154-8865-4A9C08F7AF87}" dt="2018-07-05T23:18:39.528" v="742" actId="20577"/>
          <ac:spMkLst>
            <pc:docMk/>
            <pc:sldMk cId="480059449" sldId="473"/>
            <ac:spMk id="104" creationId="{89BAE869-4C75-448E-90C2-F99BD5B205C7}"/>
          </ac:spMkLst>
        </pc:spChg>
        <pc:spChg chg="mod">
          <ac:chgData name="Sergio Orduz" userId="8abeac2284c2b189" providerId="LiveId" clId="{C0A4E53E-B0F1-4154-8865-4A9C08F7AF87}" dt="2018-07-05T23:18:36.003" v="740" actId="20577"/>
          <ac:spMkLst>
            <pc:docMk/>
            <pc:sldMk cId="480059449" sldId="473"/>
            <ac:spMk id="105" creationId="{812A6F9A-6A91-413E-B3C6-190F6D437D7E}"/>
          </ac:spMkLst>
        </pc:spChg>
        <pc:spChg chg="mod">
          <ac:chgData name="Sergio Orduz" userId="8abeac2284c2b189" providerId="LiveId" clId="{C0A4E53E-B0F1-4154-8865-4A9C08F7AF87}" dt="2018-07-05T23:18:43.335" v="744" actId="20577"/>
          <ac:spMkLst>
            <pc:docMk/>
            <pc:sldMk cId="480059449" sldId="473"/>
            <ac:spMk id="106" creationId="{DF7DA03D-A14F-4093-B7D2-B59ACDD3F659}"/>
          </ac:spMkLst>
        </pc:spChg>
        <pc:spChg chg="mod">
          <ac:chgData name="Sergio Orduz" userId="8abeac2284c2b189" providerId="LiveId" clId="{C0A4E53E-B0F1-4154-8865-4A9C08F7AF87}" dt="2018-07-05T23:18:47.822" v="746" actId="20577"/>
          <ac:spMkLst>
            <pc:docMk/>
            <pc:sldMk cId="480059449" sldId="473"/>
            <ac:spMk id="120" creationId="{275727B8-7C36-4037-AA26-B0E0F6ED169D}"/>
          </ac:spMkLst>
        </pc:spChg>
        <pc:spChg chg="mod">
          <ac:chgData name="Sergio Orduz" userId="8abeac2284c2b189" providerId="LiveId" clId="{C0A4E53E-B0F1-4154-8865-4A9C08F7AF87}" dt="2018-07-05T23:18:56.702" v="752" actId="20577"/>
          <ac:spMkLst>
            <pc:docMk/>
            <pc:sldMk cId="480059449" sldId="473"/>
            <ac:spMk id="141" creationId="{897F32FD-6839-4ED9-B709-D145B9680DB2}"/>
          </ac:spMkLst>
        </pc:spChg>
        <pc:spChg chg="mod">
          <ac:chgData name="Sergio Orduz" userId="8abeac2284c2b189" providerId="LiveId" clId="{C0A4E53E-B0F1-4154-8865-4A9C08F7AF87}" dt="2018-07-05T23:18:50.391" v="748" actId="20577"/>
          <ac:spMkLst>
            <pc:docMk/>
            <pc:sldMk cId="480059449" sldId="473"/>
            <ac:spMk id="142" creationId="{928001C7-BCA2-48FF-B443-A05652E2C726}"/>
          </ac:spMkLst>
        </pc:spChg>
        <pc:spChg chg="mod">
          <ac:chgData name="Sergio Orduz" userId="8abeac2284c2b189" providerId="LiveId" clId="{C0A4E53E-B0F1-4154-8865-4A9C08F7AF87}" dt="2018-07-05T23:18:59.576" v="754" actId="20577"/>
          <ac:spMkLst>
            <pc:docMk/>
            <pc:sldMk cId="480059449" sldId="473"/>
            <ac:spMk id="146" creationId="{3B2E323C-D8D8-45D7-A506-0508CEEB16D6}"/>
          </ac:spMkLst>
        </pc:spChg>
        <pc:spChg chg="mod">
          <ac:chgData name="Sergio Orduz" userId="8abeac2284c2b189" providerId="LiveId" clId="{C0A4E53E-B0F1-4154-8865-4A9C08F7AF87}" dt="2018-07-05T23:18:53.697" v="750" actId="20577"/>
          <ac:spMkLst>
            <pc:docMk/>
            <pc:sldMk cId="480059449" sldId="473"/>
            <ac:spMk id="147" creationId="{9691AFC1-632D-4440-A089-94FBA71A217A}"/>
          </ac:spMkLst>
        </pc:spChg>
        <pc:spChg chg="mod">
          <ac:chgData name="Sergio Orduz" userId="8abeac2284c2b189" providerId="LiveId" clId="{C0A4E53E-B0F1-4154-8865-4A9C08F7AF87}" dt="2018-07-05T23:19:03.115" v="756" actId="20577"/>
          <ac:spMkLst>
            <pc:docMk/>
            <pc:sldMk cId="480059449" sldId="473"/>
            <ac:spMk id="148" creationId="{7C160873-32CE-457C-8E12-BB071901A98E}"/>
          </ac:spMkLst>
        </pc:spChg>
        <pc:spChg chg="mod">
          <ac:chgData name="Sergio Orduz" userId="8abeac2284c2b189" providerId="LiveId" clId="{C0A4E53E-B0F1-4154-8865-4A9C08F7AF87}" dt="2018-07-05T23:19:19.797" v="764" actId="20577"/>
          <ac:spMkLst>
            <pc:docMk/>
            <pc:sldMk cId="480059449" sldId="473"/>
            <ac:spMk id="176" creationId="{92D5080C-E608-4755-BDB6-28373DB25CF8}"/>
          </ac:spMkLst>
        </pc:spChg>
        <pc:spChg chg="mod">
          <ac:chgData name="Sergio Orduz" userId="8abeac2284c2b189" providerId="LiveId" clId="{C0A4E53E-B0F1-4154-8865-4A9C08F7AF87}" dt="2018-07-05T23:19:08.406" v="758" actId="20577"/>
          <ac:spMkLst>
            <pc:docMk/>
            <pc:sldMk cId="480059449" sldId="473"/>
            <ac:spMk id="177" creationId="{51DECEA7-E6D4-4B1B-A099-20554E0E9174}"/>
          </ac:spMkLst>
        </pc:spChg>
        <pc:spChg chg="mod">
          <ac:chgData name="Sergio Orduz" userId="8abeac2284c2b189" providerId="LiveId" clId="{C0A4E53E-B0F1-4154-8865-4A9C08F7AF87}" dt="2018-07-05T23:19:14.858" v="760" actId="20577"/>
          <ac:spMkLst>
            <pc:docMk/>
            <pc:sldMk cId="480059449" sldId="473"/>
            <ac:spMk id="181" creationId="{79D105CE-A840-413F-9781-3A5E16A53D47}"/>
          </ac:spMkLst>
        </pc:spChg>
        <pc:spChg chg="mod">
          <ac:chgData name="Sergio Orduz" userId="8abeac2284c2b189" providerId="LiveId" clId="{C0A4E53E-B0F1-4154-8865-4A9C08F7AF87}" dt="2018-07-05T23:19:27.266" v="766" actId="20577"/>
          <ac:spMkLst>
            <pc:docMk/>
            <pc:sldMk cId="480059449" sldId="473"/>
            <ac:spMk id="208" creationId="{BAE2D4EB-1E7D-43D3-B0CC-82979FAB5CA8}"/>
          </ac:spMkLst>
        </pc:spChg>
        <pc:cxnChg chg="mod">
          <ac:chgData name="Sergio Orduz" userId="8abeac2284c2b189" providerId="LiveId" clId="{C0A4E53E-B0F1-4154-8865-4A9C08F7AF87}" dt="2018-07-05T23:15:04.734" v="689" actId="1038"/>
          <ac:cxnSpMkLst>
            <pc:docMk/>
            <pc:sldMk cId="480059449" sldId="473"/>
            <ac:cxnSpMk id="87" creationId="{970A9819-0B33-4597-AA35-3893297C3E11}"/>
          </ac:cxnSpMkLst>
        </pc:cxnChg>
        <pc:cxnChg chg="mod">
          <ac:chgData name="Sergio Orduz" userId="8abeac2284c2b189" providerId="LiveId" clId="{C0A4E53E-B0F1-4154-8865-4A9C08F7AF87}" dt="2018-07-05T23:15:04.734" v="689" actId="1038"/>
          <ac:cxnSpMkLst>
            <pc:docMk/>
            <pc:sldMk cId="480059449" sldId="473"/>
            <ac:cxnSpMk id="88" creationId="{5828DD95-8715-4DA6-A6FD-2FA4925C2160}"/>
          </ac:cxnSpMkLst>
        </pc:cxnChg>
        <pc:cxnChg chg="mod">
          <ac:chgData name="Sergio Orduz" userId="8abeac2284c2b189" providerId="LiveId" clId="{C0A4E53E-B0F1-4154-8865-4A9C08F7AF87}" dt="2018-07-05T23:15:04.734" v="689" actId="1038"/>
          <ac:cxnSpMkLst>
            <pc:docMk/>
            <pc:sldMk cId="480059449" sldId="473"/>
            <ac:cxnSpMk id="89" creationId="{82F63EDA-BD37-490E-8720-285F44C7C66B}"/>
          </ac:cxnSpMkLst>
        </pc:cxnChg>
        <pc:cxnChg chg="mod">
          <ac:chgData name="Sergio Orduz" userId="8abeac2284c2b189" providerId="LiveId" clId="{C0A4E53E-B0F1-4154-8865-4A9C08F7AF87}" dt="2018-07-05T23:15:04.734" v="689" actId="1038"/>
          <ac:cxnSpMkLst>
            <pc:docMk/>
            <pc:sldMk cId="480059449" sldId="473"/>
            <ac:cxnSpMk id="101" creationId="{FA676BE5-AFE9-44AA-B1AA-CCC8C3813B53}"/>
          </ac:cxnSpMkLst>
        </pc:cxnChg>
        <pc:cxnChg chg="mod">
          <ac:chgData name="Sergio Orduz" userId="8abeac2284c2b189" providerId="LiveId" clId="{C0A4E53E-B0F1-4154-8865-4A9C08F7AF87}" dt="2018-07-05T23:15:04.734" v="689" actId="1038"/>
          <ac:cxnSpMkLst>
            <pc:docMk/>
            <pc:sldMk cId="480059449" sldId="473"/>
            <ac:cxnSpMk id="103" creationId="{3E9949E1-8C04-4D70-AE92-7A107EDEA590}"/>
          </ac:cxnSpMkLst>
        </pc:cxnChg>
        <pc:cxnChg chg="mod">
          <ac:chgData name="Sergio Orduz" userId="8abeac2284c2b189" providerId="LiveId" clId="{C0A4E53E-B0F1-4154-8865-4A9C08F7AF87}" dt="2018-07-05T23:15:04.734" v="689" actId="1038"/>
          <ac:cxnSpMkLst>
            <pc:docMk/>
            <pc:sldMk cId="480059449" sldId="473"/>
            <ac:cxnSpMk id="107" creationId="{259E0614-CF61-4028-A58A-DC66A448F533}"/>
          </ac:cxnSpMkLst>
        </pc:cxnChg>
        <pc:cxnChg chg="mod">
          <ac:chgData name="Sergio Orduz" userId="8abeac2284c2b189" providerId="LiveId" clId="{C0A4E53E-B0F1-4154-8865-4A9C08F7AF87}" dt="2018-07-05T23:15:04.734" v="689" actId="1038"/>
          <ac:cxnSpMkLst>
            <pc:docMk/>
            <pc:sldMk cId="480059449" sldId="473"/>
            <ac:cxnSpMk id="108" creationId="{25847F83-F92E-446F-9F6C-BA29D0A8A6CA}"/>
          </ac:cxnSpMkLst>
        </pc:cxnChg>
        <pc:cxnChg chg="mod">
          <ac:chgData name="Sergio Orduz" userId="8abeac2284c2b189" providerId="LiveId" clId="{C0A4E53E-B0F1-4154-8865-4A9C08F7AF87}" dt="2018-07-05T23:15:04.734" v="689" actId="1038"/>
          <ac:cxnSpMkLst>
            <pc:docMk/>
            <pc:sldMk cId="480059449" sldId="473"/>
            <ac:cxnSpMk id="109" creationId="{B33EA12C-FD26-4965-B84B-075FCD539F40}"/>
          </ac:cxnSpMkLst>
        </pc:cxnChg>
      </pc:sldChg>
      <pc:sldChg chg="modAnim">
        <pc:chgData name="Sergio Orduz" userId="8abeac2284c2b189" providerId="LiveId" clId="{C0A4E53E-B0F1-4154-8865-4A9C08F7AF87}" dt="2018-07-05T23:26:09.932" v="840"/>
        <pc:sldMkLst>
          <pc:docMk/>
          <pc:sldMk cId="2059822267" sldId="475"/>
        </pc:sldMkLst>
      </pc:sldChg>
      <pc:sldChg chg="addSp modSp modAnim">
        <pc:chgData name="Sergio Orduz" userId="8abeac2284c2b189" providerId="LiveId" clId="{C0A4E53E-B0F1-4154-8865-4A9C08F7AF87}" dt="2018-07-06T00:21:57.670" v="901" actId="14100"/>
        <pc:sldMkLst>
          <pc:docMk/>
          <pc:sldMk cId="2987412357" sldId="478"/>
        </pc:sldMkLst>
        <pc:spChg chg="mod">
          <ac:chgData name="Sergio Orduz" userId="8abeac2284c2b189" providerId="LiveId" clId="{C0A4E53E-B0F1-4154-8865-4A9C08F7AF87}" dt="2018-07-06T00:20:20.203" v="875" actId="20577"/>
          <ac:spMkLst>
            <pc:docMk/>
            <pc:sldMk cId="2987412357" sldId="478"/>
            <ac:spMk id="8" creationId="{5ACB32C6-EB70-4FAD-A9D2-6A5220162F7C}"/>
          </ac:spMkLst>
        </pc:spChg>
        <pc:spChg chg="mod">
          <ac:chgData name="Sergio Orduz" userId="8abeac2284c2b189" providerId="LiveId" clId="{C0A4E53E-B0F1-4154-8865-4A9C08F7AF87}" dt="2018-07-06T00:20:24.051" v="877" actId="20577"/>
          <ac:spMkLst>
            <pc:docMk/>
            <pc:sldMk cId="2987412357" sldId="478"/>
            <ac:spMk id="9" creationId="{FAC19687-CBEE-40F5-839C-CA841E3098DB}"/>
          </ac:spMkLst>
        </pc:spChg>
        <pc:spChg chg="mod">
          <ac:chgData name="Sergio Orduz" userId="8abeac2284c2b189" providerId="LiveId" clId="{C0A4E53E-B0F1-4154-8865-4A9C08F7AF87}" dt="2018-07-06T00:20:27.348" v="879" actId="20577"/>
          <ac:spMkLst>
            <pc:docMk/>
            <pc:sldMk cId="2987412357" sldId="478"/>
            <ac:spMk id="11" creationId="{A39CD4C1-F399-4801-BEA4-918A94E6970C}"/>
          </ac:spMkLst>
        </pc:spChg>
        <pc:spChg chg="add mod">
          <ac:chgData name="Sergio Orduz" userId="8abeac2284c2b189" providerId="LiveId" clId="{C0A4E53E-B0F1-4154-8865-4A9C08F7AF87}" dt="2018-07-06T00:19:23.398" v="856" actId="1076"/>
          <ac:spMkLst>
            <pc:docMk/>
            <pc:sldMk cId="2987412357" sldId="478"/>
            <ac:spMk id="20" creationId="{25B5CA86-5E2A-4C4B-9A0B-71BE55EADD53}"/>
          </ac:spMkLst>
        </pc:spChg>
        <pc:spChg chg="add mod">
          <ac:chgData name="Sergio Orduz" userId="8abeac2284c2b189" providerId="LiveId" clId="{C0A4E53E-B0F1-4154-8865-4A9C08F7AF87}" dt="2018-07-06T00:20:33.460" v="883" actId="20577"/>
          <ac:spMkLst>
            <pc:docMk/>
            <pc:sldMk cId="2987412357" sldId="478"/>
            <ac:spMk id="21" creationId="{0DD0A480-CA37-4BAE-8A5E-83ADB2164C24}"/>
          </ac:spMkLst>
        </pc:spChg>
        <pc:spChg chg="add mod">
          <ac:chgData name="Sergio Orduz" userId="8abeac2284c2b189" providerId="LiveId" clId="{C0A4E53E-B0F1-4154-8865-4A9C08F7AF87}" dt="2018-07-06T00:20:39.949" v="885" actId="1076"/>
          <ac:spMkLst>
            <pc:docMk/>
            <pc:sldMk cId="2987412357" sldId="478"/>
            <ac:spMk id="22" creationId="{81E8980C-441A-4FFC-8AFC-50B1250DFC95}"/>
          </ac:spMkLst>
        </pc:spChg>
        <pc:spChg chg="add mod">
          <ac:chgData name="Sergio Orduz" userId="8abeac2284c2b189" providerId="LiveId" clId="{C0A4E53E-B0F1-4154-8865-4A9C08F7AF87}" dt="2018-07-06T00:20:29.855" v="881" actId="20577"/>
          <ac:spMkLst>
            <pc:docMk/>
            <pc:sldMk cId="2987412357" sldId="478"/>
            <ac:spMk id="23" creationId="{7460F88E-8ED2-48F9-BC89-0955FAB390D3}"/>
          </ac:spMkLst>
        </pc:spChg>
        <pc:cxnChg chg="mod">
          <ac:chgData name="Sergio Orduz" userId="8abeac2284c2b189" providerId="LiveId" clId="{C0A4E53E-B0F1-4154-8865-4A9C08F7AF87}" dt="2018-07-06T00:21:57.670" v="901" actId="14100"/>
          <ac:cxnSpMkLst>
            <pc:docMk/>
            <pc:sldMk cId="2987412357" sldId="478"/>
            <ac:cxnSpMk id="18" creationId="{CE6DAE84-AA3C-45C3-8536-49B661333F2E}"/>
          </ac:cxnSpMkLst>
        </pc:cxnChg>
        <pc:cxnChg chg="add mod">
          <ac:chgData name="Sergio Orduz" userId="8abeac2284c2b189" providerId="LiveId" clId="{C0A4E53E-B0F1-4154-8865-4A9C08F7AF87}" dt="2018-07-06T00:19:50.598" v="862" actId="14100"/>
          <ac:cxnSpMkLst>
            <pc:docMk/>
            <pc:sldMk cId="2987412357" sldId="478"/>
            <ac:cxnSpMk id="24" creationId="{2C9BE4E9-AA95-4434-BBD8-A625FA1ABD10}"/>
          </ac:cxnSpMkLst>
        </pc:cxnChg>
        <pc:cxnChg chg="add mod">
          <ac:chgData name="Sergio Orduz" userId="8abeac2284c2b189" providerId="LiveId" clId="{C0A4E53E-B0F1-4154-8865-4A9C08F7AF87}" dt="2018-07-06T00:19:29.263" v="858" actId="14100"/>
          <ac:cxnSpMkLst>
            <pc:docMk/>
            <pc:sldMk cId="2987412357" sldId="478"/>
            <ac:cxnSpMk id="25" creationId="{5C1C426C-875D-4FF8-8B2D-6B958FBBC575}"/>
          </ac:cxnSpMkLst>
        </pc:cxnChg>
        <pc:cxnChg chg="add mod">
          <ac:chgData name="Sergio Orduz" userId="8abeac2284c2b189" providerId="LiveId" clId="{C0A4E53E-B0F1-4154-8865-4A9C08F7AF87}" dt="2018-07-06T00:19:57.774" v="865" actId="14100"/>
          <ac:cxnSpMkLst>
            <pc:docMk/>
            <pc:sldMk cId="2987412357" sldId="478"/>
            <ac:cxnSpMk id="30" creationId="{837EEB0E-1FD5-4CDE-B9FB-F2CFC987D7BE}"/>
          </ac:cxnSpMkLst>
        </pc:cxnChg>
        <pc:cxnChg chg="add mod">
          <ac:chgData name="Sergio Orduz" userId="8abeac2284c2b189" providerId="LiveId" clId="{C0A4E53E-B0F1-4154-8865-4A9C08F7AF87}" dt="2018-07-06T00:21:54.275" v="899" actId="571"/>
          <ac:cxnSpMkLst>
            <pc:docMk/>
            <pc:sldMk cId="2987412357" sldId="478"/>
            <ac:cxnSpMk id="37" creationId="{548498A9-F1F5-491A-B62B-7C07E8F8D5F1}"/>
          </ac:cxnSpMkLst>
        </pc:cxnChg>
      </pc:sldChg>
      <pc:sldChg chg="addSp modSp modAnim">
        <pc:chgData name="Sergio Orduz" userId="8abeac2284c2b189" providerId="LiveId" clId="{C0A4E53E-B0F1-4154-8865-4A9C08F7AF87}" dt="2018-07-05T23:23:10.007" v="832" actId="20577"/>
        <pc:sldMkLst>
          <pc:docMk/>
          <pc:sldMk cId="4076142501" sldId="479"/>
        </pc:sldMkLst>
        <pc:spChg chg="mod">
          <ac:chgData name="Sergio Orduz" userId="8abeac2284c2b189" providerId="LiveId" clId="{C0A4E53E-B0F1-4154-8865-4A9C08F7AF87}" dt="2018-07-05T23:22:17.388" v="804" actId="1076"/>
          <ac:spMkLst>
            <pc:docMk/>
            <pc:sldMk cId="4076142501" sldId="479"/>
            <ac:spMk id="26" creationId="{E488B477-78B7-4DCB-9E29-34F96152A93C}"/>
          </ac:spMkLst>
        </pc:spChg>
        <pc:spChg chg="add mod">
          <ac:chgData name="Sergio Orduz" userId="8abeac2284c2b189" providerId="LiveId" clId="{C0A4E53E-B0F1-4154-8865-4A9C08F7AF87}" dt="2018-07-05T23:22:15.073" v="803" actId="571"/>
          <ac:spMkLst>
            <pc:docMk/>
            <pc:sldMk cId="4076142501" sldId="479"/>
            <ac:spMk id="40" creationId="{CE77832B-35C5-4C66-A1D9-6F3C8BAB2F8B}"/>
          </ac:spMkLst>
        </pc:spChg>
        <pc:spChg chg="mod">
          <ac:chgData name="Sergio Orduz" userId="8abeac2284c2b189" providerId="LiveId" clId="{C0A4E53E-B0F1-4154-8865-4A9C08F7AF87}" dt="2018-07-05T23:22:03.962" v="801" actId="1076"/>
          <ac:spMkLst>
            <pc:docMk/>
            <pc:sldMk cId="4076142501" sldId="479"/>
            <ac:spMk id="41" creationId="{24692A37-9148-4547-9C5E-78BA59F4BAD0}"/>
          </ac:spMkLst>
        </pc:spChg>
        <pc:spChg chg="add mod">
          <ac:chgData name="Sergio Orduz" userId="8abeac2284c2b189" providerId="LiveId" clId="{C0A4E53E-B0F1-4154-8865-4A9C08F7AF87}" dt="2018-07-05T23:22:15.073" v="803" actId="571"/>
          <ac:spMkLst>
            <pc:docMk/>
            <pc:sldMk cId="4076142501" sldId="479"/>
            <ac:spMk id="42" creationId="{8E4A4850-8C79-4CBB-9BB4-A83F07F9A564}"/>
          </ac:spMkLst>
        </pc:spChg>
        <pc:spChg chg="mod">
          <ac:chgData name="Sergio Orduz" userId="8abeac2284c2b189" providerId="LiveId" clId="{C0A4E53E-B0F1-4154-8865-4A9C08F7AF87}" dt="2018-07-05T23:22:03.962" v="801" actId="1076"/>
          <ac:spMkLst>
            <pc:docMk/>
            <pc:sldMk cId="4076142501" sldId="479"/>
            <ac:spMk id="43" creationId="{C2FD0DCB-0BF3-4982-98F2-D8F86AACBC88}"/>
          </ac:spMkLst>
        </pc:spChg>
        <pc:spChg chg="add mod">
          <ac:chgData name="Sergio Orduz" userId="8abeac2284c2b189" providerId="LiveId" clId="{C0A4E53E-B0F1-4154-8865-4A9C08F7AF87}" dt="2018-07-05T23:22:15.073" v="803" actId="571"/>
          <ac:spMkLst>
            <pc:docMk/>
            <pc:sldMk cId="4076142501" sldId="479"/>
            <ac:spMk id="44" creationId="{9CCD90C9-37D6-40E7-B8F2-7A115F43FA56}"/>
          </ac:spMkLst>
        </pc:spChg>
        <pc:spChg chg="add mod">
          <ac:chgData name="Sergio Orduz" userId="8abeac2284c2b189" providerId="LiveId" clId="{C0A4E53E-B0F1-4154-8865-4A9C08F7AF87}" dt="2018-07-05T23:22:31.711" v="806" actId="1076"/>
          <ac:spMkLst>
            <pc:docMk/>
            <pc:sldMk cId="4076142501" sldId="479"/>
            <ac:spMk id="45" creationId="{13F1CCBB-8527-406F-B864-D529B590CB4B}"/>
          </ac:spMkLst>
        </pc:spChg>
        <pc:spChg chg="mod">
          <ac:chgData name="Sergio Orduz" userId="8abeac2284c2b189" providerId="LiveId" clId="{C0A4E53E-B0F1-4154-8865-4A9C08F7AF87}" dt="2018-07-05T23:20:52.875" v="794" actId="20577"/>
          <ac:spMkLst>
            <pc:docMk/>
            <pc:sldMk cId="4076142501" sldId="479"/>
            <ac:spMk id="46" creationId="{A8EAF152-86B3-4E9C-8697-84679AE64CD4}"/>
          </ac:spMkLst>
        </pc:spChg>
        <pc:spChg chg="add mod">
          <ac:chgData name="Sergio Orduz" userId="8abeac2284c2b189" providerId="LiveId" clId="{C0A4E53E-B0F1-4154-8865-4A9C08F7AF87}" dt="2018-07-05T23:23:02.493" v="828" actId="20577"/>
          <ac:spMkLst>
            <pc:docMk/>
            <pc:sldMk cId="4076142501" sldId="479"/>
            <ac:spMk id="50" creationId="{E1D54A09-1AD4-4537-BD46-DF80E69C124B}"/>
          </ac:spMkLst>
        </pc:spChg>
        <pc:spChg chg="add mod">
          <ac:chgData name="Sergio Orduz" userId="8abeac2284c2b189" providerId="LiveId" clId="{C0A4E53E-B0F1-4154-8865-4A9C08F7AF87}" dt="2018-07-05T23:22:51.964" v="822" actId="1076"/>
          <ac:spMkLst>
            <pc:docMk/>
            <pc:sldMk cId="4076142501" sldId="479"/>
            <ac:spMk id="53" creationId="{437DFD58-5778-41F6-9170-3040075439E7}"/>
          </ac:spMkLst>
        </pc:spChg>
        <pc:spChg chg="add mod">
          <ac:chgData name="Sergio Orduz" userId="8abeac2284c2b189" providerId="LiveId" clId="{C0A4E53E-B0F1-4154-8865-4A9C08F7AF87}" dt="2018-07-05T23:23:07.065" v="830" actId="20577"/>
          <ac:spMkLst>
            <pc:docMk/>
            <pc:sldMk cId="4076142501" sldId="479"/>
            <ac:spMk id="64" creationId="{6D3F8EDB-68CF-434C-9677-18E4B68A007B}"/>
          </ac:spMkLst>
        </pc:spChg>
        <pc:spChg chg="add mod">
          <ac:chgData name="Sergio Orduz" userId="8abeac2284c2b189" providerId="LiveId" clId="{C0A4E53E-B0F1-4154-8865-4A9C08F7AF87}" dt="2018-07-05T23:22:57.873" v="826" actId="20577"/>
          <ac:spMkLst>
            <pc:docMk/>
            <pc:sldMk cId="4076142501" sldId="479"/>
            <ac:spMk id="65" creationId="{8FAD5AC3-23A6-4B14-B38F-14100BFF6C9C}"/>
          </ac:spMkLst>
        </pc:spChg>
        <pc:spChg chg="add mod">
          <ac:chgData name="Sergio Orduz" userId="8abeac2284c2b189" providerId="LiveId" clId="{C0A4E53E-B0F1-4154-8865-4A9C08F7AF87}" dt="2018-07-05T23:23:10.007" v="832" actId="20577"/>
          <ac:spMkLst>
            <pc:docMk/>
            <pc:sldMk cId="4076142501" sldId="479"/>
            <ac:spMk id="66" creationId="{054636A6-456A-4725-B31B-96A667136A40}"/>
          </ac:spMkLst>
        </pc:spChg>
        <pc:spChg chg="mod">
          <ac:chgData name="Sergio Orduz" userId="8abeac2284c2b189" providerId="LiveId" clId="{C0A4E53E-B0F1-4154-8865-4A9C08F7AF87}" dt="2018-07-05T23:22:03.962" v="801" actId="1076"/>
          <ac:spMkLst>
            <pc:docMk/>
            <pc:sldMk cId="4076142501" sldId="479"/>
            <ac:spMk id="152" creationId="{81EF58F3-51AE-4EA7-B211-201A0D9C8A7F}"/>
          </ac:spMkLst>
        </pc:spChg>
      </pc:sldChg>
      <pc:sldChg chg="modSp">
        <pc:chgData name="Sergio Orduz" userId="8abeac2284c2b189" providerId="LiveId" clId="{C0A4E53E-B0F1-4154-8865-4A9C08F7AF87}" dt="2018-07-05T23:27:58.341" v="854" actId="1076"/>
        <pc:sldMkLst>
          <pc:docMk/>
          <pc:sldMk cId="858241395" sldId="485"/>
        </pc:sldMkLst>
        <pc:spChg chg="mod">
          <ac:chgData name="Sergio Orduz" userId="8abeac2284c2b189" providerId="LiveId" clId="{C0A4E53E-B0F1-4154-8865-4A9C08F7AF87}" dt="2018-07-05T23:27:22.181" v="846" actId="1076"/>
          <ac:spMkLst>
            <pc:docMk/>
            <pc:sldMk cId="858241395" sldId="485"/>
            <ac:spMk id="4" creationId="{1C15B4AE-6765-4278-B35F-520470B973BF}"/>
          </ac:spMkLst>
        </pc:spChg>
        <pc:spChg chg="mod">
          <ac:chgData name="Sergio Orduz" userId="8abeac2284c2b189" providerId="LiveId" clId="{C0A4E53E-B0F1-4154-8865-4A9C08F7AF87}" dt="2018-07-05T23:27:39.188" v="850" actId="1076"/>
          <ac:spMkLst>
            <pc:docMk/>
            <pc:sldMk cId="858241395" sldId="485"/>
            <ac:spMk id="10" creationId="{2D555021-394C-4E8A-9D15-412622C2678F}"/>
          </ac:spMkLst>
        </pc:spChg>
        <pc:spChg chg="mod">
          <ac:chgData name="Sergio Orduz" userId="8abeac2284c2b189" providerId="LiveId" clId="{C0A4E53E-B0F1-4154-8865-4A9C08F7AF87}" dt="2018-07-05T23:27:58.341" v="854" actId="1076"/>
          <ac:spMkLst>
            <pc:docMk/>
            <pc:sldMk cId="858241395" sldId="485"/>
            <ac:spMk id="28" creationId="{40FB700C-9A37-4B66-B8B5-71210A72923E}"/>
          </ac:spMkLst>
        </pc:spChg>
        <pc:spChg chg="mod">
          <ac:chgData name="Sergio Orduz" userId="8abeac2284c2b189" providerId="LiveId" clId="{C0A4E53E-B0F1-4154-8865-4A9C08F7AF87}" dt="2018-07-05T23:27:50.523" v="852" actId="1076"/>
          <ac:spMkLst>
            <pc:docMk/>
            <pc:sldMk cId="858241395" sldId="485"/>
            <ac:spMk id="43" creationId="{F4C7BB97-E1FD-4B2E-879D-D2936A35E4D1}"/>
          </ac:spMkLst>
        </pc:spChg>
        <pc:spChg chg="mod">
          <ac:chgData name="Sergio Orduz" userId="8abeac2284c2b189" providerId="LiveId" clId="{C0A4E53E-B0F1-4154-8865-4A9C08F7AF87}" dt="2018-07-05T23:27:55.607" v="853" actId="1076"/>
          <ac:spMkLst>
            <pc:docMk/>
            <pc:sldMk cId="858241395" sldId="485"/>
            <ac:spMk id="47" creationId="{D296F4BD-D438-485C-8218-152C6E10A616}"/>
          </ac:spMkLst>
        </pc:spChg>
        <pc:cxnChg chg="mod">
          <ac:chgData name="Sergio Orduz" userId="8abeac2284c2b189" providerId="LiveId" clId="{C0A4E53E-B0F1-4154-8865-4A9C08F7AF87}" dt="2018-07-05T23:27:27.584" v="847" actId="14100"/>
          <ac:cxnSpMkLst>
            <pc:docMk/>
            <pc:sldMk cId="858241395" sldId="485"/>
            <ac:cxnSpMk id="7" creationId="{667C1863-5969-40C0-BCB2-DE1ED2317F0D}"/>
          </ac:cxnSpMkLst>
        </pc:cxnChg>
        <pc:cxnChg chg="mod">
          <ac:chgData name="Sergio Orduz" userId="8abeac2284c2b189" providerId="LiveId" clId="{C0A4E53E-B0F1-4154-8865-4A9C08F7AF87}" dt="2018-07-05T23:27:39.188" v="850" actId="1076"/>
          <ac:cxnSpMkLst>
            <pc:docMk/>
            <pc:sldMk cId="858241395" sldId="485"/>
            <ac:cxnSpMk id="23" creationId="{59267452-C547-4CA1-B0A8-2A182505F949}"/>
          </ac:cxnSpMkLst>
        </pc:cxnChg>
        <pc:cxnChg chg="mod">
          <ac:chgData name="Sergio Orduz" userId="8abeac2284c2b189" providerId="LiveId" clId="{C0A4E53E-B0F1-4154-8865-4A9C08F7AF87}" dt="2018-07-05T23:27:41.652" v="851" actId="14100"/>
          <ac:cxnSpMkLst>
            <pc:docMk/>
            <pc:sldMk cId="858241395" sldId="485"/>
            <ac:cxnSpMk id="100" creationId="{D0CC748D-5B8E-4B7A-B841-658FE3FCDEC1}"/>
          </ac:cxnSpMkLst>
        </pc:cxnChg>
        <pc:cxnChg chg="mod">
          <ac:chgData name="Sergio Orduz" userId="8abeac2284c2b189" providerId="LiveId" clId="{C0A4E53E-B0F1-4154-8865-4A9C08F7AF87}" dt="2018-07-05T23:27:39.188" v="850" actId="1076"/>
          <ac:cxnSpMkLst>
            <pc:docMk/>
            <pc:sldMk cId="858241395" sldId="485"/>
            <ac:cxnSpMk id="103" creationId="{ADB5F1A9-848F-43FD-B152-2F9DF90EC010}"/>
          </ac:cxnSpMkLst>
        </pc:cxnChg>
      </pc:sldChg>
      <pc:sldChg chg="addSp delSp modSp add delAnim modAnim">
        <pc:chgData name="Sergio Orduz" userId="8abeac2284c2b189" providerId="LiveId" clId="{C0A4E53E-B0F1-4154-8865-4A9C08F7AF87}" dt="2018-07-05T22:54:58.287" v="273"/>
        <pc:sldMkLst>
          <pc:docMk/>
          <pc:sldMk cId="1382907366" sldId="495"/>
        </pc:sldMkLst>
        <pc:spChg chg="mod">
          <ac:chgData name="Sergio Orduz" userId="8abeac2284c2b189" providerId="LiveId" clId="{C0A4E53E-B0F1-4154-8865-4A9C08F7AF87}" dt="2018-07-05T22:49:23.532" v="213" actId="1076"/>
          <ac:spMkLst>
            <pc:docMk/>
            <pc:sldMk cId="1382907366" sldId="495"/>
            <ac:spMk id="2" creationId="{79FD0BBF-00FF-49E0-A77D-802ECE8EF7A2}"/>
          </ac:spMkLst>
        </pc:spChg>
        <pc:spChg chg="del">
          <ac:chgData name="Sergio Orduz" userId="8abeac2284c2b189" providerId="LiveId" clId="{C0A4E53E-B0F1-4154-8865-4A9C08F7AF87}" dt="2018-07-05T22:47:03.804" v="154" actId="478"/>
          <ac:spMkLst>
            <pc:docMk/>
            <pc:sldMk cId="1382907366" sldId="495"/>
            <ac:spMk id="6" creationId="{FB40AA57-40E9-4A3E-97C6-8D8B37F276CD}"/>
          </ac:spMkLst>
        </pc:spChg>
        <pc:spChg chg="del">
          <ac:chgData name="Sergio Orduz" userId="8abeac2284c2b189" providerId="LiveId" clId="{C0A4E53E-B0F1-4154-8865-4A9C08F7AF87}" dt="2018-07-05T22:47:03.804" v="154" actId="478"/>
          <ac:spMkLst>
            <pc:docMk/>
            <pc:sldMk cId="1382907366" sldId="495"/>
            <ac:spMk id="8" creationId="{9CE38D6D-BBCF-463D-8C8E-D50BADF201F8}"/>
          </ac:spMkLst>
        </pc:spChg>
        <pc:spChg chg="del">
          <ac:chgData name="Sergio Orduz" userId="8abeac2284c2b189" providerId="LiveId" clId="{C0A4E53E-B0F1-4154-8865-4A9C08F7AF87}" dt="2018-07-05T22:47:03.804" v="154" actId="478"/>
          <ac:spMkLst>
            <pc:docMk/>
            <pc:sldMk cId="1382907366" sldId="495"/>
            <ac:spMk id="9" creationId="{C4E961A5-685A-4145-B41E-1D50FB357E38}"/>
          </ac:spMkLst>
        </pc:spChg>
        <pc:spChg chg="del">
          <ac:chgData name="Sergio Orduz" userId="8abeac2284c2b189" providerId="LiveId" clId="{C0A4E53E-B0F1-4154-8865-4A9C08F7AF87}" dt="2018-07-05T22:47:03.804" v="154" actId="478"/>
          <ac:spMkLst>
            <pc:docMk/>
            <pc:sldMk cId="1382907366" sldId="495"/>
            <ac:spMk id="19" creationId="{9AC3207E-03E3-423D-9D58-3E0E7184624A}"/>
          </ac:spMkLst>
        </pc:spChg>
        <pc:spChg chg="add del mod">
          <ac:chgData name="Sergio Orduz" userId="8abeac2284c2b189" providerId="LiveId" clId="{C0A4E53E-B0F1-4154-8865-4A9C08F7AF87}" dt="2018-07-05T22:51:04.706" v="228" actId="11529"/>
          <ac:spMkLst>
            <pc:docMk/>
            <pc:sldMk cId="1382907366" sldId="495"/>
            <ac:spMk id="23" creationId="{8F2B9772-19AD-4337-9CFF-311F092CC36A}"/>
          </ac:spMkLst>
        </pc:spChg>
        <pc:spChg chg="add mod">
          <ac:chgData name="Sergio Orduz" userId="8abeac2284c2b189" providerId="LiveId" clId="{C0A4E53E-B0F1-4154-8865-4A9C08F7AF87}" dt="2018-07-05T22:51:20.078" v="229" actId="11529"/>
          <ac:spMkLst>
            <pc:docMk/>
            <pc:sldMk cId="1382907366" sldId="495"/>
            <ac:spMk id="24" creationId="{D333C07D-22ED-430F-98A8-1D6B5CFF6053}"/>
          </ac:spMkLst>
        </pc:spChg>
        <pc:spChg chg="mod">
          <ac:chgData name="Sergio Orduz" userId="8abeac2284c2b189" providerId="LiveId" clId="{C0A4E53E-B0F1-4154-8865-4A9C08F7AF87}" dt="2018-07-05T22:52:40.270" v="246" actId="1076"/>
          <ac:spMkLst>
            <pc:docMk/>
            <pc:sldMk cId="1382907366" sldId="495"/>
            <ac:spMk id="43" creationId="{1BE983A8-1721-4584-A818-046E8DEEC8FA}"/>
          </ac:spMkLst>
        </pc:spChg>
        <pc:spChg chg="mod">
          <ac:chgData name="Sergio Orduz" userId="8abeac2284c2b189" providerId="LiveId" clId="{C0A4E53E-B0F1-4154-8865-4A9C08F7AF87}" dt="2018-07-05T22:50:28.406" v="226" actId="1076"/>
          <ac:spMkLst>
            <pc:docMk/>
            <pc:sldMk cId="1382907366" sldId="495"/>
            <ac:spMk id="44" creationId="{90F73E56-4EAA-467C-B4A4-2A24E04A2A66}"/>
          </ac:spMkLst>
        </pc:spChg>
        <pc:spChg chg="mod">
          <ac:chgData name="Sergio Orduz" userId="8abeac2284c2b189" providerId="LiveId" clId="{C0A4E53E-B0F1-4154-8865-4A9C08F7AF87}" dt="2018-07-05T22:52:22.140" v="240" actId="1076"/>
          <ac:spMkLst>
            <pc:docMk/>
            <pc:sldMk cId="1382907366" sldId="495"/>
            <ac:spMk id="45" creationId="{3F61FF36-8752-403D-A2CF-B4048A1D96B4}"/>
          </ac:spMkLst>
        </pc:spChg>
        <pc:spChg chg="mod">
          <ac:chgData name="Sergio Orduz" userId="8abeac2284c2b189" providerId="LiveId" clId="{C0A4E53E-B0F1-4154-8865-4A9C08F7AF87}" dt="2018-07-05T22:48:36.651" v="198" actId="1076"/>
          <ac:spMkLst>
            <pc:docMk/>
            <pc:sldMk cId="1382907366" sldId="495"/>
            <ac:spMk id="49" creationId="{1587498B-A535-415E-AF6A-D1E851C923EB}"/>
          </ac:spMkLst>
        </pc:spChg>
        <pc:spChg chg="mod">
          <ac:chgData name="Sergio Orduz" userId="8abeac2284c2b189" providerId="LiveId" clId="{C0A4E53E-B0F1-4154-8865-4A9C08F7AF87}" dt="2018-07-05T22:48:41.018" v="199" actId="1076"/>
          <ac:spMkLst>
            <pc:docMk/>
            <pc:sldMk cId="1382907366" sldId="495"/>
            <ac:spMk id="50" creationId="{665CCF19-B46B-4DC0-8799-8BE97DD036EA}"/>
          </ac:spMkLst>
        </pc:spChg>
        <pc:spChg chg="mod">
          <ac:chgData name="Sergio Orduz" userId="8abeac2284c2b189" providerId="LiveId" clId="{C0A4E53E-B0F1-4154-8865-4A9C08F7AF87}" dt="2018-07-05T22:48:31.715" v="197" actId="1076"/>
          <ac:spMkLst>
            <pc:docMk/>
            <pc:sldMk cId="1382907366" sldId="495"/>
            <ac:spMk id="51" creationId="{00966DBA-DC6E-4DBD-B246-4008052D4DF0}"/>
          </ac:spMkLst>
        </pc:spChg>
        <pc:spChg chg="mod">
          <ac:chgData name="Sergio Orduz" userId="8abeac2284c2b189" providerId="LiveId" clId="{C0A4E53E-B0F1-4154-8865-4A9C08F7AF87}" dt="2018-07-05T22:48:44.974" v="200" actId="1076"/>
          <ac:spMkLst>
            <pc:docMk/>
            <pc:sldMk cId="1382907366" sldId="495"/>
            <ac:spMk id="52" creationId="{8E583793-D2A4-4A73-9B55-09A21F666678}"/>
          </ac:spMkLst>
        </pc:spChg>
        <pc:spChg chg="del mod">
          <ac:chgData name="Sergio Orduz" userId="8abeac2284c2b189" providerId="LiveId" clId="{C0A4E53E-B0F1-4154-8865-4A9C08F7AF87}" dt="2018-07-05T22:49:05.455" v="209" actId="478"/>
          <ac:spMkLst>
            <pc:docMk/>
            <pc:sldMk cId="1382907366" sldId="495"/>
            <ac:spMk id="58" creationId="{4E6161A2-94D3-405F-BF80-D539E42254DD}"/>
          </ac:spMkLst>
        </pc:spChg>
        <pc:spChg chg="mod">
          <ac:chgData name="Sergio Orduz" userId="8abeac2284c2b189" providerId="LiveId" clId="{C0A4E53E-B0F1-4154-8865-4A9C08F7AF87}" dt="2018-07-05T22:51:57.877" v="236" actId="1076"/>
          <ac:spMkLst>
            <pc:docMk/>
            <pc:sldMk cId="1382907366" sldId="495"/>
            <ac:spMk id="59" creationId="{0B2D1FCC-86FE-4B84-A2D8-B676508A0721}"/>
          </ac:spMkLst>
        </pc:spChg>
        <pc:spChg chg="del">
          <ac:chgData name="Sergio Orduz" userId="8abeac2284c2b189" providerId="LiveId" clId="{C0A4E53E-B0F1-4154-8865-4A9C08F7AF87}" dt="2018-07-05T22:47:03.804" v="154" actId="478"/>
          <ac:spMkLst>
            <pc:docMk/>
            <pc:sldMk cId="1382907366" sldId="495"/>
            <ac:spMk id="60" creationId="{818E330F-FB09-454B-A4D0-F5E98DBB6A36}"/>
          </ac:spMkLst>
        </pc:spChg>
        <pc:spChg chg="del">
          <ac:chgData name="Sergio Orduz" userId="8abeac2284c2b189" providerId="LiveId" clId="{C0A4E53E-B0F1-4154-8865-4A9C08F7AF87}" dt="2018-07-05T22:47:24.928" v="157" actId="478"/>
          <ac:spMkLst>
            <pc:docMk/>
            <pc:sldMk cId="1382907366" sldId="495"/>
            <ac:spMk id="61" creationId="{AA5D27A5-F248-4B79-8210-CCC5D2803442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62" creationId="{49508A33-CB82-46E2-B5A5-2A62CE34D72A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63" creationId="{7FAF6234-1544-42EF-815C-2442867EB357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64" creationId="{90A5F956-4276-465A-A57F-4DAE292ED851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65" creationId="{A5D27532-C032-4CE7-AEA5-A9B6B1BBAC68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66" creationId="{BFC828C6-85C4-4FA4-A889-4BC55F26C41E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67" creationId="{5C8005F6-B2A6-4E33-8A23-0578DF285CA3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68" creationId="{6FFF2A3A-4F12-41C7-BA48-C460493D22C9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69" creationId="{E834B69E-261A-4A7E-A366-954D2FDBD7F0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70" creationId="{3EE127B2-E94F-469D-ACF1-B449837AD383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71" creationId="{09643329-BB1F-4737-93EF-E1F806697FEB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72" creationId="{1AA7775A-6754-454A-B3C1-506302D79897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73" creationId="{E5447306-6AF7-4A0C-9EF6-376BD971A7B1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74" creationId="{10FD1B93-2088-4ECC-B447-D52A04AE9AC7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75" creationId="{878EF7AB-6351-46C7-8A0C-DF523E1226C5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76" creationId="{3DF95FBD-2B8E-4868-A5B0-A2DC423B01F7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77" creationId="{E018BD39-E118-495E-BB85-6F8324DD9791}"/>
          </ac:spMkLst>
        </pc:spChg>
        <pc:spChg chg="mod">
          <ac:chgData name="Sergio Orduz" userId="8abeac2284c2b189" providerId="LiveId" clId="{C0A4E53E-B0F1-4154-8865-4A9C08F7AF87}" dt="2018-07-05T22:51:28.340" v="230" actId="1076"/>
          <ac:spMkLst>
            <pc:docMk/>
            <pc:sldMk cId="1382907366" sldId="495"/>
            <ac:spMk id="78" creationId="{C1738CEB-EB07-41AC-A66A-955FA80DDA52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85" creationId="{CC7833DC-EEC9-44C4-BE62-B3F50D33C0F8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86" creationId="{BE25E20B-5669-4614-B1C9-6C3C4BFE23D7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87" creationId="{542A42E2-170B-4BE0-B019-286440C76BCC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88" creationId="{B58F7E95-9E31-473B-A7C1-E35C65690DDE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89" creationId="{21CFC5ED-75CC-4CC0-AAFB-C1121C2B2171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90" creationId="{67253226-7650-4DE7-A7B7-31ADA0C5FB02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91" creationId="{0799CC27-0E7F-427B-901E-1634389FB061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92" creationId="{9257CF77-43A2-4A00-975C-D610D2D67B21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93" creationId="{9DB26B9C-C82B-476B-BCE6-AA05FBD7ADC8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94" creationId="{6C3BCD31-3BB0-41FE-8397-87EF66F6A9B6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95" creationId="{2D745C1F-BD61-456C-9FEF-78050CD19CF3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96" creationId="{A568B61B-FECA-4F47-8391-DC235FD364AC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97" creationId="{B4B80CB7-6463-45A8-8338-AC4F0F9CE624}"/>
          </ac:spMkLst>
        </pc:spChg>
        <pc:spChg chg="del">
          <ac:chgData name="Sergio Orduz" userId="8abeac2284c2b189" providerId="LiveId" clId="{C0A4E53E-B0F1-4154-8865-4A9C08F7AF87}" dt="2018-07-05T22:47:17.795" v="155" actId="478"/>
          <ac:spMkLst>
            <pc:docMk/>
            <pc:sldMk cId="1382907366" sldId="495"/>
            <ac:spMk id="98" creationId="{0DA8F645-1708-4950-8BD5-51D1F35E0732}"/>
          </ac:spMkLst>
        </pc:spChg>
        <pc:spChg chg="add mod">
          <ac:chgData name="Sergio Orduz" userId="8abeac2284c2b189" providerId="LiveId" clId="{C0A4E53E-B0F1-4154-8865-4A9C08F7AF87}" dt="2018-07-05T22:48:56.389" v="205" actId="20577"/>
          <ac:spMkLst>
            <pc:docMk/>
            <pc:sldMk cId="1382907366" sldId="495"/>
            <ac:spMk id="99" creationId="{189DD0A5-A3EB-40E2-AE11-CF32A60AAB56}"/>
          </ac:spMkLst>
        </pc:spChg>
        <pc:spChg chg="add mod">
          <ac:chgData name="Sergio Orduz" userId="8abeac2284c2b189" providerId="LiveId" clId="{C0A4E53E-B0F1-4154-8865-4A9C08F7AF87}" dt="2018-07-05T22:49:43.830" v="217" actId="14100"/>
          <ac:spMkLst>
            <pc:docMk/>
            <pc:sldMk cId="1382907366" sldId="495"/>
            <ac:spMk id="100" creationId="{BBB13D57-2C52-4779-8AB6-9AA5DA4F969A}"/>
          </ac:spMkLst>
        </pc:spChg>
        <pc:spChg chg="add mod">
          <ac:chgData name="Sergio Orduz" userId="8abeac2284c2b189" providerId="LiveId" clId="{C0A4E53E-B0F1-4154-8865-4A9C08F7AF87}" dt="2018-07-05T22:53:32.485" v="264" actId="571"/>
          <ac:spMkLst>
            <pc:docMk/>
            <pc:sldMk cId="1382907366" sldId="495"/>
            <ac:spMk id="105" creationId="{54260EC2-3C77-41BC-BDAA-42B67B5496C4}"/>
          </ac:spMkLst>
        </pc:spChg>
        <pc:spChg chg="add mod">
          <ac:chgData name="Sergio Orduz" userId="8abeac2284c2b189" providerId="LiveId" clId="{C0A4E53E-B0F1-4154-8865-4A9C08F7AF87}" dt="2018-07-05T22:53:56.839" v="266" actId="571"/>
          <ac:spMkLst>
            <pc:docMk/>
            <pc:sldMk cId="1382907366" sldId="495"/>
            <ac:spMk id="106" creationId="{80F5D71B-70D3-441B-B4C8-DAEDA8DA7543}"/>
          </ac:spMkLst>
        </pc:spChg>
        <pc:spChg chg="add mod">
          <ac:chgData name="Sergio Orduz" userId="8abeac2284c2b189" providerId="LiveId" clId="{C0A4E53E-B0F1-4154-8865-4A9C08F7AF87}" dt="2018-07-05T22:54:18.846" v="268" actId="571"/>
          <ac:spMkLst>
            <pc:docMk/>
            <pc:sldMk cId="1382907366" sldId="495"/>
            <ac:spMk id="107" creationId="{FA1FA015-98D7-446C-88BC-75D190F65933}"/>
          </ac:spMkLst>
        </pc:spChg>
        <pc:spChg chg="add mod">
          <ac:chgData name="Sergio Orduz" userId="8abeac2284c2b189" providerId="LiveId" clId="{C0A4E53E-B0F1-4154-8865-4A9C08F7AF87}" dt="2018-07-05T22:54:38.216" v="270" actId="571"/>
          <ac:spMkLst>
            <pc:docMk/>
            <pc:sldMk cId="1382907366" sldId="495"/>
            <ac:spMk id="108" creationId="{34D8AB8B-2444-4874-B473-2538ABAEA655}"/>
          </ac:spMkLst>
        </pc:spChg>
        <pc:spChg chg="add mod">
          <ac:chgData name="Sergio Orduz" userId="8abeac2284c2b189" providerId="LiveId" clId="{C0A4E53E-B0F1-4154-8865-4A9C08F7AF87}" dt="2018-07-05T22:54:52.993" v="272" actId="571"/>
          <ac:spMkLst>
            <pc:docMk/>
            <pc:sldMk cId="1382907366" sldId="495"/>
            <ac:spMk id="109" creationId="{7BA226BD-E5E6-4BF1-92DA-E3FD7BAFCE88}"/>
          </ac:spMkLst>
        </pc:spChg>
        <pc:graphicFrameChg chg="mod modGraphic">
          <ac:chgData name="Sergio Orduz" userId="8abeac2284c2b189" providerId="LiveId" clId="{C0A4E53E-B0F1-4154-8865-4A9C08F7AF87}" dt="2018-07-05T22:48:14.095" v="195" actId="20577"/>
          <ac:graphicFrameMkLst>
            <pc:docMk/>
            <pc:sldMk cId="1382907366" sldId="495"/>
            <ac:graphicFrameMk id="46" creationId="{1F99F623-1DAA-4856-B3FE-BF54E96DA55D}"/>
          </ac:graphicFrameMkLst>
        </pc:graphicFrameChg>
        <pc:cxnChg chg="del mod">
          <ac:chgData name="Sergio Orduz" userId="8abeac2284c2b189" providerId="LiveId" clId="{C0A4E53E-B0F1-4154-8865-4A9C08F7AF87}" dt="2018-07-05T22:47:03.804" v="154" actId="478"/>
          <ac:cxnSpMkLst>
            <pc:docMk/>
            <pc:sldMk cId="1382907366" sldId="495"/>
            <ac:cxnSpMk id="20" creationId="{0E140A71-D36D-4114-ADC9-1A3A5B8AB7A8}"/>
          </ac:cxnSpMkLst>
        </pc:cxnChg>
        <pc:cxnChg chg="del mod">
          <ac:chgData name="Sergio Orduz" userId="8abeac2284c2b189" providerId="LiveId" clId="{C0A4E53E-B0F1-4154-8865-4A9C08F7AF87}" dt="2018-07-05T22:47:03.804" v="154" actId="478"/>
          <ac:cxnSpMkLst>
            <pc:docMk/>
            <pc:sldMk cId="1382907366" sldId="495"/>
            <ac:cxnSpMk id="21" creationId="{C7858680-5F13-4705-99B7-63003944B356}"/>
          </ac:cxnSpMkLst>
        </pc:cxnChg>
        <pc:cxnChg chg="del mod">
          <ac:chgData name="Sergio Orduz" userId="8abeac2284c2b189" providerId="LiveId" clId="{C0A4E53E-B0F1-4154-8865-4A9C08F7AF87}" dt="2018-07-05T22:47:03.804" v="154" actId="478"/>
          <ac:cxnSpMkLst>
            <pc:docMk/>
            <pc:sldMk cId="1382907366" sldId="495"/>
            <ac:cxnSpMk id="34" creationId="{9BFB5DE4-1C83-4F27-896C-E0816CC138BE}"/>
          </ac:cxnSpMkLst>
        </pc:cxnChg>
        <pc:cxnChg chg="del mod">
          <ac:chgData name="Sergio Orduz" userId="8abeac2284c2b189" providerId="LiveId" clId="{C0A4E53E-B0F1-4154-8865-4A9C08F7AF87}" dt="2018-07-05T22:47:03.804" v="154" actId="478"/>
          <ac:cxnSpMkLst>
            <pc:docMk/>
            <pc:sldMk cId="1382907366" sldId="495"/>
            <ac:cxnSpMk id="37" creationId="{B7675701-4273-4785-86A3-F54CD2A20F55}"/>
          </ac:cxnSpMkLst>
        </pc:cxnChg>
        <pc:cxnChg chg="del mod">
          <ac:chgData name="Sergio Orduz" userId="8abeac2284c2b189" providerId="LiveId" clId="{C0A4E53E-B0F1-4154-8865-4A9C08F7AF87}" dt="2018-07-05T22:47:03.804" v="154" actId="478"/>
          <ac:cxnSpMkLst>
            <pc:docMk/>
            <pc:sldMk cId="1382907366" sldId="495"/>
            <ac:cxnSpMk id="47" creationId="{4BF42713-5084-4751-96D4-AC4A2D965940}"/>
          </ac:cxnSpMkLst>
        </pc:cxnChg>
        <pc:cxnChg chg="del mod">
          <ac:chgData name="Sergio Orduz" userId="8abeac2284c2b189" providerId="LiveId" clId="{C0A4E53E-B0F1-4154-8865-4A9C08F7AF87}" dt="2018-07-05T22:48:58.992" v="206" actId="478"/>
          <ac:cxnSpMkLst>
            <pc:docMk/>
            <pc:sldMk cId="1382907366" sldId="495"/>
            <ac:cxnSpMk id="53" creationId="{91938712-D8A1-40AC-8F41-3DFD681FD9CB}"/>
          </ac:cxnSpMkLst>
        </pc:cxnChg>
        <pc:cxnChg chg="del mod">
          <ac:chgData name="Sergio Orduz" userId="8abeac2284c2b189" providerId="LiveId" clId="{C0A4E53E-B0F1-4154-8865-4A9C08F7AF87}" dt="2018-07-05T22:49:00.509" v="207" actId="478"/>
          <ac:cxnSpMkLst>
            <pc:docMk/>
            <pc:sldMk cId="1382907366" sldId="495"/>
            <ac:cxnSpMk id="54" creationId="{DC7EFF4D-B192-45B8-828D-4210116804C8}"/>
          </ac:cxnSpMkLst>
        </pc:cxnChg>
        <pc:cxnChg chg="del mod">
          <ac:chgData name="Sergio Orduz" userId="8abeac2284c2b189" providerId="LiveId" clId="{C0A4E53E-B0F1-4154-8865-4A9C08F7AF87}" dt="2018-07-05T22:49:03.062" v="208" actId="478"/>
          <ac:cxnSpMkLst>
            <pc:docMk/>
            <pc:sldMk cId="1382907366" sldId="495"/>
            <ac:cxnSpMk id="55" creationId="{32A2B2B3-C39E-4A8A-A774-191487C69AFA}"/>
          </ac:cxnSpMkLst>
        </pc:cxnChg>
        <pc:cxnChg chg="mod">
          <ac:chgData name="Sergio Orduz" userId="8abeac2284c2b189" providerId="LiveId" clId="{C0A4E53E-B0F1-4154-8865-4A9C08F7AF87}" dt="2018-07-05T22:52:29.241" v="242" actId="1076"/>
          <ac:cxnSpMkLst>
            <pc:docMk/>
            <pc:sldMk cId="1382907366" sldId="495"/>
            <ac:cxnSpMk id="56" creationId="{7E47026B-4AAC-4EAD-9A4E-6F45CE061EEB}"/>
          </ac:cxnSpMkLst>
        </pc:cxnChg>
        <pc:cxnChg chg="del mod">
          <ac:chgData name="Sergio Orduz" userId="8abeac2284c2b189" providerId="LiveId" clId="{C0A4E53E-B0F1-4154-8865-4A9C08F7AF87}" dt="2018-07-05T22:47:03.804" v="154" actId="478"/>
          <ac:cxnSpMkLst>
            <pc:docMk/>
            <pc:sldMk cId="1382907366" sldId="495"/>
            <ac:cxnSpMk id="57" creationId="{A55D584D-45B4-4989-8D5D-06883E9A7CEB}"/>
          </ac:cxnSpMkLst>
        </pc:cxnChg>
        <pc:cxnChg chg="del">
          <ac:chgData name="Sergio Orduz" userId="8abeac2284c2b189" providerId="LiveId" clId="{C0A4E53E-B0F1-4154-8865-4A9C08F7AF87}" dt="2018-07-05T22:47:03.804" v="154" actId="478"/>
          <ac:cxnSpMkLst>
            <pc:docMk/>
            <pc:sldMk cId="1382907366" sldId="495"/>
            <ac:cxnSpMk id="79" creationId="{6207A650-9D30-4513-B2B3-C8546D621581}"/>
          </ac:cxnSpMkLst>
        </pc:cxnChg>
        <pc:cxnChg chg="del">
          <ac:chgData name="Sergio Orduz" userId="8abeac2284c2b189" providerId="LiveId" clId="{C0A4E53E-B0F1-4154-8865-4A9C08F7AF87}" dt="2018-07-05T22:47:03.804" v="154" actId="478"/>
          <ac:cxnSpMkLst>
            <pc:docMk/>
            <pc:sldMk cId="1382907366" sldId="495"/>
            <ac:cxnSpMk id="80" creationId="{63A187A1-995A-49EA-A4E0-ADD6F785E778}"/>
          </ac:cxnSpMkLst>
        </pc:cxnChg>
        <pc:cxnChg chg="del">
          <ac:chgData name="Sergio Orduz" userId="8abeac2284c2b189" providerId="LiveId" clId="{C0A4E53E-B0F1-4154-8865-4A9C08F7AF87}" dt="2018-07-05T22:47:03.804" v="154" actId="478"/>
          <ac:cxnSpMkLst>
            <pc:docMk/>
            <pc:sldMk cId="1382907366" sldId="495"/>
            <ac:cxnSpMk id="81" creationId="{9CF60CA7-D12B-4485-8D3B-F3E43600D33D}"/>
          </ac:cxnSpMkLst>
        </pc:cxnChg>
        <pc:cxnChg chg="del">
          <ac:chgData name="Sergio Orduz" userId="8abeac2284c2b189" providerId="LiveId" clId="{C0A4E53E-B0F1-4154-8865-4A9C08F7AF87}" dt="2018-07-05T22:47:03.804" v="154" actId="478"/>
          <ac:cxnSpMkLst>
            <pc:docMk/>
            <pc:sldMk cId="1382907366" sldId="495"/>
            <ac:cxnSpMk id="82" creationId="{A63BA0DF-6641-42D7-A6E0-220B56C932E0}"/>
          </ac:cxnSpMkLst>
        </pc:cxnChg>
        <pc:cxnChg chg="del">
          <ac:chgData name="Sergio Orduz" userId="8abeac2284c2b189" providerId="LiveId" clId="{C0A4E53E-B0F1-4154-8865-4A9C08F7AF87}" dt="2018-07-05T22:47:03.804" v="154" actId="478"/>
          <ac:cxnSpMkLst>
            <pc:docMk/>
            <pc:sldMk cId="1382907366" sldId="495"/>
            <ac:cxnSpMk id="83" creationId="{1E938378-36B6-44C5-A760-0FD2C346AC13}"/>
          </ac:cxnSpMkLst>
        </pc:cxnChg>
        <pc:cxnChg chg="del">
          <ac:chgData name="Sergio Orduz" userId="8abeac2284c2b189" providerId="LiveId" clId="{C0A4E53E-B0F1-4154-8865-4A9C08F7AF87}" dt="2018-07-05T22:47:03.804" v="154" actId="478"/>
          <ac:cxnSpMkLst>
            <pc:docMk/>
            <pc:sldMk cId="1382907366" sldId="495"/>
            <ac:cxnSpMk id="84" creationId="{47246C34-366A-44D1-BAF7-0EAC27DBE550}"/>
          </ac:cxnSpMkLst>
        </pc:cxnChg>
        <pc:cxnChg chg="add mod">
          <ac:chgData name="Sergio Orduz" userId="8abeac2284c2b189" providerId="LiveId" clId="{C0A4E53E-B0F1-4154-8865-4A9C08F7AF87}" dt="2018-07-05T22:50:22.110" v="225" actId="14100"/>
          <ac:cxnSpMkLst>
            <pc:docMk/>
            <pc:sldMk cId="1382907366" sldId="495"/>
            <ac:cxnSpMk id="101" creationId="{2F654376-7E19-4AB5-B2E4-BE9701264D52}"/>
          </ac:cxnSpMkLst>
        </pc:cxnChg>
        <pc:cxnChg chg="add mod">
          <ac:chgData name="Sergio Orduz" userId="8abeac2284c2b189" providerId="LiveId" clId="{C0A4E53E-B0F1-4154-8865-4A9C08F7AF87}" dt="2018-07-05T22:51:54.144" v="235" actId="14100"/>
          <ac:cxnSpMkLst>
            <pc:docMk/>
            <pc:sldMk cId="1382907366" sldId="495"/>
            <ac:cxnSpMk id="102" creationId="{534EC510-E3DF-4E08-AA85-C1B5FBD9F33B}"/>
          </ac:cxnSpMkLst>
        </pc:cxnChg>
        <pc:cxnChg chg="add mod">
          <ac:chgData name="Sergio Orduz" userId="8abeac2284c2b189" providerId="LiveId" clId="{C0A4E53E-B0F1-4154-8865-4A9C08F7AF87}" dt="2018-07-05T22:52:11.474" v="239" actId="14100"/>
          <ac:cxnSpMkLst>
            <pc:docMk/>
            <pc:sldMk cId="1382907366" sldId="495"/>
            <ac:cxnSpMk id="103" creationId="{F4BDB135-0C5D-4FD5-BEFA-CF13F75863EA}"/>
          </ac:cxnSpMkLst>
        </pc:cxnChg>
        <pc:cxnChg chg="add mod">
          <ac:chgData name="Sergio Orduz" userId="8abeac2284c2b189" providerId="LiveId" clId="{C0A4E53E-B0F1-4154-8865-4A9C08F7AF87}" dt="2018-07-05T22:52:35.807" v="245" actId="14100"/>
          <ac:cxnSpMkLst>
            <pc:docMk/>
            <pc:sldMk cId="1382907366" sldId="495"/>
            <ac:cxnSpMk id="104" creationId="{97B3E45F-5E41-438A-8259-45E05333E0B1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2ECAD-560F-3140-AC3A-DDFC0F69D698}" type="datetimeFigureOut">
              <a:rPr lang="es-ES_tradnl" smtClean="0"/>
              <a:t>31/08/2018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C2BE8-1EC3-BE4C-AC58-2B6EC11D752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46903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7B0F71-4893-B94C-A83F-A00D10EB2C72}" type="datetimeFigureOut">
              <a:rPr lang="es-ES_tradnl" smtClean="0"/>
              <a:t>31/08/2018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1B92A-C25C-604A-BC89-DA1E52E7972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68283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05580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1pPr>
    <a:lvl2pPr marL="652790" algn="l" defTabSz="1305580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2pPr>
    <a:lvl3pPr marL="1305580" algn="l" defTabSz="1305580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3pPr>
    <a:lvl4pPr marL="1958370" algn="l" defTabSz="1305580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4pPr>
    <a:lvl5pPr marL="2611161" algn="l" defTabSz="1305580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5pPr>
    <a:lvl6pPr marL="3263951" algn="l" defTabSz="1305580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6pPr>
    <a:lvl7pPr marL="3916741" algn="l" defTabSz="1305580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7pPr>
    <a:lvl8pPr marL="4569531" algn="l" defTabSz="1305580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8pPr>
    <a:lvl9pPr marL="5222321" algn="l" defTabSz="1305580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034411" y="6055712"/>
            <a:ext cx="6603494" cy="2063803"/>
          </a:xfrm>
        </p:spPr>
        <p:txBody>
          <a:bodyPr rIns="0" anchor="t" anchorCtr="0">
            <a:normAutofit/>
          </a:bodyPr>
          <a:lstStyle>
            <a:lvl1pPr>
              <a:defRPr sz="7139" baseline="0"/>
            </a:lvl1pPr>
          </a:lstStyle>
          <a:p>
            <a:r>
              <a:rPr lang="es-ES_tradnl" dirty="0"/>
              <a:t>NOMBRE </a:t>
            </a:r>
            <a:br>
              <a:rPr lang="es-ES_tradnl" dirty="0"/>
            </a:br>
            <a:r>
              <a:rPr lang="es-ES_tradnl" dirty="0"/>
              <a:t>DEL CURSO</a:t>
            </a:r>
          </a:p>
        </p:txBody>
      </p:sp>
      <p:sp>
        <p:nvSpPr>
          <p:cNvPr id="6" name="Elipse 5"/>
          <p:cNvSpPr/>
          <p:nvPr userDrawn="1"/>
        </p:nvSpPr>
        <p:spPr>
          <a:xfrm>
            <a:off x="4868655" y="2879626"/>
            <a:ext cx="2146162" cy="2145901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0556" tIns="65278" rIns="130556" bIns="652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_tradnl" sz="257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34" y="4"/>
            <a:ext cx="6024536" cy="594586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89034" y="520389"/>
            <a:ext cx="1999917" cy="631045"/>
          </a:xfrm>
          <a:prstGeom prst="rect">
            <a:avLst/>
          </a:prstGeom>
        </p:spPr>
      </p:pic>
      <p:sp>
        <p:nvSpPr>
          <p:cNvPr id="4" name="Marcador de texto 3"/>
          <p:cNvSpPr>
            <a:spLocks noGrp="1"/>
          </p:cNvSpPr>
          <p:nvPr>
            <p:ph type="body" sz="quarter" idx="10" hasCustomPrompt="1"/>
          </p:nvPr>
        </p:nvSpPr>
        <p:spPr>
          <a:xfrm>
            <a:off x="5034411" y="5469971"/>
            <a:ext cx="3960812" cy="43180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3000" spc="300" baseline="0"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l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CURSO DE</a:t>
            </a:r>
          </a:p>
        </p:txBody>
      </p:sp>
    </p:spTree>
    <p:extLst>
      <p:ext uri="{BB962C8B-B14F-4D97-AF65-F5344CB8AC3E}">
        <p14:creationId xmlns:p14="http://schemas.microsoft.com/office/powerpoint/2010/main" val="897228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74328" y="2951164"/>
            <a:ext cx="11098610" cy="2041649"/>
          </a:xfrm>
        </p:spPr>
        <p:txBody>
          <a:bodyPr anchor="ctr" anchorCtr="0">
            <a:spAutoFit/>
          </a:bodyPr>
          <a:lstStyle>
            <a:lvl1pPr algn="l">
              <a:defRPr sz="7200"/>
            </a:lvl1pPr>
          </a:lstStyle>
          <a:p>
            <a:r>
              <a:rPr lang="es-ES_tradnl" dirty="0"/>
              <a:t>Haga clic para modificar </a:t>
            </a:r>
            <a:br>
              <a:rPr lang="es-ES_tradnl" dirty="0"/>
            </a:br>
            <a:r>
              <a:rPr lang="es-ES_tradnl" dirty="0"/>
              <a:t>el estilo de título del </a:t>
            </a:r>
            <a:r>
              <a:rPr lang="es-ES_tradnl" dirty="0" err="1"/>
              <a:t>slide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95432" y="5352382"/>
            <a:ext cx="7693402" cy="1032317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500" b="0" i="0">
                <a:latin typeface="Lato" charset="0"/>
                <a:ea typeface="Lato" charset="0"/>
                <a:cs typeface="Lato" charset="0"/>
              </a:defRPr>
            </a:lvl1pPr>
            <a:lvl2pPr marL="652790" indent="0" algn="ctr">
              <a:buNone/>
              <a:defRPr sz="2856"/>
            </a:lvl2pPr>
            <a:lvl3pPr marL="1305580" indent="0" algn="ctr">
              <a:buNone/>
              <a:defRPr sz="2570"/>
            </a:lvl3pPr>
            <a:lvl4pPr marL="1958370" indent="0" algn="ctr">
              <a:buNone/>
              <a:defRPr sz="2284"/>
            </a:lvl4pPr>
            <a:lvl5pPr marL="2611161" indent="0" algn="ctr">
              <a:buNone/>
              <a:defRPr sz="2284"/>
            </a:lvl5pPr>
            <a:lvl6pPr marL="3263951" indent="0" algn="ctr">
              <a:buNone/>
              <a:defRPr sz="2284"/>
            </a:lvl6pPr>
            <a:lvl7pPr marL="3916741" indent="0" algn="ctr">
              <a:buNone/>
              <a:defRPr sz="2284"/>
            </a:lvl7pPr>
            <a:lvl8pPr marL="4569531" indent="0" algn="ctr">
              <a:buNone/>
              <a:defRPr sz="2284"/>
            </a:lvl8pPr>
            <a:lvl9pPr marL="5222321" indent="0" algn="ctr">
              <a:buNone/>
              <a:defRPr sz="2284"/>
            </a:lvl9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  <p:cxnSp>
        <p:nvCxnSpPr>
          <p:cNvPr id="7" name="Conector recto 6"/>
          <p:cNvCxnSpPr>
            <a:cxnSpLocks/>
          </p:cNvCxnSpPr>
          <p:nvPr userDrawn="1"/>
        </p:nvCxnSpPr>
        <p:spPr>
          <a:xfrm>
            <a:off x="974328" y="2591594"/>
            <a:ext cx="339402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50" y="0"/>
            <a:ext cx="1701800" cy="1714500"/>
          </a:xfrm>
          <a:prstGeom prst="rect">
            <a:avLst/>
          </a:prstGeom>
        </p:spPr>
      </p:pic>
      <p:sp>
        <p:nvSpPr>
          <p:cNvPr id="5" name="Marcador de texto 4"/>
          <p:cNvSpPr>
            <a:spLocks noGrp="1"/>
          </p:cNvSpPr>
          <p:nvPr>
            <p:ph type="body" sz="quarter" idx="10" hasCustomPrompt="1"/>
          </p:nvPr>
        </p:nvSpPr>
        <p:spPr>
          <a:xfrm>
            <a:off x="986304" y="1708150"/>
            <a:ext cx="3889375" cy="523875"/>
          </a:xfrm>
        </p:spPr>
        <p:txBody>
          <a:bodyPr>
            <a:noAutofit/>
          </a:bodyPr>
          <a:lstStyle>
            <a:lvl1pPr marL="0" indent="0" algn="l">
              <a:buNone/>
              <a:defRPr sz="3500" b="0" i="0" spc="300">
                <a:latin typeface="Lato" charset="0"/>
                <a:ea typeface="Lato" charset="0"/>
                <a:cs typeface="Lato" charset="0"/>
              </a:defRPr>
            </a:lvl1pPr>
          </a:lstStyle>
          <a:p>
            <a:pPr lvl="0"/>
            <a:r>
              <a:rPr lang="es-ES_tradnl" dirty="0"/>
              <a:t>ANTETÍTULO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3055600" cy="97917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29300"/>
            <a:ext cx="3975100" cy="39624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74328" y="3023642"/>
            <a:ext cx="11098610" cy="2041649"/>
          </a:xfrm>
        </p:spPr>
        <p:txBody>
          <a:bodyPr anchor="ctr" anchorCtr="0">
            <a:spAutoFit/>
          </a:bodyPr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Haga clic para modificar </a:t>
            </a:r>
            <a:br>
              <a:rPr lang="es-ES_tradnl" dirty="0"/>
            </a:br>
            <a:r>
              <a:rPr lang="es-ES_tradnl" dirty="0"/>
              <a:t>el estilo de título del </a:t>
            </a:r>
            <a:r>
              <a:rPr lang="es-ES_tradnl" dirty="0" err="1"/>
              <a:t>slide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04640" y="5447709"/>
            <a:ext cx="6165189" cy="1032317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500" b="0" i="0">
                <a:solidFill>
                  <a:schemeClr val="bg1"/>
                </a:solidFill>
                <a:latin typeface="Lato" charset="0"/>
                <a:ea typeface="Lato" charset="0"/>
                <a:cs typeface="Lato" charset="0"/>
              </a:defRPr>
            </a:lvl1pPr>
            <a:lvl2pPr marL="652790" indent="0" algn="ctr">
              <a:buNone/>
              <a:defRPr sz="2856"/>
            </a:lvl2pPr>
            <a:lvl3pPr marL="1305580" indent="0" algn="ctr">
              <a:buNone/>
              <a:defRPr sz="2570"/>
            </a:lvl3pPr>
            <a:lvl4pPr marL="1958370" indent="0" algn="ctr">
              <a:buNone/>
              <a:defRPr sz="2284"/>
            </a:lvl4pPr>
            <a:lvl5pPr marL="2611161" indent="0" algn="ctr">
              <a:buNone/>
              <a:defRPr sz="2284"/>
            </a:lvl5pPr>
            <a:lvl6pPr marL="3263951" indent="0" algn="ctr">
              <a:buNone/>
              <a:defRPr sz="2284"/>
            </a:lvl6pPr>
            <a:lvl7pPr marL="3916741" indent="0" algn="ctr">
              <a:buNone/>
              <a:defRPr sz="2284"/>
            </a:lvl7pPr>
            <a:lvl8pPr marL="4569531" indent="0" algn="ctr">
              <a:buNone/>
              <a:defRPr sz="2284"/>
            </a:lvl8pPr>
            <a:lvl9pPr marL="5222321" indent="0" algn="ctr">
              <a:buNone/>
              <a:defRPr sz="2284"/>
            </a:lvl9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  <p:cxnSp>
        <p:nvCxnSpPr>
          <p:cNvPr id="9" name="Conector recto 8"/>
          <p:cNvCxnSpPr>
            <a:cxnSpLocks/>
          </p:cNvCxnSpPr>
          <p:nvPr userDrawn="1"/>
        </p:nvCxnSpPr>
        <p:spPr>
          <a:xfrm>
            <a:off x="974328" y="2591594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4"/>
          <p:cNvSpPr>
            <a:spLocks noGrp="1"/>
          </p:cNvSpPr>
          <p:nvPr>
            <p:ph type="body" sz="quarter" idx="10" hasCustomPrompt="1"/>
          </p:nvPr>
        </p:nvSpPr>
        <p:spPr>
          <a:xfrm>
            <a:off x="984250" y="1708150"/>
            <a:ext cx="3889375" cy="523875"/>
          </a:xfrm>
        </p:spPr>
        <p:txBody>
          <a:bodyPr>
            <a:noAutofit/>
          </a:bodyPr>
          <a:lstStyle>
            <a:lvl1pPr marL="0" indent="0" algn="l">
              <a:buNone/>
              <a:defRPr sz="3500" b="0" i="0" spc="300">
                <a:solidFill>
                  <a:schemeClr val="bg1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lvl="0"/>
            <a:r>
              <a:rPr lang="es-ES_tradnl" dirty="0"/>
              <a:t>ANTETÍTULO</a:t>
            </a:r>
          </a:p>
        </p:txBody>
      </p:sp>
    </p:spTree>
    <p:extLst>
      <p:ext uri="{BB962C8B-B14F-4D97-AF65-F5344CB8AC3E}">
        <p14:creationId xmlns:p14="http://schemas.microsoft.com/office/powerpoint/2010/main" val="184424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" y="0"/>
            <a:ext cx="13055600" cy="97917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974328" y="3023642"/>
            <a:ext cx="11098610" cy="2041649"/>
          </a:xfrm>
        </p:spPr>
        <p:txBody>
          <a:bodyPr anchor="ctr" anchorCtr="0">
            <a:spAutoFit/>
          </a:bodyPr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Haga clic para modificar </a:t>
            </a:r>
            <a:br>
              <a:rPr lang="es-ES_tradnl" dirty="0"/>
            </a:br>
            <a:r>
              <a:rPr lang="es-ES_tradnl" dirty="0"/>
              <a:t>el estilo de título del </a:t>
            </a:r>
            <a:r>
              <a:rPr lang="es-ES_tradnl" dirty="0" err="1"/>
              <a:t>slide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04640" y="5447709"/>
            <a:ext cx="6165189" cy="1032317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500" b="0" i="0">
                <a:solidFill>
                  <a:schemeClr val="bg1"/>
                </a:solidFill>
                <a:latin typeface="Lato" charset="0"/>
                <a:ea typeface="Lato" charset="0"/>
                <a:cs typeface="Lato" charset="0"/>
              </a:defRPr>
            </a:lvl1pPr>
            <a:lvl2pPr marL="652790" indent="0" algn="ctr">
              <a:buNone/>
              <a:defRPr sz="2856"/>
            </a:lvl2pPr>
            <a:lvl3pPr marL="1305580" indent="0" algn="ctr">
              <a:buNone/>
              <a:defRPr sz="2570"/>
            </a:lvl3pPr>
            <a:lvl4pPr marL="1958370" indent="0" algn="ctr">
              <a:buNone/>
              <a:defRPr sz="2284"/>
            </a:lvl4pPr>
            <a:lvl5pPr marL="2611161" indent="0" algn="ctr">
              <a:buNone/>
              <a:defRPr sz="2284"/>
            </a:lvl5pPr>
            <a:lvl6pPr marL="3263951" indent="0" algn="ctr">
              <a:buNone/>
              <a:defRPr sz="2284"/>
            </a:lvl6pPr>
            <a:lvl7pPr marL="3916741" indent="0" algn="ctr">
              <a:buNone/>
              <a:defRPr sz="2284"/>
            </a:lvl7pPr>
            <a:lvl8pPr marL="4569531" indent="0" algn="ctr">
              <a:buNone/>
              <a:defRPr sz="2284"/>
            </a:lvl8pPr>
            <a:lvl9pPr marL="5222321" indent="0" algn="ctr">
              <a:buNone/>
              <a:defRPr sz="2284"/>
            </a:lvl9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  <p:cxnSp>
        <p:nvCxnSpPr>
          <p:cNvPr id="7" name="Conector recto 6"/>
          <p:cNvCxnSpPr>
            <a:cxnSpLocks/>
          </p:cNvCxnSpPr>
          <p:nvPr userDrawn="1"/>
        </p:nvCxnSpPr>
        <p:spPr>
          <a:xfrm>
            <a:off x="974328" y="2591594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4"/>
          <p:cNvSpPr>
            <a:spLocks noGrp="1"/>
          </p:cNvSpPr>
          <p:nvPr>
            <p:ph type="body" sz="quarter" idx="10" hasCustomPrompt="1"/>
          </p:nvPr>
        </p:nvSpPr>
        <p:spPr>
          <a:xfrm>
            <a:off x="984250" y="1708150"/>
            <a:ext cx="3889375" cy="523875"/>
          </a:xfrm>
        </p:spPr>
        <p:txBody>
          <a:bodyPr>
            <a:noAutofit/>
          </a:bodyPr>
          <a:lstStyle>
            <a:lvl1pPr marL="0" indent="0" algn="l">
              <a:buNone/>
              <a:defRPr sz="3500" b="0" i="0" spc="300">
                <a:solidFill>
                  <a:schemeClr val="bg1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lvl="0"/>
            <a:r>
              <a:rPr lang="es-ES_tradnl" dirty="0"/>
              <a:t>ANTETÍTULO</a:t>
            </a:r>
          </a:p>
        </p:txBody>
      </p:sp>
    </p:spTree>
    <p:extLst>
      <p:ext uri="{BB962C8B-B14F-4D97-AF65-F5344CB8AC3E}">
        <p14:creationId xmlns:p14="http://schemas.microsoft.com/office/powerpoint/2010/main" val="52663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tem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49700" cy="9791700"/>
          </a:xfrm>
          <a:prstGeom prst="rect">
            <a:avLst/>
          </a:prstGeom>
        </p:spPr>
      </p:pic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487569" y="1512243"/>
            <a:ext cx="7585641" cy="2015579"/>
          </a:xfrm>
          <a:prstGeom prst="rect">
            <a:avLst/>
          </a:prstGeom>
          <a:ln>
            <a:noFill/>
          </a:ln>
        </p:spPr>
        <p:txBody>
          <a:bodyPr vert="horz" lIns="0" tIns="0" rIns="90000" bIns="46800" rtlCol="0" anchor="t" anchorCtr="0">
            <a:normAutofit/>
          </a:bodyPr>
          <a:lstStyle/>
          <a:p>
            <a:r>
              <a:rPr lang="es-ES_tradnl" dirty="0"/>
              <a:t>Haga clic para modificar el estilo de título del </a:t>
            </a:r>
            <a:r>
              <a:rPr lang="es-ES_tradnl" dirty="0" err="1"/>
              <a:t>slide</a:t>
            </a:r>
            <a:endParaRPr lang="en-US" dirty="0"/>
          </a:p>
        </p:txBody>
      </p:sp>
      <p:cxnSp>
        <p:nvCxnSpPr>
          <p:cNvPr id="12" name="Conector recto 11"/>
          <p:cNvCxnSpPr>
            <a:cxnSpLocks/>
          </p:cNvCxnSpPr>
          <p:nvPr userDrawn="1"/>
        </p:nvCxnSpPr>
        <p:spPr>
          <a:xfrm>
            <a:off x="4487569" y="1007418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80475" y="3863533"/>
            <a:ext cx="7592735" cy="348058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4000" b="0" i="0">
                <a:latin typeface="Lato" charset="0"/>
                <a:ea typeface="Lato" charset="0"/>
                <a:cs typeface="Lato" charset="0"/>
              </a:defRPr>
            </a:lvl1pPr>
            <a:lvl2pPr marL="652790" indent="0" algn="ctr">
              <a:buNone/>
              <a:defRPr sz="2856"/>
            </a:lvl2pPr>
            <a:lvl3pPr marL="1305580" indent="0" algn="ctr">
              <a:buNone/>
              <a:defRPr sz="2570"/>
            </a:lvl3pPr>
            <a:lvl4pPr marL="1958370" indent="0" algn="ctr">
              <a:buNone/>
              <a:defRPr sz="2284"/>
            </a:lvl4pPr>
            <a:lvl5pPr marL="2611161" indent="0" algn="ctr">
              <a:buNone/>
              <a:defRPr sz="2284"/>
            </a:lvl5pPr>
            <a:lvl6pPr marL="3263951" indent="0" algn="ctr">
              <a:buNone/>
              <a:defRPr sz="2284"/>
            </a:lvl6pPr>
            <a:lvl7pPr marL="3916741" indent="0" algn="ctr">
              <a:buNone/>
              <a:defRPr sz="2284"/>
            </a:lvl7pPr>
            <a:lvl8pPr marL="4569531" indent="0" algn="ctr">
              <a:buNone/>
              <a:defRPr sz="2284"/>
            </a:lvl8pPr>
            <a:lvl9pPr marL="5222321" indent="0" algn="ctr">
              <a:buNone/>
              <a:defRPr sz="2284"/>
            </a:lvl9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949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tem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97682" y="9075458"/>
            <a:ext cx="2937867" cy="521317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smtClean="0"/>
              <a:t>8/31/2018</a:t>
            </a:fld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49700" cy="9791700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487569" y="1512242"/>
            <a:ext cx="7585641" cy="2015580"/>
          </a:xfrm>
          <a:prstGeom prst="rect">
            <a:avLst/>
          </a:prstGeom>
          <a:ln>
            <a:noFill/>
          </a:ln>
        </p:spPr>
        <p:txBody>
          <a:bodyPr vert="horz" lIns="0" tIns="0" rIns="90000" bIns="46800" rtlCol="0" anchor="t" anchorCtr="0">
            <a:normAutofit/>
          </a:bodyPr>
          <a:lstStyle/>
          <a:p>
            <a:r>
              <a:rPr lang="es-ES_tradnl" dirty="0"/>
              <a:t>Haga clic para modificar el estilo de título del </a:t>
            </a:r>
            <a:r>
              <a:rPr lang="es-ES_tradnl" dirty="0" err="1"/>
              <a:t>slide</a:t>
            </a:r>
            <a:endParaRPr lang="en-US" dirty="0"/>
          </a:p>
        </p:txBody>
      </p:sp>
      <p:cxnSp>
        <p:nvCxnSpPr>
          <p:cNvPr id="8" name="Conector recto 7"/>
          <p:cNvCxnSpPr>
            <a:cxnSpLocks/>
          </p:cNvCxnSpPr>
          <p:nvPr userDrawn="1"/>
        </p:nvCxnSpPr>
        <p:spPr>
          <a:xfrm>
            <a:off x="4487569" y="1007418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80475" y="3863533"/>
            <a:ext cx="7592735" cy="348058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4000" b="0" i="0">
                <a:latin typeface="Lato" charset="0"/>
                <a:ea typeface="Lato" charset="0"/>
                <a:cs typeface="Lato" charset="0"/>
              </a:defRPr>
            </a:lvl1pPr>
            <a:lvl2pPr marL="652790" indent="0" algn="ctr">
              <a:buNone/>
              <a:defRPr sz="2856"/>
            </a:lvl2pPr>
            <a:lvl3pPr marL="1305580" indent="0" algn="ctr">
              <a:buNone/>
              <a:defRPr sz="2570"/>
            </a:lvl3pPr>
            <a:lvl4pPr marL="1958370" indent="0" algn="ctr">
              <a:buNone/>
              <a:defRPr sz="2284"/>
            </a:lvl4pPr>
            <a:lvl5pPr marL="2611161" indent="0" algn="ctr">
              <a:buNone/>
              <a:defRPr sz="2284"/>
            </a:lvl5pPr>
            <a:lvl6pPr marL="3263951" indent="0" algn="ctr">
              <a:buNone/>
              <a:defRPr sz="2284"/>
            </a:lvl6pPr>
            <a:lvl7pPr marL="3916741" indent="0" algn="ctr">
              <a:buNone/>
              <a:defRPr sz="2284"/>
            </a:lvl7pPr>
            <a:lvl8pPr marL="4569531" indent="0" algn="ctr">
              <a:buNone/>
              <a:defRPr sz="2284"/>
            </a:lvl8pPr>
            <a:lvl9pPr marL="5222321" indent="0" algn="ctr">
              <a:buNone/>
              <a:defRPr sz="2284"/>
            </a:lvl9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35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tem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03700" cy="9791700"/>
          </a:xfrm>
          <a:prstGeom prst="rect">
            <a:avLst/>
          </a:prstGeom>
        </p:spPr>
      </p:pic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07429" y="3887738"/>
            <a:ext cx="7585641" cy="4896719"/>
          </a:xfrm>
          <a:prstGeom prst="rect">
            <a:avLst/>
          </a:prstGeom>
          <a:ln>
            <a:noFill/>
          </a:ln>
        </p:spPr>
        <p:txBody>
          <a:bodyPr vert="horz" lIns="0" tIns="0" rIns="90000" bIns="46800" rtlCol="0" anchor="t" anchorCtr="0">
            <a:normAutofit/>
          </a:bodyPr>
          <a:lstStyle/>
          <a:p>
            <a:r>
              <a:rPr lang="es-ES_tradnl" dirty="0"/>
              <a:t>Haga clic para modificar el estilo de título del </a:t>
            </a:r>
            <a:r>
              <a:rPr lang="es-ES_tradnl" dirty="0" err="1"/>
              <a:t>slide</a:t>
            </a:r>
            <a:endParaRPr lang="en-US" dirty="0"/>
          </a:p>
        </p:txBody>
      </p:sp>
      <p:cxnSp>
        <p:nvCxnSpPr>
          <p:cNvPr id="9" name="Conector recto 8"/>
          <p:cNvCxnSpPr>
            <a:cxnSpLocks/>
          </p:cNvCxnSpPr>
          <p:nvPr userDrawn="1"/>
        </p:nvCxnSpPr>
        <p:spPr>
          <a:xfrm>
            <a:off x="4504219" y="3383682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61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03700" cy="9791700"/>
          </a:xfrm>
          <a:prstGeom prst="rect">
            <a:avLst/>
          </a:prstGeom>
        </p:spPr>
      </p:pic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11675" y="4175770"/>
            <a:ext cx="7585641" cy="4609455"/>
          </a:xfrm>
          <a:prstGeom prst="rect">
            <a:avLst/>
          </a:prstGeom>
          <a:ln>
            <a:noFill/>
          </a:ln>
        </p:spPr>
        <p:txBody>
          <a:bodyPr vert="horz" lIns="0" tIns="0" rIns="90000" bIns="46800" rtlCol="0" anchor="t" anchorCtr="0">
            <a:normAutofit/>
          </a:bodyPr>
          <a:lstStyle/>
          <a:p>
            <a:r>
              <a:rPr lang="es-ES_tradnl" dirty="0"/>
              <a:t>Haga clic para modificar el estilo de título del </a:t>
            </a:r>
            <a:r>
              <a:rPr lang="es-ES_tradnl" dirty="0" err="1"/>
              <a:t>slide</a:t>
            </a:r>
            <a:br>
              <a:rPr lang="es-ES_tradnl" dirty="0"/>
            </a:br>
            <a:endParaRPr lang="en-US" dirty="0"/>
          </a:p>
        </p:txBody>
      </p:sp>
      <p:cxnSp>
        <p:nvCxnSpPr>
          <p:cNvPr id="7" name="Conector recto 6"/>
          <p:cNvCxnSpPr>
            <a:cxnSpLocks/>
          </p:cNvCxnSpPr>
          <p:nvPr userDrawn="1"/>
        </p:nvCxnSpPr>
        <p:spPr>
          <a:xfrm>
            <a:off x="4511675" y="3671714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/>
          <p:cNvSpPr/>
          <p:nvPr userDrawn="1"/>
        </p:nvSpPr>
        <p:spPr>
          <a:xfrm>
            <a:off x="1488034" y="4031754"/>
            <a:ext cx="13681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9000" b="1" i="0" dirty="0">
                <a:solidFill>
                  <a:srgbClr val="00B0F0"/>
                </a:solidFill>
                <a:latin typeface="Lato Black" charset="0"/>
                <a:ea typeface="Lato Black" charset="0"/>
                <a:cs typeface="Lato Black" charset="0"/>
              </a:rPr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185424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tem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57900" cy="9791700"/>
          </a:xfrm>
          <a:prstGeom prst="rect">
            <a:avLst/>
          </a:prstGeom>
        </p:spPr>
      </p:pic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487569" y="1008063"/>
            <a:ext cx="7585641" cy="2015579"/>
          </a:xfrm>
          <a:prstGeom prst="rect">
            <a:avLst/>
          </a:prstGeom>
          <a:ln>
            <a:noFill/>
          </a:ln>
        </p:spPr>
        <p:txBody>
          <a:bodyPr vert="horz" lIns="0" tIns="0" rIns="90000" bIns="46800" rtlCol="0" anchor="t" anchorCtr="0">
            <a:normAutofit/>
          </a:bodyPr>
          <a:lstStyle/>
          <a:p>
            <a:r>
              <a:rPr lang="es-ES_tradnl" dirty="0"/>
              <a:t>Haga clic para modificar el estilo de título del </a:t>
            </a:r>
            <a:r>
              <a:rPr lang="es-ES_tradnl" dirty="0" err="1"/>
              <a:t>slide</a:t>
            </a:r>
            <a:endParaRPr lang="en-US" dirty="0"/>
          </a:p>
        </p:txBody>
      </p:sp>
      <p:cxnSp>
        <p:nvCxnSpPr>
          <p:cNvPr id="9" name="Conector recto 8"/>
          <p:cNvCxnSpPr>
            <a:cxnSpLocks/>
          </p:cNvCxnSpPr>
          <p:nvPr userDrawn="1"/>
        </p:nvCxnSpPr>
        <p:spPr>
          <a:xfrm>
            <a:off x="4487569" y="503238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80475" y="3528466"/>
            <a:ext cx="7592735" cy="384062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4000" b="0" i="0">
                <a:latin typeface="Lato" charset="0"/>
                <a:ea typeface="Lato" charset="0"/>
                <a:cs typeface="Lato" charset="0"/>
              </a:defRPr>
            </a:lvl1pPr>
            <a:lvl2pPr marL="652790" indent="0" algn="ctr">
              <a:buNone/>
              <a:defRPr sz="2856"/>
            </a:lvl2pPr>
            <a:lvl3pPr marL="1305580" indent="0" algn="ctr">
              <a:buNone/>
              <a:defRPr sz="2570"/>
            </a:lvl3pPr>
            <a:lvl4pPr marL="1958370" indent="0" algn="ctr">
              <a:buNone/>
              <a:defRPr sz="2284"/>
            </a:lvl4pPr>
            <a:lvl5pPr marL="2611161" indent="0" algn="ctr">
              <a:buNone/>
              <a:defRPr sz="2284"/>
            </a:lvl5pPr>
            <a:lvl6pPr marL="3263951" indent="0" algn="ctr">
              <a:buNone/>
              <a:defRPr sz="2284"/>
            </a:lvl6pPr>
            <a:lvl7pPr marL="3916741" indent="0" algn="ctr">
              <a:buNone/>
              <a:defRPr sz="2284"/>
            </a:lvl7pPr>
            <a:lvl8pPr marL="4569531" indent="0" algn="ctr">
              <a:buNone/>
              <a:defRPr sz="2284"/>
            </a:lvl8pPr>
            <a:lvl9pPr marL="5222321" indent="0" algn="ctr">
              <a:buNone/>
              <a:defRPr sz="2284"/>
            </a:lvl9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11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e imag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 hasCustomPrompt="1"/>
          </p:nvPr>
        </p:nvSpPr>
        <p:spPr>
          <a:xfrm>
            <a:off x="4511675" y="6154648"/>
            <a:ext cx="7561535" cy="2053570"/>
          </a:xfrm>
        </p:spPr>
        <p:txBody>
          <a:bodyPr/>
          <a:lstStyle/>
          <a:p>
            <a:r>
              <a:rPr lang="es-ES_tradnl" dirty="0"/>
              <a:t>Haga clic para modificar el estilo de título del </a:t>
            </a:r>
            <a:r>
              <a:rPr lang="es-ES_tradnl" dirty="0" err="1"/>
              <a:t>slide</a:t>
            </a:r>
            <a:endParaRPr lang="es-ES_tradnl" dirty="0"/>
          </a:p>
        </p:txBody>
      </p:sp>
      <p:cxnSp>
        <p:nvCxnSpPr>
          <p:cNvPr id="16" name="Conector recto 15"/>
          <p:cNvCxnSpPr>
            <a:cxnSpLocks/>
          </p:cNvCxnSpPr>
          <p:nvPr userDrawn="1"/>
        </p:nvCxnSpPr>
        <p:spPr>
          <a:xfrm>
            <a:off x="4511675" y="8856290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imagen 2"/>
          <p:cNvSpPr>
            <a:spLocks noGrp="1"/>
          </p:cNvSpPr>
          <p:nvPr>
            <p:ph type="pic" sz="quarter" idx="10"/>
          </p:nvPr>
        </p:nvSpPr>
        <p:spPr>
          <a:xfrm>
            <a:off x="4511675" y="0"/>
            <a:ext cx="8545513" cy="5688013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44595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/>
          <p:cNvCxnSpPr>
            <a:cxnSpLocks/>
          </p:cNvCxnSpPr>
          <p:nvPr userDrawn="1"/>
        </p:nvCxnSpPr>
        <p:spPr>
          <a:xfrm>
            <a:off x="984250" y="1006649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84250" y="1511474"/>
            <a:ext cx="8136632" cy="348058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5000" b="0" i="0">
                <a:latin typeface="Lato" charset="0"/>
                <a:ea typeface="Lato" charset="0"/>
                <a:cs typeface="Lato" charset="0"/>
              </a:defRPr>
            </a:lvl1pPr>
            <a:lvl2pPr marL="652790" indent="0" algn="ctr">
              <a:buNone/>
              <a:defRPr sz="2856"/>
            </a:lvl2pPr>
            <a:lvl3pPr marL="1305580" indent="0" algn="ctr">
              <a:buNone/>
              <a:defRPr sz="2570"/>
            </a:lvl3pPr>
            <a:lvl4pPr marL="1958370" indent="0" algn="ctr">
              <a:buNone/>
              <a:defRPr sz="2284"/>
            </a:lvl4pPr>
            <a:lvl5pPr marL="2611161" indent="0" algn="ctr">
              <a:buNone/>
              <a:defRPr sz="2284"/>
            </a:lvl5pPr>
            <a:lvl6pPr marL="3263951" indent="0" algn="ctr">
              <a:buNone/>
              <a:defRPr sz="2284"/>
            </a:lvl6pPr>
            <a:lvl7pPr marL="3916741" indent="0" algn="ctr">
              <a:buNone/>
              <a:defRPr sz="2284"/>
            </a:lvl7pPr>
            <a:lvl8pPr marL="4569531" indent="0" algn="ctr">
              <a:buNone/>
              <a:defRPr sz="2284"/>
            </a:lvl8pPr>
            <a:lvl9pPr marL="5222321" indent="0" algn="ctr">
              <a:buNone/>
              <a:defRPr sz="2284"/>
            </a:lvl9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918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fa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/>
          <p:cNvCxnSpPr>
            <a:cxnSpLocks/>
          </p:cNvCxnSpPr>
          <p:nvPr userDrawn="1"/>
        </p:nvCxnSpPr>
        <p:spPr>
          <a:xfrm>
            <a:off x="984250" y="1006649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84250" y="1440417"/>
            <a:ext cx="8690562" cy="1432252"/>
          </a:xfrm>
        </p:spPr>
        <p:txBody>
          <a:bodyPr rIns="0" bIns="0">
            <a:spAutoFit/>
          </a:bodyPr>
          <a:lstStyle/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84250" y="3306436"/>
            <a:ext cx="7592735" cy="348058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4000" b="0" i="0">
                <a:latin typeface="Lato" charset="0"/>
                <a:ea typeface="Lato" charset="0"/>
                <a:cs typeface="Lato" charset="0"/>
              </a:defRPr>
            </a:lvl1pPr>
            <a:lvl2pPr marL="652790" indent="0" algn="ctr">
              <a:buNone/>
              <a:defRPr sz="2856"/>
            </a:lvl2pPr>
            <a:lvl3pPr marL="1305580" indent="0" algn="ctr">
              <a:buNone/>
              <a:defRPr sz="2570"/>
            </a:lvl3pPr>
            <a:lvl4pPr marL="1958370" indent="0" algn="ctr">
              <a:buNone/>
              <a:defRPr sz="2284"/>
            </a:lvl4pPr>
            <a:lvl5pPr marL="2611161" indent="0" algn="ctr">
              <a:buNone/>
              <a:defRPr sz="2284"/>
            </a:lvl5pPr>
            <a:lvl6pPr marL="3263951" indent="0" algn="ctr">
              <a:buNone/>
              <a:defRPr sz="2284"/>
            </a:lvl6pPr>
            <a:lvl7pPr marL="3916741" indent="0" algn="ctr">
              <a:buNone/>
              <a:defRPr sz="2284"/>
            </a:lvl7pPr>
            <a:lvl8pPr marL="4569531" indent="0" algn="ctr">
              <a:buNone/>
              <a:defRPr sz="2284"/>
            </a:lvl8pPr>
            <a:lvl9pPr marL="5222321" indent="0" algn="ctr">
              <a:buNone/>
              <a:defRPr sz="2284"/>
            </a:lvl9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074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250" y="1512243"/>
            <a:ext cx="8690562" cy="1432252"/>
          </a:xfrm>
        </p:spPr>
        <p:txBody>
          <a:bodyPr>
            <a:spAutoFit/>
          </a:bodyPr>
          <a:lstStyle/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4" name="Conector recto 13"/>
          <p:cNvCxnSpPr>
            <a:cxnSpLocks/>
          </p:cNvCxnSpPr>
          <p:nvPr userDrawn="1"/>
        </p:nvCxnSpPr>
        <p:spPr>
          <a:xfrm>
            <a:off x="984250" y="1007418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8" y="3449319"/>
            <a:ext cx="2209800" cy="2209800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741" y="3449319"/>
            <a:ext cx="2209800" cy="2209800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397" y="3449319"/>
            <a:ext cx="2209800" cy="2209800"/>
          </a:xfrm>
          <a:prstGeom prst="rect">
            <a:avLst/>
          </a:prstGeom>
        </p:spPr>
      </p:pic>
      <p:sp>
        <p:nvSpPr>
          <p:cNvPr id="24" name="Marcador de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894611" y="5932721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4000" b="0" i="0" baseline="0"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25" name="Marcador de texto 2"/>
          <p:cNvSpPr>
            <a:spLocks noGrp="1"/>
          </p:cNvSpPr>
          <p:nvPr>
            <p:ph type="body" sz="quarter" idx="12" hasCustomPrompt="1"/>
          </p:nvPr>
        </p:nvSpPr>
        <p:spPr>
          <a:xfrm>
            <a:off x="4788297" y="5932721"/>
            <a:ext cx="3480593" cy="6477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4000" b="0" i="0" baseline="0"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26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8560001" y="5932721"/>
            <a:ext cx="3480593" cy="6477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4000" b="0" i="0" baseline="0"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27" name="Marcador de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894611" y="6580421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3200" b="0" i="0" baseline="0">
                <a:solidFill>
                  <a:srgbClr val="00B0F0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28" name="Marcador de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4776193" y="6580421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3200" b="0" i="0" baseline="0">
                <a:solidFill>
                  <a:srgbClr val="00B0F0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29" name="Marcador de texto 2"/>
          <p:cNvSpPr>
            <a:spLocks noGrp="1"/>
          </p:cNvSpPr>
          <p:nvPr>
            <p:ph type="body" sz="quarter" idx="16" hasCustomPrompt="1"/>
          </p:nvPr>
        </p:nvSpPr>
        <p:spPr>
          <a:xfrm>
            <a:off x="8560001" y="6580421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3200" b="0" i="0" baseline="0">
                <a:solidFill>
                  <a:srgbClr val="00B0F0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4250" y="1512118"/>
            <a:ext cx="8690562" cy="1439516"/>
          </a:xfrm>
        </p:spPr>
        <p:txBody>
          <a:bodyPr/>
          <a:lstStyle/>
          <a:p>
            <a:r>
              <a:rPr lang="es-ES_tradnl" dirty="0"/>
              <a:t>Haga clic para modificar el estilo de título del patrón</a:t>
            </a:r>
          </a:p>
        </p:txBody>
      </p:sp>
      <p:cxnSp>
        <p:nvCxnSpPr>
          <p:cNvPr id="4" name="Conector recto 3"/>
          <p:cNvCxnSpPr>
            <a:cxnSpLocks/>
          </p:cNvCxnSpPr>
          <p:nvPr userDrawn="1"/>
        </p:nvCxnSpPr>
        <p:spPr>
          <a:xfrm>
            <a:off x="984250" y="1007294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11675" y="3455690"/>
            <a:ext cx="7561263" cy="1095775"/>
          </a:xfrm>
        </p:spPr>
        <p:txBody>
          <a:bodyPr lIns="0" tIns="0" rIns="0" bIns="0">
            <a:noAutofit/>
          </a:bodyPr>
          <a:lstStyle>
            <a:lvl1pPr marL="571500" indent="-571500" algn="l">
              <a:buFont typeface="Arial" charset="0"/>
              <a:buChar char="•"/>
              <a:defRPr sz="4000" b="0" i="0">
                <a:latin typeface="Lato" charset="0"/>
                <a:ea typeface="Lato" charset="0"/>
                <a:cs typeface="Lato" charset="0"/>
              </a:defRPr>
            </a:lvl1pPr>
            <a:lvl2pPr marL="652790" indent="0" algn="ctr">
              <a:buNone/>
              <a:defRPr sz="2856"/>
            </a:lvl2pPr>
            <a:lvl3pPr marL="1305580" indent="0" algn="ctr">
              <a:buNone/>
              <a:defRPr sz="2570"/>
            </a:lvl3pPr>
            <a:lvl4pPr marL="1958370" indent="0" algn="ctr">
              <a:buNone/>
              <a:defRPr sz="2284"/>
            </a:lvl4pPr>
            <a:lvl5pPr marL="2611161" indent="0" algn="ctr">
              <a:buNone/>
              <a:defRPr sz="2284"/>
            </a:lvl5pPr>
            <a:lvl6pPr marL="3263951" indent="0" algn="ctr">
              <a:buNone/>
              <a:defRPr sz="2284"/>
            </a:lvl6pPr>
            <a:lvl7pPr marL="3916741" indent="0" algn="ctr">
              <a:buNone/>
              <a:defRPr sz="2284"/>
            </a:lvl7pPr>
            <a:lvl8pPr marL="4569531" indent="0" algn="ctr">
              <a:buNone/>
              <a:defRPr sz="2284"/>
            </a:lvl8pPr>
            <a:lvl9pPr marL="5222321" indent="0" algn="ctr">
              <a:buNone/>
              <a:defRPr sz="2284"/>
            </a:lvl9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  <p:sp>
        <p:nvSpPr>
          <p:cNvPr id="24" name="Marcador de texto 23"/>
          <p:cNvSpPr>
            <a:spLocks noGrp="1"/>
          </p:cNvSpPr>
          <p:nvPr>
            <p:ph type="body" sz="quarter" idx="10" hasCustomPrompt="1"/>
          </p:nvPr>
        </p:nvSpPr>
        <p:spPr>
          <a:xfrm>
            <a:off x="4511675" y="5111750"/>
            <a:ext cx="7561263" cy="1223963"/>
          </a:xfrm>
        </p:spPr>
        <p:txBody>
          <a:bodyPr>
            <a:normAutofit/>
          </a:bodyPr>
          <a:lstStyle>
            <a:lvl1pPr marL="571500" marR="0" indent="-571500" algn="l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 sz="4000" b="0" i="0">
                <a:latin typeface="Lato" charset="0"/>
                <a:ea typeface="Lato" charset="0"/>
                <a:cs typeface="Lato" charset="0"/>
              </a:defRPr>
            </a:lvl1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  <p:sp>
        <p:nvSpPr>
          <p:cNvPr id="10" name="Marcador de texto 23"/>
          <p:cNvSpPr>
            <a:spLocks noGrp="1"/>
          </p:cNvSpPr>
          <p:nvPr>
            <p:ph type="body" sz="quarter" idx="11" hasCustomPrompt="1"/>
          </p:nvPr>
        </p:nvSpPr>
        <p:spPr>
          <a:xfrm>
            <a:off x="4511675" y="6912074"/>
            <a:ext cx="7561263" cy="1223963"/>
          </a:xfrm>
        </p:spPr>
        <p:txBody>
          <a:bodyPr>
            <a:normAutofit/>
          </a:bodyPr>
          <a:lstStyle>
            <a:lvl1pPr marL="571500" marR="0" indent="-571500" algn="l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 sz="4000" b="0" i="0">
                <a:latin typeface="Lato" charset="0"/>
                <a:ea typeface="Lato" charset="0"/>
                <a:cs typeface="Lato" charset="0"/>
              </a:defRPr>
            </a:lvl1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57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10634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e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80644" y="1008063"/>
            <a:ext cx="8066088" cy="144016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 dirty="0"/>
              <a:t>Haga clic para modificar el estilo de título del patrón.</a:t>
            </a:r>
          </a:p>
        </p:txBody>
      </p:sp>
      <p:sp>
        <p:nvSpPr>
          <p:cNvPr id="8" name="Marcador de imagen 7"/>
          <p:cNvSpPr>
            <a:spLocks noGrp="1"/>
          </p:cNvSpPr>
          <p:nvPr>
            <p:ph type="pic" sz="quarter" idx="11"/>
          </p:nvPr>
        </p:nvSpPr>
        <p:spPr>
          <a:xfrm>
            <a:off x="4511675" y="3455988"/>
            <a:ext cx="8545513" cy="6335712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6831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 hasCustomPrompt="1"/>
          </p:nvPr>
        </p:nvSpPr>
        <p:spPr>
          <a:xfrm>
            <a:off x="4516061" y="4103762"/>
            <a:ext cx="8066088" cy="1512168"/>
          </a:xfrm>
        </p:spPr>
        <p:txBody>
          <a:bodyPr/>
          <a:lstStyle>
            <a:lvl1pPr>
              <a:defRPr/>
            </a:lvl1pPr>
          </a:lstStyle>
          <a:p>
            <a:r>
              <a:rPr lang="es-ES_tradnl" dirty="0"/>
              <a:t>Haga clic para modificar el estilo de título del patrón.</a:t>
            </a:r>
          </a:p>
        </p:txBody>
      </p:sp>
    </p:spTree>
    <p:extLst>
      <p:ext uri="{BB962C8B-B14F-4D97-AF65-F5344CB8AC3E}">
        <p14:creationId xmlns:p14="http://schemas.microsoft.com/office/powerpoint/2010/main" val="643372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n Comple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imagen 3"/>
          <p:cNvSpPr>
            <a:spLocks noGrp="1"/>
          </p:cNvSpPr>
          <p:nvPr>
            <p:ph type="pic" sz="quarter" idx="10"/>
          </p:nvPr>
        </p:nvSpPr>
        <p:spPr>
          <a:xfrm>
            <a:off x="479426" y="503237"/>
            <a:ext cx="12098336" cy="8785225"/>
          </a:xfrm>
        </p:spPr>
        <p:txBody>
          <a:bodyPr/>
          <a:lstStyle/>
          <a:p>
            <a:endParaRPr lang="es-ES_tradnl" dirty="0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29300"/>
            <a:ext cx="39751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1598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sang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3057188" cy="9791699"/>
          </a:xfrm>
        </p:spPr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442069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n comple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3055600" cy="9791700"/>
          </a:xfrm>
          <a:prstGeom prst="rect">
            <a:avLst/>
          </a:prstGeom>
        </p:spPr>
      </p:pic>
      <p:sp>
        <p:nvSpPr>
          <p:cNvPr id="4" name="Marcador de imagen 3"/>
          <p:cNvSpPr>
            <a:spLocks noGrp="1"/>
          </p:cNvSpPr>
          <p:nvPr>
            <p:ph type="pic" sz="quarter" idx="10"/>
          </p:nvPr>
        </p:nvSpPr>
        <p:spPr>
          <a:xfrm>
            <a:off x="479425" y="503238"/>
            <a:ext cx="12098338" cy="8785225"/>
          </a:xfrm>
        </p:spPr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261637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imagenes vertic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imagen 3"/>
          <p:cNvSpPr>
            <a:spLocks noGrp="1"/>
          </p:cNvSpPr>
          <p:nvPr>
            <p:ph type="pic" sz="quarter" idx="10"/>
          </p:nvPr>
        </p:nvSpPr>
        <p:spPr>
          <a:xfrm>
            <a:off x="479425" y="503238"/>
            <a:ext cx="5833145" cy="8785225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5" name="Marcador de imagen 3"/>
          <p:cNvSpPr>
            <a:spLocks noGrp="1"/>
          </p:cNvSpPr>
          <p:nvPr>
            <p:ph type="pic" sz="quarter" idx="11"/>
          </p:nvPr>
        </p:nvSpPr>
        <p:spPr>
          <a:xfrm>
            <a:off x="6744619" y="503238"/>
            <a:ext cx="5833144" cy="8785225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193481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nes sangra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3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312570" cy="9791700"/>
          </a:xfrm>
        </p:spPr>
        <p:txBody>
          <a:bodyPr/>
          <a:lstStyle/>
          <a:p>
            <a:endParaRPr lang="es-ES_tradnl"/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1"/>
          </p:nvPr>
        </p:nvSpPr>
        <p:spPr>
          <a:xfrm>
            <a:off x="6744618" y="0"/>
            <a:ext cx="6312569" cy="9791700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614762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3"/>
          <p:cNvSpPr>
            <a:spLocks noGrp="1"/>
          </p:cNvSpPr>
          <p:nvPr>
            <p:ph type="pic" sz="quarter" idx="10"/>
          </p:nvPr>
        </p:nvSpPr>
        <p:spPr>
          <a:xfrm>
            <a:off x="479425" y="503238"/>
            <a:ext cx="5833145" cy="4103638"/>
          </a:xfrm>
        </p:spPr>
        <p:txBody>
          <a:bodyPr/>
          <a:lstStyle/>
          <a:p>
            <a:endParaRPr lang="es-ES_tradnl"/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1"/>
          </p:nvPr>
        </p:nvSpPr>
        <p:spPr>
          <a:xfrm>
            <a:off x="479425" y="5039866"/>
            <a:ext cx="5828383" cy="4248597"/>
          </a:xfrm>
        </p:spPr>
        <p:txBody>
          <a:bodyPr/>
          <a:lstStyle/>
          <a:p>
            <a:endParaRPr lang="es-ES_tradnl"/>
          </a:p>
        </p:txBody>
      </p:sp>
      <p:sp>
        <p:nvSpPr>
          <p:cNvPr id="5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6737543" y="503238"/>
            <a:ext cx="5840219" cy="4103637"/>
          </a:xfrm>
        </p:spPr>
        <p:txBody>
          <a:bodyPr/>
          <a:lstStyle/>
          <a:p>
            <a:endParaRPr lang="es-ES_tradnl"/>
          </a:p>
        </p:txBody>
      </p:sp>
      <p:sp>
        <p:nvSpPr>
          <p:cNvPr id="6" name="Marcador de imagen 3"/>
          <p:cNvSpPr>
            <a:spLocks noGrp="1"/>
          </p:cNvSpPr>
          <p:nvPr>
            <p:ph type="pic" sz="quarter" idx="13"/>
          </p:nvPr>
        </p:nvSpPr>
        <p:spPr>
          <a:xfrm>
            <a:off x="6732781" y="5039867"/>
            <a:ext cx="5844981" cy="4248596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61991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nes sangra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3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312570" cy="4606876"/>
          </a:xfrm>
        </p:spPr>
        <p:txBody>
          <a:bodyPr/>
          <a:lstStyle/>
          <a:p>
            <a:endParaRPr lang="es-ES_tradnl"/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1"/>
          </p:nvPr>
        </p:nvSpPr>
        <p:spPr>
          <a:xfrm>
            <a:off x="1" y="5039866"/>
            <a:ext cx="6307807" cy="4751834"/>
          </a:xfrm>
        </p:spPr>
        <p:txBody>
          <a:bodyPr/>
          <a:lstStyle/>
          <a:p>
            <a:endParaRPr lang="es-ES_tradnl"/>
          </a:p>
        </p:txBody>
      </p:sp>
      <p:sp>
        <p:nvSpPr>
          <p:cNvPr id="5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6737543" y="0"/>
            <a:ext cx="6319645" cy="4606875"/>
          </a:xfrm>
        </p:spPr>
        <p:txBody>
          <a:bodyPr/>
          <a:lstStyle/>
          <a:p>
            <a:endParaRPr lang="es-ES_tradnl"/>
          </a:p>
        </p:txBody>
      </p:sp>
      <p:sp>
        <p:nvSpPr>
          <p:cNvPr id="6" name="Marcador de imagen 3"/>
          <p:cNvSpPr>
            <a:spLocks noGrp="1"/>
          </p:cNvSpPr>
          <p:nvPr>
            <p:ph type="pic" sz="quarter" idx="13"/>
          </p:nvPr>
        </p:nvSpPr>
        <p:spPr>
          <a:xfrm>
            <a:off x="6732781" y="5039866"/>
            <a:ext cx="6324407" cy="4751833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21004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n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3"/>
          <p:cNvSpPr>
            <a:spLocks noGrp="1"/>
          </p:cNvSpPr>
          <p:nvPr>
            <p:ph type="pic" sz="quarter" idx="10"/>
          </p:nvPr>
        </p:nvSpPr>
        <p:spPr>
          <a:xfrm>
            <a:off x="479425" y="503238"/>
            <a:ext cx="4609009" cy="4103638"/>
          </a:xfrm>
        </p:spPr>
        <p:txBody>
          <a:bodyPr/>
          <a:lstStyle/>
          <a:p>
            <a:endParaRPr lang="es-ES_tradnl"/>
          </a:p>
        </p:txBody>
      </p:sp>
      <p:sp>
        <p:nvSpPr>
          <p:cNvPr id="5" name="Marcador de imagen 3"/>
          <p:cNvSpPr>
            <a:spLocks noGrp="1"/>
          </p:cNvSpPr>
          <p:nvPr>
            <p:ph type="pic" sz="quarter" idx="11"/>
          </p:nvPr>
        </p:nvSpPr>
        <p:spPr>
          <a:xfrm>
            <a:off x="5519985" y="503238"/>
            <a:ext cx="4609009" cy="4103638"/>
          </a:xfrm>
        </p:spPr>
        <p:txBody>
          <a:bodyPr/>
          <a:lstStyle/>
          <a:p>
            <a:endParaRPr lang="es-ES_tradnl"/>
          </a:p>
        </p:txBody>
      </p:sp>
      <p:sp>
        <p:nvSpPr>
          <p:cNvPr id="6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2892560" y="5184825"/>
            <a:ext cx="4609009" cy="4103638"/>
          </a:xfrm>
        </p:spPr>
        <p:txBody>
          <a:bodyPr/>
          <a:lstStyle/>
          <a:p>
            <a:endParaRPr lang="es-ES_tradnl"/>
          </a:p>
        </p:txBody>
      </p:sp>
      <p:sp>
        <p:nvSpPr>
          <p:cNvPr id="7" name="Marcador de imagen 3"/>
          <p:cNvSpPr>
            <a:spLocks noGrp="1"/>
          </p:cNvSpPr>
          <p:nvPr>
            <p:ph type="pic" sz="quarter" idx="13"/>
          </p:nvPr>
        </p:nvSpPr>
        <p:spPr>
          <a:xfrm>
            <a:off x="7933120" y="5184825"/>
            <a:ext cx="4609009" cy="4103638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680603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3"/>
          <p:cNvSpPr>
            <a:spLocks noGrp="1"/>
          </p:cNvSpPr>
          <p:nvPr>
            <p:ph type="pic" sz="quarter" idx="10"/>
          </p:nvPr>
        </p:nvSpPr>
        <p:spPr>
          <a:xfrm>
            <a:off x="479426" y="2591594"/>
            <a:ext cx="3744416" cy="3960440"/>
          </a:xfrm>
        </p:spPr>
        <p:txBody>
          <a:bodyPr/>
          <a:lstStyle/>
          <a:p>
            <a:endParaRPr lang="es-ES_tradnl"/>
          </a:p>
        </p:txBody>
      </p:sp>
      <p:sp>
        <p:nvSpPr>
          <p:cNvPr id="4" name="Marcador de imagen 3"/>
          <p:cNvSpPr>
            <a:spLocks noGrp="1"/>
          </p:cNvSpPr>
          <p:nvPr>
            <p:ph type="pic" sz="quarter" idx="11"/>
          </p:nvPr>
        </p:nvSpPr>
        <p:spPr>
          <a:xfrm>
            <a:off x="4656386" y="2591594"/>
            <a:ext cx="3744416" cy="3960440"/>
          </a:xfrm>
        </p:spPr>
        <p:txBody>
          <a:bodyPr/>
          <a:lstStyle/>
          <a:p>
            <a:endParaRPr lang="es-ES_tradnl"/>
          </a:p>
        </p:txBody>
      </p:sp>
      <p:sp>
        <p:nvSpPr>
          <p:cNvPr id="5" name="Marcador de imagen 3"/>
          <p:cNvSpPr>
            <a:spLocks noGrp="1"/>
          </p:cNvSpPr>
          <p:nvPr>
            <p:ph type="pic" sz="quarter" idx="12"/>
          </p:nvPr>
        </p:nvSpPr>
        <p:spPr>
          <a:xfrm>
            <a:off x="8832850" y="2591594"/>
            <a:ext cx="3744416" cy="3960440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83307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3"/>
          <p:cNvSpPr>
            <a:spLocks noGrp="1"/>
          </p:cNvSpPr>
          <p:nvPr>
            <p:ph type="pic" sz="quarter" idx="10"/>
          </p:nvPr>
        </p:nvSpPr>
        <p:spPr>
          <a:xfrm>
            <a:off x="3216226" y="503238"/>
            <a:ext cx="6624736" cy="8786812"/>
          </a:xfrm>
        </p:spPr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8461385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 text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 hasCustomPrompt="1"/>
          </p:nvPr>
        </p:nvSpPr>
        <p:spPr>
          <a:xfrm>
            <a:off x="1704058" y="4049557"/>
            <a:ext cx="9649072" cy="1440161"/>
          </a:xfrm>
        </p:spPr>
        <p:txBody>
          <a:bodyPr/>
          <a:lstStyle>
            <a:lvl1pPr algn="ctr">
              <a:defRPr baseline="0"/>
            </a:lvl1pPr>
          </a:lstStyle>
          <a:p>
            <a:r>
              <a:rPr lang="es-ES_tradnl" dirty="0"/>
              <a:t>Haga clic para modificar el texto de la cita</a:t>
            </a:r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6225957" y="6247697"/>
            <a:ext cx="605275" cy="44835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5957" y="3005377"/>
            <a:ext cx="605275" cy="44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546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8" y="2303562"/>
            <a:ext cx="2209800" cy="2209800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741" y="2303562"/>
            <a:ext cx="2209800" cy="220980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397" y="2303562"/>
            <a:ext cx="2209800" cy="2209800"/>
          </a:xfrm>
          <a:prstGeom prst="rect">
            <a:avLst/>
          </a:prstGeom>
        </p:spPr>
      </p:pic>
      <p:sp>
        <p:nvSpPr>
          <p:cNvPr id="3" name="Marcador de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894611" y="4786964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4000" b="0" i="0" baseline="0"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12" name="Marcador de texto 2"/>
          <p:cNvSpPr>
            <a:spLocks noGrp="1"/>
          </p:cNvSpPr>
          <p:nvPr>
            <p:ph type="body" sz="quarter" idx="12" hasCustomPrompt="1"/>
          </p:nvPr>
        </p:nvSpPr>
        <p:spPr>
          <a:xfrm>
            <a:off x="4788297" y="4786964"/>
            <a:ext cx="3480593" cy="6477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4000" b="0" i="0" baseline="0"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16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8560001" y="4786964"/>
            <a:ext cx="3480593" cy="6477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4000" b="0" i="0" baseline="0"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17" name="Marcador de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894611" y="5434664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3200" b="0" i="0" baseline="0">
                <a:solidFill>
                  <a:srgbClr val="00B0F0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19" name="Marcador de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4776193" y="5434664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3200" b="0" i="0" baseline="0">
                <a:solidFill>
                  <a:srgbClr val="00B0F0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21" name="Marcador de texto 2"/>
          <p:cNvSpPr>
            <a:spLocks noGrp="1"/>
          </p:cNvSpPr>
          <p:nvPr>
            <p:ph type="body" sz="quarter" idx="16" hasCustomPrompt="1"/>
          </p:nvPr>
        </p:nvSpPr>
        <p:spPr>
          <a:xfrm>
            <a:off x="8560001" y="5434664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3200" b="0" i="0" baseline="0">
                <a:solidFill>
                  <a:srgbClr val="00B0F0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</p:spTree>
    <p:extLst>
      <p:ext uri="{BB962C8B-B14F-4D97-AF65-F5344CB8AC3E}">
        <p14:creationId xmlns:p14="http://schemas.microsoft.com/office/powerpoint/2010/main" val="19041294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988" y="2130126"/>
            <a:ext cx="3415902" cy="3415902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574" y="2130126"/>
            <a:ext cx="3415902" cy="3415902"/>
          </a:xfrm>
          <a:prstGeom prst="rect">
            <a:avLst/>
          </a:prstGeom>
        </p:spPr>
      </p:pic>
      <p:sp>
        <p:nvSpPr>
          <p:cNvPr id="9" name="Marcador de texto 2"/>
          <p:cNvSpPr>
            <a:spLocks noGrp="1"/>
          </p:cNvSpPr>
          <p:nvPr>
            <p:ph type="body" sz="quarter" idx="12" hasCustomPrompt="1"/>
          </p:nvPr>
        </p:nvSpPr>
        <p:spPr>
          <a:xfrm>
            <a:off x="7352229" y="5903962"/>
            <a:ext cx="3480593" cy="6477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4000" b="0" i="0" baseline="0"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7352229" y="6551662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3500" b="0" i="0" baseline="0">
                <a:solidFill>
                  <a:srgbClr val="00B0F0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12" name="Marcador de texto 2"/>
          <p:cNvSpPr>
            <a:spLocks noGrp="1"/>
          </p:cNvSpPr>
          <p:nvPr>
            <p:ph type="body" sz="quarter" idx="16" hasCustomPrompt="1"/>
          </p:nvPr>
        </p:nvSpPr>
        <p:spPr>
          <a:xfrm>
            <a:off x="2079643" y="5903962"/>
            <a:ext cx="3480593" cy="6477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4000" b="0" i="0" baseline="0"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16" name="Marcador de texto 2"/>
          <p:cNvSpPr>
            <a:spLocks noGrp="1"/>
          </p:cNvSpPr>
          <p:nvPr>
            <p:ph type="body" sz="quarter" idx="17" hasCustomPrompt="1"/>
          </p:nvPr>
        </p:nvSpPr>
        <p:spPr>
          <a:xfrm>
            <a:off x="2079643" y="6551662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3500" b="0" i="0" baseline="0">
                <a:solidFill>
                  <a:srgbClr val="00B0F0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</p:spTree>
    <p:extLst>
      <p:ext uri="{BB962C8B-B14F-4D97-AF65-F5344CB8AC3E}">
        <p14:creationId xmlns:p14="http://schemas.microsoft.com/office/powerpoint/2010/main" val="12443688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43" y="2130126"/>
            <a:ext cx="3415902" cy="3415902"/>
          </a:xfrm>
          <a:prstGeom prst="rect">
            <a:avLst/>
          </a:prstGeom>
        </p:spPr>
      </p:pic>
      <p:sp>
        <p:nvSpPr>
          <p:cNvPr id="4" name="Marcador de texto 2"/>
          <p:cNvSpPr>
            <a:spLocks noGrp="1"/>
          </p:cNvSpPr>
          <p:nvPr>
            <p:ph type="body" sz="quarter" idx="12" hasCustomPrompt="1"/>
          </p:nvPr>
        </p:nvSpPr>
        <p:spPr>
          <a:xfrm>
            <a:off x="4788298" y="5903962"/>
            <a:ext cx="3480593" cy="6477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4000" b="0" i="0" baseline="0"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5" name="Marcador de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4788298" y="6551662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3500" b="0" i="0" baseline="0">
                <a:solidFill>
                  <a:srgbClr val="00B0F0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</p:spTree>
    <p:extLst>
      <p:ext uri="{BB962C8B-B14F-4D97-AF65-F5344CB8AC3E}">
        <p14:creationId xmlns:p14="http://schemas.microsoft.com/office/powerpoint/2010/main" val="1727023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984250" y="1519382"/>
            <a:ext cx="8568680" cy="1432252"/>
          </a:xfrm>
        </p:spPr>
        <p:txBody>
          <a:bodyPr wrap="square">
            <a:spAutoFit/>
          </a:bodyPr>
          <a:lstStyle/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1" name="Conector recto 10"/>
          <p:cNvCxnSpPr>
            <a:cxnSpLocks/>
          </p:cNvCxnSpPr>
          <p:nvPr userDrawn="1"/>
        </p:nvCxnSpPr>
        <p:spPr>
          <a:xfrm>
            <a:off x="1029470" y="1014557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041" y="3355314"/>
            <a:ext cx="2920802" cy="2920802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601" y="3323155"/>
            <a:ext cx="2920802" cy="2920802"/>
          </a:xfrm>
          <a:prstGeom prst="rect">
            <a:avLst/>
          </a:prstGeom>
        </p:spPr>
      </p:pic>
      <p:sp>
        <p:nvSpPr>
          <p:cNvPr id="13" name="Marcador de texto 2"/>
          <p:cNvSpPr>
            <a:spLocks noGrp="1"/>
          </p:cNvSpPr>
          <p:nvPr>
            <p:ph type="body" sz="quarter" idx="16" hasCustomPrompt="1"/>
          </p:nvPr>
        </p:nvSpPr>
        <p:spPr>
          <a:xfrm>
            <a:off x="2496146" y="6472694"/>
            <a:ext cx="3480593" cy="6477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4000" b="0" i="0" baseline="0"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15" name="Marcador de texto 2"/>
          <p:cNvSpPr>
            <a:spLocks noGrp="1"/>
          </p:cNvSpPr>
          <p:nvPr>
            <p:ph type="body" sz="quarter" idx="17" hasCustomPrompt="1"/>
          </p:nvPr>
        </p:nvSpPr>
        <p:spPr>
          <a:xfrm>
            <a:off x="2496146" y="7120394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3500" b="0" i="0" baseline="0">
                <a:solidFill>
                  <a:srgbClr val="00B0F0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16" name="Marcador de texto 2"/>
          <p:cNvSpPr>
            <a:spLocks noGrp="1"/>
          </p:cNvSpPr>
          <p:nvPr>
            <p:ph type="body" sz="quarter" idx="18" hasCustomPrompt="1"/>
          </p:nvPr>
        </p:nvSpPr>
        <p:spPr>
          <a:xfrm>
            <a:off x="7536706" y="6472694"/>
            <a:ext cx="3480593" cy="6477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4000" b="0" i="0" baseline="0"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17" name="Marcador de texto 2"/>
          <p:cNvSpPr>
            <a:spLocks noGrp="1"/>
          </p:cNvSpPr>
          <p:nvPr>
            <p:ph type="body" sz="quarter" idx="19" hasCustomPrompt="1"/>
          </p:nvPr>
        </p:nvSpPr>
        <p:spPr>
          <a:xfrm>
            <a:off x="7536706" y="7120394"/>
            <a:ext cx="3480593" cy="647700"/>
          </a:xfrm>
        </p:spPr>
        <p:txBody>
          <a:bodyPr lIns="0" tIns="0" rIns="0" bIns="0">
            <a:normAutofit/>
          </a:bodyPr>
          <a:lstStyle>
            <a:lvl1pPr marL="0" indent="0" algn="ctr">
              <a:buFontTx/>
              <a:buNone/>
              <a:defRPr sz="3500" b="0" i="0" baseline="0">
                <a:solidFill>
                  <a:srgbClr val="00B0F0"/>
                </a:solidFill>
                <a:latin typeface="Lato" charset="0"/>
                <a:ea typeface="Lato" charset="0"/>
                <a:cs typeface="Lato" charset="0"/>
              </a:defRPr>
            </a:lvl1pPr>
          </a:lstStyle>
          <a:p>
            <a:pPr marL="326395" marR="0" lvl="0" indent="-326395" algn="ctr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</p:spTree>
    <p:extLst>
      <p:ext uri="{BB962C8B-B14F-4D97-AF65-F5344CB8AC3E}">
        <p14:creationId xmlns:p14="http://schemas.microsoft.com/office/powerpoint/2010/main" val="19726039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bjeto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26" y="1079426"/>
            <a:ext cx="2209800" cy="22098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26" y="4607818"/>
            <a:ext cx="2209800" cy="2209800"/>
          </a:xfrm>
          <a:prstGeom prst="rect">
            <a:avLst/>
          </a:prstGeom>
        </p:spPr>
      </p:pic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01173" y="1892755"/>
            <a:ext cx="7571765" cy="1107996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4000" b="0" i="0">
                <a:latin typeface="Lato" charset="0"/>
                <a:ea typeface="Lato" charset="0"/>
                <a:cs typeface="Lato" charset="0"/>
              </a:defRPr>
            </a:lvl1pPr>
            <a:lvl2pPr marL="652790" indent="0" algn="ctr">
              <a:buNone/>
              <a:defRPr sz="2856"/>
            </a:lvl2pPr>
            <a:lvl3pPr marL="1305580" indent="0" algn="ctr">
              <a:buNone/>
              <a:defRPr sz="2570"/>
            </a:lvl3pPr>
            <a:lvl4pPr marL="1958370" indent="0" algn="ctr">
              <a:buNone/>
              <a:defRPr sz="2284"/>
            </a:lvl4pPr>
            <a:lvl5pPr marL="2611161" indent="0" algn="ctr">
              <a:buNone/>
              <a:defRPr sz="2284"/>
            </a:lvl5pPr>
            <a:lvl6pPr marL="3263951" indent="0" algn="ctr">
              <a:buNone/>
              <a:defRPr sz="2284"/>
            </a:lvl6pPr>
            <a:lvl7pPr marL="3916741" indent="0" algn="ctr">
              <a:buNone/>
              <a:defRPr sz="2284"/>
            </a:lvl7pPr>
            <a:lvl8pPr marL="4569531" indent="0" algn="ctr">
              <a:buNone/>
              <a:defRPr sz="2284"/>
            </a:lvl8pPr>
            <a:lvl9pPr marL="5222321" indent="0" algn="ctr">
              <a:buNone/>
              <a:defRPr sz="2284"/>
            </a:lvl9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  <p:sp>
        <p:nvSpPr>
          <p:cNvPr id="17" name="Título 1"/>
          <p:cNvSpPr>
            <a:spLocks noGrp="1"/>
          </p:cNvSpPr>
          <p:nvPr>
            <p:ph type="title" hasCustomPrompt="1"/>
          </p:nvPr>
        </p:nvSpPr>
        <p:spPr>
          <a:xfrm>
            <a:off x="4511675" y="1035001"/>
            <a:ext cx="7561263" cy="692497"/>
          </a:xfrm>
        </p:spPr>
        <p:txBody>
          <a:bodyPr wrap="square" rIns="0" bIns="0">
            <a:spAutoFit/>
          </a:bodyPr>
          <a:lstStyle>
            <a:lvl1pPr>
              <a:defRPr b="1" i="0">
                <a:latin typeface="Lato Heavy" charset="0"/>
                <a:ea typeface="Lato Heavy" charset="0"/>
                <a:cs typeface="Lato Heavy" charset="0"/>
              </a:defRPr>
            </a:lvl1pPr>
          </a:lstStyle>
          <a:p>
            <a:r>
              <a:rPr lang="es-ES_tradnl" dirty="0"/>
              <a:t>Nombre ítem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0" hasCustomPrompt="1"/>
          </p:nvPr>
        </p:nvSpPr>
        <p:spPr>
          <a:xfrm>
            <a:off x="4511675" y="4824413"/>
            <a:ext cx="7561263" cy="692497"/>
          </a:xfrm>
        </p:spPr>
        <p:txBody>
          <a:bodyPr lIns="0" tIns="0" rIns="0" bIns="0">
            <a:spAutoFit/>
          </a:bodyPr>
          <a:lstStyle>
            <a:lvl1pPr marL="326395" marR="0" indent="-326395" algn="l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000" b="1" i="0">
                <a:latin typeface="Lato Heavy" charset="0"/>
                <a:ea typeface="Lato Heavy" charset="0"/>
                <a:cs typeface="Lato Heavy" charset="0"/>
              </a:defRPr>
            </a:lvl1pPr>
          </a:lstStyle>
          <a:p>
            <a:pPr marL="326395" marR="0" lvl="0" indent="-326395" algn="l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_tradnl" dirty="0"/>
              <a:t>Nombre ítem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4500563" y="5688013"/>
            <a:ext cx="7572375" cy="1107483"/>
          </a:xfrm>
        </p:spPr>
        <p:txBody>
          <a:bodyPr lIns="0" tIns="0" rIns="0" bIns="0">
            <a:spAutoFit/>
          </a:bodyPr>
          <a:lstStyle>
            <a:lvl1pPr marL="0" marR="0" indent="0" algn="l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latin typeface="Lato" charset="0"/>
                <a:ea typeface="Lato" charset="0"/>
                <a:cs typeface="Lato" charset="0"/>
              </a:defRPr>
            </a:lvl1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622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obje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70" y="3146417"/>
            <a:ext cx="3153207" cy="3153207"/>
          </a:xfrm>
          <a:prstGeom prst="rect">
            <a:avLst/>
          </a:prstGeom>
        </p:spPr>
      </p:pic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89477" y="4319786"/>
            <a:ext cx="7571765" cy="156293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4000" b="0" i="0">
                <a:latin typeface="Lato" charset="0"/>
                <a:ea typeface="Lato" charset="0"/>
                <a:cs typeface="Lato" charset="0"/>
              </a:defRPr>
            </a:lvl1pPr>
            <a:lvl2pPr marL="652790" indent="0" algn="ctr">
              <a:buNone/>
              <a:defRPr sz="2856"/>
            </a:lvl2pPr>
            <a:lvl3pPr marL="1305580" indent="0" algn="ctr">
              <a:buNone/>
              <a:defRPr sz="2570"/>
            </a:lvl3pPr>
            <a:lvl4pPr marL="1958370" indent="0" algn="ctr">
              <a:buNone/>
              <a:defRPr sz="2284"/>
            </a:lvl4pPr>
            <a:lvl5pPr marL="2611161" indent="0" algn="ctr">
              <a:buNone/>
              <a:defRPr sz="2284"/>
            </a:lvl5pPr>
            <a:lvl6pPr marL="3263951" indent="0" algn="ctr">
              <a:buNone/>
              <a:defRPr sz="2284"/>
            </a:lvl6pPr>
            <a:lvl7pPr marL="3916741" indent="0" algn="ctr">
              <a:buNone/>
              <a:defRPr sz="2284"/>
            </a:lvl7pPr>
            <a:lvl8pPr marL="4569531" indent="0" algn="ctr">
              <a:buNone/>
              <a:defRPr sz="2284"/>
            </a:lvl8pPr>
            <a:lvl9pPr marL="5222321" indent="0" algn="ctr">
              <a:buNone/>
              <a:defRPr sz="2284"/>
            </a:lvl9pPr>
          </a:lstStyle>
          <a:p>
            <a:r>
              <a:rPr lang="es-ES_tradnl" dirty="0"/>
              <a:t>Haga clic para modificar el estilo de subtítulo del </a:t>
            </a:r>
            <a:r>
              <a:rPr lang="es-ES_tradnl" dirty="0" err="1"/>
              <a:t>slide</a:t>
            </a:r>
            <a:endParaRPr lang="en-US" dirty="0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799979" y="3462032"/>
            <a:ext cx="7561263" cy="692497"/>
          </a:xfrm>
        </p:spPr>
        <p:txBody>
          <a:bodyPr wrap="square" rIns="0" bIns="0">
            <a:spAutoFit/>
          </a:bodyPr>
          <a:lstStyle>
            <a:lvl1pPr>
              <a:defRPr/>
            </a:lvl1pPr>
          </a:lstStyle>
          <a:p>
            <a:r>
              <a:rPr lang="es-ES_tradnl"/>
              <a:t>Nombre ítem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57722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a de tiempo -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49700" cy="97917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12369" y="1554936"/>
            <a:ext cx="8065393" cy="2188785"/>
          </a:xfrm>
        </p:spPr>
        <p:txBody>
          <a:bodyPr>
            <a:noAutofit/>
          </a:bodyPr>
          <a:lstStyle>
            <a:lvl1pPr>
              <a:defRPr sz="5500"/>
            </a:lvl1pPr>
          </a:lstStyle>
          <a:p>
            <a:r>
              <a:rPr lang="es-ES_tradnl" dirty="0"/>
              <a:t>Haga clic para modificar el estilo de título del patrón</a:t>
            </a:r>
          </a:p>
        </p:txBody>
      </p:sp>
      <p:cxnSp>
        <p:nvCxnSpPr>
          <p:cNvPr id="4" name="Conector recto 3"/>
          <p:cNvCxnSpPr>
            <a:cxnSpLocks/>
          </p:cNvCxnSpPr>
          <p:nvPr userDrawn="1"/>
        </p:nvCxnSpPr>
        <p:spPr>
          <a:xfrm>
            <a:off x="4557590" y="1050111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876" y="4091430"/>
            <a:ext cx="664470" cy="664470"/>
          </a:xfrm>
          <a:prstGeom prst="rect">
            <a:avLst/>
          </a:prstGeom>
        </p:spPr>
      </p:pic>
      <p:sp>
        <p:nvSpPr>
          <p:cNvPr id="13" name="CuadroTexto 12"/>
          <p:cNvSpPr txBox="1"/>
          <p:nvPr userDrawn="1"/>
        </p:nvSpPr>
        <p:spPr>
          <a:xfrm>
            <a:off x="4506715" y="3993564"/>
            <a:ext cx="8071048" cy="530915"/>
          </a:xfrm>
          <a:prstGeom prst="rect">
            <a:avLst/>
          </a:prstGeom>
          <a:noFill/>
        </p:spPr>
        <p:txBody>
          <a:bodyPr wrap="square" lIns="0" tIns="0" rIns="0" rtlCol="0" anchor="t" anchorCtr="0">
            <a:spAutoFit/>
          </a:bodyPr>
          <a:lstStyle/>
          <a:p>
            <a:pPr marL="0" marR="0" lvl="0" indent="0" algn="l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Haga clic para modificar el texto del </a:t>
            </a:r>
            <a:r>
              <a:rPr kumimoji="0" lang="es-ES_tradnl" sz="3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slide</a:t>
            </a:r>
            <a:endParaRPr kumimoji="0" lang="es-ES_tradnl" sz="3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charset="0"/>
              <a:ea typeface="Lato" charset="0"/>
              <a:cs typeface="Lato" charset="0"/>
            </a:endParaRPr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670" y="6897220"/>
            <a:ext cx="676676" cy="676676"/>
          </a:xfrm>
          <a:prstGeom prst="rect">
            <a:avLst/>
          </a:prstGeom>
        </p:spPr>
      </p:pic>
      <p:sp>
        <p:nvSpPr>
          <p:cNvPr id="21" name="CuadroTexto 20"/>
          <p:cNvSpPr txBox="1"/>
          <p:nvPr userDrawn="1"/>
        </p:nvSpPr>
        <p:spPr>
          <a:xfrm>
            <a:off x="2269614" y="4179720"/>
            <a:ext cx="1096731" cy="4878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1305580" rtl="0" eaLnBrk="1" fontAlgn="auto" latinLnBrk="0" hangingPunct="1">
              <a:lnSpc>
                <a:spcPct val="90000"/>
              </a:lnSpc>
              <a:spcBef>
                <a:spcPts val="71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856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Black" charset="0"/>
                <a:ea typeface="Lato Black" charset="0"/>
                <a:cs typeface="Lato Black" charset="0"/>
              </a:rPr>
              <a:t>Año</a:t>
            </a:r>
          </a:p>
        </p:txBody>
      </p:sp>
      <p:sp>
        <p:nvSpPr>
          <p:cNvPr id="22" name="CuadroTexto 21"/>
          <p:cNvSpPr txBox="1"/>
          <p:nvPr userDrawn="1"/>
        </p:nvSpPr>
        <p:spPr>
          <a:xfrm>
            <a:off x="2269614" y="6985710"/>
            <a:ext cx="1096731" cy="4878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1305580" rtl="0" eaLnBrk="1" fontAlgn="auto" latinLnBrk="0" hangingPunct="1">
              <a:lnSpc>
                <a:spcPct val="90000"/>
              </a:lnSpc>
              <a:spcBef>
                <a:spcPts val="71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856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Black" charset="0"/>
                <a:ea typeface="Lato Black" charset="0"/>
                <a:cs typeface="Lato Black" charset="0"/>
              </a:rPr>
              <a:t>Año</a:t>
            </a:r>
          </a:p>
        </p:txBody>
      </p:sp>
      <p:sp>
        <p:nvSpPr>
          <p:cNvPr id="12" name="CuadroTexto 11"/>
          <p:cNvSpPr txBox="1"/>
          <p:nvPr userDrawn="1"/>
        </p:nvSpPr>
        <p:spPr>
          <a:xfrm>
            <a:off x="4506715" y="6985710"/>
            <a:ext cx="8071048" cy="530915"/>
          </a:xfrm>
          <a:prstGeom prst="rect">
            <a:avLst/>
          </a:prstGeom>
          <a:noFill/>
        </p:spPr>
        <p:txBody>
          <a:bodyPr wrap="square" lIns="0" tIns="0" rIns="0" rtlCol="0" anchor="t" anchorCtr="0">
            <a:spAutoFit/>
          </a:bodyPr>
          <a:lstStyle/>
          <a:p>
            <a:pPr marL="0" marR="0" lvl="0" indent="0" algn="l" defTabSz="1305580" rtl="0" eaLnBrk="1" fontAlgn="auto" latinLnBrk="0" hangingPunct="1">
              <a:lnSpc>
                <a:spcPct val="90000"/>
              </a:lnSpc>
              <a:spcBef>
                <a:spcPts val="142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Haga clic para modificar el texto del </a:t>
            </a:r>
            <a:r>
              <a:rPr kumimoji="0" lang="es-ES_tradnl" sz="3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slide</a:t>
            </a:r>
            <a:endParaRPr kumimoji="0" lang="es-ES_tradnl" sz="3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charset="0"/>
              <a:ea typeface="Lato" charset="0"/>
              <a:cs typeface="La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1494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a de tiempo - Contin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>
          <a:xfrm>
            <a:off x="5592490" y="9288338"/>
            <a:ext cx="6480720" cy="243198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s-ES_tradnl" spc="428">
                <a:solidFill>
                  <a:schemeClr val="tx2">
                    <a:lumMod val="75000"/>
                  </a:schemeClr>
                </a:solidFill>
              </a:rPr>
              <a:t>AQUÍ VA EL CURSO DE NOMBRE</a:t>
            </a:r>
            <a:endParaRPr lang="es-ES_tradnl" dirty="0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49700" cy="97917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345" y="1039617"/>
            <a:ext cx="1195532" cy="1195532"/>
          </a:xfrm>
          <a:prstGeom prst="rect">
            <a:avLst/>
          </a:prstGeom>
        </p:spPr>
      </p:pic>
      <p:sp>
        <p:nvSpPr>
          <p:cNvPr id="7" name="CuadroTexto 6"/>
          <p:cNvSpPr txBox="1"/>
          <p:nvPr userDrawn="1"/>
        </p:nvSpPr>
        <p:spPr>
          <a:xfrm>
            <a:off x="4938627" y="1207282"/>
            <a:ext cx="4752256" cy="1674305"/>
          </a:xfrm>
          <a:prstGeom prst="rect">
            <a:avLst/>
          </a:prstGeom>
          <a:noFill/>
        </p:spPr>
        <p:txBody>
          <a:bodyPr wrap="square" lIns="0" tIns="0" rIns="0" rtlCol="0" anchor="t" anchorCtr="0">
            <a:spAutoFit/>
          </a:bodyPr>
          <a:lstStyle/>
          <a:p>
            <a:pPr marL="1" marR="0" lvl="0" indent="0" algn="l" defTabSz="1305580" rtl="0" eaLnBrk="1" fontAlgn="auto" latinLnBrk="0" hangingPunct="1">
              <a:lnSpc>
                <a:spcPct val="100000"/>
              </a:lnSpc>
              <a:spcBef>
                <a:spcPts val="71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5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Texto más largo de descripción Texto más largo de descripción Texto más largo de descripción Texto más largo de descripción</a:t>
            </a:r>
            <a:endParaRPr lang="es-ES_tradnl" baseline="0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42" y="3851510"/>
            <a:ext cx="1195532" cy="1195532"/>
          </a:xfrm>
          <a:prstGeom prst="rect">
            <a:avLst/>
          </a:prstGeom>
        </p:spPr>
      </p:pic>
      <p:sp>
        <p:nvSpPr>
          <p:cNvPr id="9" name="CuadroTexto 8"/>
          <p:cNvSpPr txBox="1"/>
          <p:nvPr userDrawn="1"/>
        </p:nvSpPr>
        <p:spPr>
          <a:xfrm>
            <a:off x="4960334" y="3981653"/>
            <a:ext cx="4752256" cy="167430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marL="1" marR="0" lvl="0" indent="0" algn="l" defTabSz="1305580" rtl="0" eaLnBrk="1" fontAlgn="auto" latinLnBrk="0" hangingPunct="1">
              <a:lnSpc>
                <a:spcPct val="100000"/>
              </a:lnSpc>
              <a:spcBef>
                <a:spcPts val="71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5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Texto más largo de descripción Texto más largo de descripción Texto más largo de descripción Texto más largo de descripción</a:t>
            </a:r>
            <a:endParaRPr lang="es-ES_tradnl" baseline="0" dirty="0"/>
          </a:p>
        </p:txBody>
      </p:sp>
      <p:sp>
        <p:nvSpPr>
          <p:cNvPr id="10" name="CuadroTexto 9"/>
          <p:cNvSpPr txBox="1"/>
          <p:nvPr userDrawn="1"/>
        </p:nvSpPr>
        <p:spPr>
          <a:xfrm>
            <a:off x="2269614" y="1393438"/>
            <a:ext cx="1096731" cy="4878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1305580" rtl="0" eaLnBrk="1" fontAlgn="auto" latinLnBrk="0" hangingPunct="1">
              <a:lnSpc>
                <a:spcPct val="90000"/>
              </a:lnSpc>
              <a:spcBef>
                <a:spcPts val="71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856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Black" charset="0"/>
                <a:ea typeface="Lato Black" charset="0"/>
                <a:cs typeface="Lato Black" charset="0"/>
              </a:rPr>
              <a:t>Año</a:t>
            </a:r>
          </a:p>
        </p:txBody>
      </p:sp>
      <p:sp>
        <p:nvSpPr>
          <p:cNvPr id="11" name="CuadroTexto 10"/>
          <p:cNvSpPr txBox="1"/>
          <p:nvPr userDrawn="1"/>
        </p:nvSpPr>
        <p:spPr>
          <a:xfrm>
            <a:off x="2269614" y="4183526"/>
            <a:ext cx="1096731" cy="4878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1305580" rtl="0" eaLnBrk="1" fontAlgn="auto" latinLnBrk="0" hangingPunct="1">
              <a:lnSpc>
                <a:spcPct val="90000"/>
              </a:lnSpc>
              <a:spcBef>
                <a:spcPts val="71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856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Black" charset="0"/>
                <a:ea typeface="Lato Black" charset="0"/>
                <a:cs typeface="Lato Black" charset="0"/>
              </a:rPr>
              <a:t>Año</a:t>
            </a:r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42" y="6619794"/>
            <a:ext cx="1195532" cy="1195532"/>
          </a:xfrm>
          <a:prstGeom prst="rect">
            <a:avLst/>
          </a:prstGeom>
        </p:spPr>
      </p:pic>
      <p:sp>
        <p:nvSpPr>
          <p:cNvPr id="15" name="CuadroTexto 14"/>
          <p:cNvSpPr txBox="1"/>
          <p:nvPr userDrawn="1"/>
        </p:nvSpPr>
        <p:spPr>
          <a:xfrm>
            <a:off x="4960334" y="6749937"/>
            <a:ext cx="4752256" cy="167430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marL="1" marR="0" lvl="0" indent="0" algn="l" defTabSz="1305580" rtl="0" eaLnBrk="1" fontAlgn="auto" latinLnBrk="0" hangingPunct="1">
              <a:lnSpc>
                <a:spcPct val="100000"/>
              </a:lnSpc>
              <a:spcBef>
                <a:spcPts val="71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5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charset="0"/>
                <a:ea typeface="Lato" charset="0"/>
                <a:cs typeface="Lato" charset="0"/>
              </a:rPr>
              <a:t>Texto más largo de descripción Texto más largo de descripción Texto más largo de descripción Texto más largo de descripción</a:t>
            </a:r>
            <a:endParaRPr lang="es-ES_tradnl" baseline="0" dirty="0"/>
          </a:p>
        </p:txBody>
      </p:sp>
      <p:sp>
        <p:nvSpPr>
          <p:cNvPr id="16" name="CuadroTexto 15"/>
          <p:cNvSpPr txBox="1"/>
          <p:nvPr userDrawn="1"/>
        </p:nvSpPr>
        <p:spPr>
          <a:xfrm>
            <a:off x="2269614" y="6973615"/>
            <a:ext cx="1096731" cy="4878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0" marR="0" lvl="0" indent="0" algn="l" defTabSz="1305580" rtl="0" eaLnBrk="1" fontAlgn="auto" latinLnBrk="0" hangingPunct="1">
              <a:lnSpc>
                <a:spcPct val="90000"/>
              </a:lnSpc>
              <a:spcBef>
                <a:spcPts val="71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2856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Black" charset="0"/>
                <a:ea typeface="Lato Black" charset="0"/>
                <a:cs typeface="Lato Black" charset="0"/>
              </a:rPr>
              <a:t>Año</a:t>
            </a:r>
          </a:p>
        </p:txBody>
      </p:sp>
    </p:spTree>
    <p:extLst>
      <p:ext uri="{BB962C8B-B14F-4D97-AF65-F5344CB8AC3E}">
        <p14:creationId xmlns:p14="http://schemas.microsoft.com/office/powerpoint/2010/main" val="8181882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ti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2368" y="1511474"/>
            <a:ext cx="11098610" cy="1869337"/>
          </a:xfrm>
          <a:prstGeom prst="rect">
            <a:avLst/>
          </a:prstGeom>
        </p:spPr>
        <p:txBody>
          <a:bodyPr vert="horz" lIns="0" tIns="0" rIns="90000" anchor="t" anchorCtr="0">
            <a:noAutofit/>
          </a:bodyPr>
          <a:lstStyle>
            <a:lvl1pPr algn="l">
              <a:defRPr sz="7200"/>
            </a:lvl1pPr>
          </a:lstStyle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cxnSp>
        <p:nvCxnSpPr>
          <p:cNvPr id="8" name="Conector recto 7"/>
          <p:cNvCxnSpPr>
            <a:cxnSpLocks/>
          </p:cNvCxnSpPr>
          <p:nvPr userDrawn="1"/>
        </p:nvCxnSpPr>
        <p:spPr>
          <a:xfrm>
            <a:off x="984250" y="1008063"/>
            <a:ext cx="2325253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/>
          <p:cNvSpPr txBox="1"/>
          <p:nvPr userDrawn="1"/>
        </p:nvSpPr>
        <p:spPr>
          <a:xfrm>
            <a:off x="-268824" y="595183"/>
            <a:ext cx="184731" cy="656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3669" dirty="0"/>
          </a:p>
        </p:txBody>
      </p:sp>
    </p:spTree>
    <p:extLst>
      <p:ext uri="{BB962C8B-B14F-4D97-AF65-F5344CB8AC3E}">
        <p14:creationId xmlns:p14="http://schemas.microsoft.com/office/powerpoint/2010/main" val="1736861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c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611" y="3"/>
            <a:ext cx="4147578" cy="413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10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6356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9947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" y="0"/>
            <a:ext cx="13055600" cy="979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jpe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29300"/>
            <a:ext cx="3975100" cy="39624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4250" y="1008063"/>
            <a:ext cx="8690562" cy="2015579"/>
          </a:xfrm>
          <a:prstGeom prst="rect">
            <a:avLst/>
          </a:prstGeom>
          <a:ln>
            <a:noFill/>
          </a:ln>
        </p:spPr>
        <p:txBody>
          <a:bodyPr vert="horz" lIns="0" tIns="0" rIns="90000" bIns="46800" rtlCol="0" anchor="t" anchorCtr="0">
            <a:normAutofit/>
          </a:bodyPr>
          <a:lstStyle/>
          <a:p>
            <a:r>
              <a:rPr lang="es-ES_tradnl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4251" y="3408762"/>
            <a:ext cx="11088688" cy="537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los estilos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52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714" r:id="rId3"/>
    <p:sldLayoutId id="2147483719" r:id="rId4"/>
    <p:sldLayoutId id="2147483688" r:id="rId5"/>
    <p:sldLayoutId id="2147483689" r:id="rId6"/>
    <p:sldLayoutId id="2147483690" r:id="rId7"/>
    <p:sldLayoutId id="2147483707" r:id="rId8"/>
    <p:sldLayoutId id="2147483691" r:id="rId9"/>
    <p:sldLayoutId id="2147483692" r:id="rId10"/>
    <p:sldLayoutId id="2147483699" r:id="rId11"/>
    <p:sldLayoutId id="2147483704" r:id="rId12"/>
    <p:sldLayoutId id="2147483676" r:id="rId13"/>
    <p:sldLayoutId id="2147483702" r:id="rId14"/>
    <p:sldLayoutId id="2147483718" r:id="rId15"/>
    <p:sldLayoutId id="2147483703" r:id="rId16"/>
    <p:sldLayoutId id="2147483706" r:id="rId17"/>
    <p:sldLayoutId id="2147483709" r:id="rId18"/>
    <p:sldLayoutId id="2147483720" r:id="rId19"/>
    <p:sldLayoutId id="2147483715" r:id="rId20"/>
    <p:sldLayoutId id="2147483711" r:id="rId21"/>
    <p:sldLayoutId id="2147483722" r:id="rId22"/>
    <p:sldLayoutId id="2147483713" r:id="rId23"/>
    <p:sldLayoutId id="2147483723" r:id="rId24"/>
    <p:sldLayoutId id="2147483716" r:id="rId25"/>
    <p:sldLayoutId id="2147483717" r:id="rId26"/>
    <p:sldLayoutId id="2147483712" r:id="rId27"/>
    <p:sldLayoutId id="2147483710" r:id="rId28"/>
    <p:sldLayoutId id="2147483693" r:id="rId29"/>
    <p:sldLayoutId id="2147483694" r:id="rId30"/>
    <p:sldLayoutId id="2147483708" r:id="rId31"/>
    <p:sldLayoutId id="2147483695" r:id="rId32"/>
    <p:sldLayoutId id="2147483696" r:id="rId33"/>
    <p:sldLayoutId id="2147483700" r:id="rId34"/>
    <p:sldLayoutId id="2147483697" r:id="rId35"/>
    <p:sldLayoutId id="2147483698" r:id="rId36"/>
    <p:sldLayoutId id="2147483686" r:id="rId37"/>
    <p:sldLayoutId id="2147483673" r:id="rId38"/>
    <p:sldLayoutId id="2147483705" r:id="rId39"/>
    <p:sldLayoutId id="2147483724" r:id="rId40"/>
    <p:sldLayoutId id="2147483725" r:id="rId41"/>
  </p:sldLayoutIdLst>
  <p:txStyles>
    <p:titleStyle>
      <a:lvl1pPr algn="l" defTabSz="1305580" rtl="0" eaLnBrk="1" latinLnBrk="0" hangingPunct="1">
        <a:lnSpc>
          <a:spcPct val="90000"/>
        </a:lnSpc>
        <a:spcBef>
          <a:spcPct val="0"/>
        </a:spcBef>
        <a:buNone/>
        <a:defRPr sz="5000" b="1" i="0" kern="1200">
          <a:solidFill>
            <a:srgbClr val="000000"/>
          </a:solidFill>
          <a:latin typeface="Lato Black" charset="0"/>
          <a:ea typeface="Lato Black" charset="0"/>
          <a:cs typeface="Lato Black" charset="0"/>
        </a:defRPr>
      </a:lvl1pPr>
    </p:titleStyle>
    <p:bodyStyle>
      <a:lvl1pPr marL="326395" indent="-326395" algn="l" defTabSz="1305580" rtl="0" eaLnBrk="1" latinLnBrk="0" hangingPunct="1">
        <a:lnSpc>
          <a:spcPct val="90000"/>
        </a:lnSpc>
        <a:spcBef>
          <a:spcPts val="1428"/>
        </a:spcBef>
        <a:buFont typeface="Arial" panose="020B0604020202020204" pitchFamily="34" charset="0"/>
        <a:buChar char="•"/>
        <a:defRPr sz="3998" b="0" i="0" kern="120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1pPr>
      <a:lvl2pPr marL="979185" indent="-326395" algn="l" defTabSz="1305580" rtl="0" eaLnBrk="1" latinLnBrk="0" hangingPunct="1">
        <a:lnSpc>
          <a:spcPct val="90000"/>
        </a:lnSpc>
        <a:spcBef>
          <a:spcPts val="714"/>
        </a:spcBef>
        <a:buFont typeface="Arial" panose="020B0604020202020204" pitchFamily="34" charset="0"/>
        <a:buChar char="•"/>
        <a:defRPr sz="3500" b="0" i="0" kern="1200">
          <a:solidFill>
            <a:schemeClr val="tx1"/>
          </a:solidFill>
          <a:latin typeface="Lato Light" charset="0"/>
          <a:ea typeface="Lato Light" charset="0"/>
          <a:cs typeface="Lato Light" charset="0"/>
        </a:defRPr>
      </a:lvl2pPr>
      <a:lvl3pPr marL="1631975" indent="-326395" algn="l" defTabSz="1305580" rtl="0" eaLnBrk="1" latinLnBrk="0" hangingPunct="1">
        <a:lnSpc>
          <a:spcPct val="90000"/>
        </a:lnSpc>
        <a:spcBef>
          <a:spcPts val="714"/>
        </a:spcBef>
        <a:buFont typeface="Arial" panose="020B0604020202020204" pitchFamily="34" charset="0"/>
        <a:buChar char="•"/>
        <a:defRPr sz="2856" b="0" i="0" kern="1200">
          <a:solidFill>
            <a:srgbClr val="00B0F0"/>
          </a:solidFill>
          <a:latin typeface="Lato" charset="0"/>
          <a:ea typeface="Lato" charset="0"/>
          <a:cs typeface="Lato" charset="0"/>
        </a:defRPr>
      </a:lvl3pPr>
      <a:lvl4pPr marL="2284766" indent="-326395" algn="l" defTabSz="1305580" rtl="0" eaLnBrk="1" latinLnBrk="0" hangingPunct="1">
        <a:lnSpc>
          <a:spcPct val="90000"/>
        </a:lnSpc>
        <a:spcBef>
          <a:spcPts val="714"/>
        </a:spcBef>
        <a:buFont typeface="Arial" panose="020B0604020202020204" pitchFamily="34" charset="0"/>
        <a:buChar char="•"/>
        <a:defRPr sz="2570" b="0" i="0" kern="1200">
          <a:solidFill>
            <a:schemeClr val="tx1"/>
          </a:solidFill>
          <a:latin typeface="Lato" charset="0"/>
          <a:ea typeface="Lato" charset="0"/>
          <a:cs typeface="Lato" charset="0"/>
        </a:defRPr>
      </a:lvl4pPr>
      <a:lvl5pPr marL="2937556" indent="-326395" algn="l" defTabSz="1305580" rtl="0" eaLnBrk="1" latinLnBrk="0" hangingPunct="1">
        <a:lnSpc>
          <a:spcPct val="90000"/>
        </a:lnSpc>
        <a:spcBef>
          <a:spcPts val="714"/>
        </a:spcBef>
        <a:buFont typeface="Arial" panose="020B0604020202020204" pitchFamily="34" charset="0"/>
        <a:buChar char="•"/>
        <a:defRPr sz="2570" b="0" i="0" kern="1200">
          <a:solidFill>
            <a:schemeClr val="tx1"/>
          </a:solidFill>
          <a:latin typeface="Lato" charset="0"/>
          <a:ea typeface="Lato" charset="0"/>
          <a:cs typeface="Lato" charset="0"/>
        </a:defRPr>
      </a:lvl5pPr>
      <a:lvl6pPr marL="3590346" indent="-326395" algn="l" defTabSz="1305580" rtl="0" eaLnBrk="1" latinLnBrk="0" hangingPunct="1">
        <a:lnSpc>
          <a:spcPct val="90000"/>
        </a:lnSpc>
        <a:spcBef>
          <a:spcPts val="714"/>
        </a:spcBef>
        <a:buFont typeface="Arial" panose="020B0604020202020204" pitchFamily="34" charset="0"/>
        <a:buChar char="•"/>
        <a:defRPr sz="2570" kern="1200">
          <a:solidFill>
            <a:schemeClr val="tx1"/>
          </a:solidFill>
          <a:latin typeface="+mn-lt"/>
          <a:ea typeface="+mn-ea"/>
          <a:cs typeface="+mn-cs"/>
        </a:defRPr>
      </a:lvl6pPr>
      <a:lvl7pPr marL="4243136" indent="-326395" algn="l" defTabSz="1305580" rtl="0" eaLnBrk="1" latinLnBrk="0" hangingPunct="1">
        <a:lnSpc>
          <a:spcPct val="90000"/>
        </a:lnSpc>
        <a:spcBef>
          <a:spcPts val="714"/>
        </a:spcBef>
        <a:buFont typeface="Arial" panose="020B0604020202020204" pitchFamily="34" charset="0"/>
        <a:buChar char="•"/>
        <a:defRPr sz="2570" kern="1200">
          <a:solidFill>
            <a:schemeClr val="tx1"/>
          </a:solidFill>
          <a:latin typeface="+mn-lt"/>
          <a:ea typeface="+mn-ea"/>
          <a:cs typeface="+mn-cs"/>
        </a:defRPr>
      </a:lvl7pPr>
      <a:lvl8pPr marL="4895926" indent="-326395" algn="l" defTabSz="1305580" rtl="0" eaLnBrk="1" latinLnBrk="0" hangingPunct="1">
        <a:lnSpc>
          <a:spcPct val="90000"/>
        </a:lnSpc>
        <a:spcBef>
          <a:spcPts val="714"/>
        </a:spcBef>
        <a:buFont typeface="Arial" panose="020B0604020202020204" pitchFamily="34" charset="0"/>
        <a:buChar char="•"/>
        <a:defRPr sz="2570" kern="1200">
          <a:solidFill>
            <a:schemeClr val="tx1"/>
          </a:solidFill>
          <a:latin typeface="+mn-lt"/>
          <a:ea typeface="+mn-ea"/>
          <a:cs typeface="+mn-cs"/>
        </a:defRPr>
      </a:lvl8pPr>
      <a:lvl9pPr marL="5548716" indent="-326395" algn="l" defTabSz="1305580" rtl="0" eaLnBrk="1" latinLnBrk="0" hangingPunct="1">
        <a:lnSpc>
          <a:spcPct val="90000"/>
        </a:lnSpc>
        <a:spcBef>
          <a:spcPts val="714"/>
        </a:spcBef>
        <a:buFont typeface="Arial" panose="020B0604020202020204" pitchFamily="34" charset="0"/>
        <a:buChar char="•"/>
        <a:defRPr sz="2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558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1pPr>
      <a:lvl2pPr marL="652790" algn="l" defTabSz="130558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2pPr>
      <a:lvl3pPr marL="1305580" algn="l" defTabSz="130558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3pPr>
      <a:lvl4pPr marL="1958370" algn="l" defTabSz="130558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4pPr>
      <a:lvl5pPr marL="2611161" algn="l" defTabSz="130558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5pPr>
      <a:lvl6pPr marL="3263951" algn="l" defTabSz="130558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6pPr>
      <a:lvl7pPr marL="3916741" algn="l" defTabSz="130558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7pPr>
      <a:lvl8pPr marL="4569531" algn="l" defTabSz="130558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8pPr>
      <a:lvl9pPr marL="5222321" algn="l" defTabSz="1305580" rtl="0" eaLnBrk="1" latinLnBrk="0" hangingPunct="1">
        <a:defRPr sz="2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34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7923" userDrawn="1">
          <p15:clr>
            <a:srgbClr val="F26B43"/>
          </p15:clr>
        </p15:guide>
        <p15:guide id="4" orient="horz" pos="317" userDrawn="1">
          <p15:clr>
            <a:srgbClr val="F26B43"/>
          </p15:clr>
        </p15:guide>
        <p15:guide id="5" pos="620" userDrawn="1">
          <p15:clr>
            <a:srgbClr val="F26B43"/>
          </p15:clr>
        </p15:guide>
        <p15:guide id="6" orient="horz" pos="635" userDrawn="1">
          <p15:clr>
            <a:srgbClr val="F26B43"/>
          </p15:clr>
        </p15:guide>
        <p15:guide id="7" pos="7605" userDrawn="1">
          <p15:clr>
            <a:srgbClr val="F26B43"/>
          </p15:clr>
        </p15:guide>
        <p15:guide id="8" orient="horz" pos="5851" userDrawn="1">
          <p15:clr>
            <a:srgbClr val="F26B43"/>
          </p15:clr>
        </p15:guide>
        <p15:guide id="9" pos="28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5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5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sv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10" Type="http://schemas.openxmlformats.org/officeDocument/2006/relationships/image" Target="../media/image106.svg"/><Relationship Id="rId4" Type="http://schemas.openxmlformats.org/officeDocument/2006/relationships/image" Target="../media/image100.svg"/><Relationship Id="rId9" Type="http://schemas.openxmlformats.org/officeDocument/2006/relationships/image" Target="../media/image10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svg"/><Relationship Id="rId7" Type="http://schemas.openxmlformats.org/officeDocument/2006/relationships/image" Target="../media/image104.svg"/><Relationship Id="rId12" Type="http://schemas.openxmlformats.org/officeDocument/2006/relationships/image" Target="../media/image109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sv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0.svg"/><Relationship Id="rId7" Type="http://schemas.openxmlformats.org/officeDocument/2006/relationships/image" Target="../media/image108.png"/><Relationship Id="rId12" Type="http://schemas.openxmlformats.org/officeDocument/2006/relationships/image" Target="../media/image113.sv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2.svg"/><Relationship Id="rId10" Type="http://schemas.openxmlformats.org/officeDocument/2006/relationships/image" Target="../media/image111.svg"/><Relationship Id="rId4" Type="http://schemas.openxmlformats.org/officeDocument/2006/relationships/image" Target="../media/image101.png"/><Relationship Id="rId9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0.png"/><Relationship Id="rId3" Type="http://schemas.openxmlformats.org/officeDocument/2006/relationships/image" Target="../media/image970.png"/><Relationship Id="rId7" Type="http://schemas.openxmlformats.org/officeDocument/2006/relationships/image" Target="../media/image1010.png"/><Relationship Id="rId12" Type="http://schemas.openxmlformats.org/officeDocument/2006/relationships/image" Target="../media/image106.png"/><Relationship Id="rId2" Type="http://schemas.openxmlformats.org/officeDocument/2006/relationships/image" Target="../media/image9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50.png"/><Relationship Id="rId5" Type="http://schemas.openxmlformats.org/officeDocument/2006/relationships/image" Target="../media/image990.png"/><Relationship Id="rId10" Type="http://schemas.openxmlformats.org/officeDocument/2006/relationships/image" Target="../media/image104.png"/><Relationship Id="rId4" Type="http://schemas.openxmlformats.org/officeDocument/2006/relationships/image" Target="../media/image980.png"/><Relationship Id="rId9" Type="http://schemas.openxmlformats.org/officeDocument/2006/relationships/image" Target="../media/image103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090.png"/><Relationship Id="rId7" Type="http://schemas.openxmlformats.org/officeDocument/2006/relationships/image" Target="../media/image120.png"/><Relationship Id="rId2" Type="http://schemas.openxmlformats.org/officeDocument/2006/relationships/image" Target="../media/image10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1.png"/><Relationship Id="rId5" Type="http://schemas.openxmlformats.org/officeDocument/2006/relationships/image" Target="../media/image111.png"/><Relationship Id="rId4" Type="http://schemas.openxmlformats.org/officeDocument/2006/relationships/image" Target="../media/image1100.png"/><Relationship Id="rId9" Type="http://schemas.openxmlformats.org/officeDocument/2006/relationships/image" Target="../media/image12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0.png"/><Relationship Id="rId3" Type="http://schemas.openxmlformats.org/officeDocument/2006/relationships/image" Target="../media/image1170.png"/><Relationship Id="rId7" Type="http://schemas.openxmlformats.org/officeDocument/2006/relationships/image" Target="../media/image1210.png"/><Relationship Id="rId2" Type="http://schemas.openxmlformats.org/officeDocument/2006/relationships/image" Target="../media/image1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0.png"/><Relationship Id="rId5" Type="http://schemas.openxmlformats.org/officeDocument/2006/relationships/image" Target="../media/image1190.png"/><Relationship Id="rId4" Type="http://schemas.openxmlformats.org/officeDocument/2006/relationships/image" Target="../media/image1180.png"/><Relationship Id="rId9" Type="http://schemas.openxmlformats.org/officeDocument/2006/relationships/image" Target="../media/image12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5" Type="http://schemas.openxmlformats.org/officeDocument/2006/relationships/image" Target="../media/image127.png"/><Relationship Id="rId10" Type="http://schemas.openxmlformats.org/officeDocument/2006/relationships/image" Target="../media/image132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6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134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7" Type="http://schemas.openxmlformats.org/officeDocument/2006/relationships/image" Target="../media/image150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image" Target="../media/image138.png"/><Relationship Id="rId7" Type="http://schemas.openxmlformats.org/officeDocument/2006/relationships/image" Target="../media/image153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47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38.png"/><Relationship Id="rId7" Type="http://schemas.openxmlformats.org/officeDocument/2006/relationships/image" Target="../media/image153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47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38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56.png"/><Relationship Id="rId10" Type="http://schemas.openxmlformats.org/officeDocument/2006/relationships/image" Target="../media/image161.png"/><Relationship Id="rId4" Type="http://schemas.openxmlformats.org/officeDocument/2006/relationships/image" Target="../media/image1470.png"/><Relationship Id="rId9" Type="http://schemas.openxmlformats.org/officeDocument/2006/relationships/image" Target="../media/image16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6.png"/><Relationship Id="rId3" Type="http://schemas.openxmlformats.org/officeDocument/2006/relationships/image" Target="../media/image138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64.png"/><Relationship Id="rId10" Type="http://schemas.openxmlformats.org/officeDocument/2006/relationships/image" Target="../media/image161.png"/><Relationship Id="rId4" Type="http://schemas.openxmlformats.org/officeDocument/2006/relationships/image" Target="../media/image1470.png"/><Relationship Id="rId9" Type="http://schemas.openxmlformats.org/officeDocument/2006/relationships/image" Target="../media/image165.png"/><Relationship Id="rId14" Type="http://schemas.openxmlformats.org/officeDocument/2006/relationships/image" Target="../media/image16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301.png"/><Relationship Id="rId13" Type="http://schemas.openxmlformats.org/officeDocument/2006/relationships/image" Target="../media/image186.png"/><Relationship Id="rId3" Type="http://schemas.openxmlformats.org/officeDocument/2006/relationships/image" Target="../media/image176.png"/><Relationship Id="rId21" Type="http://schemas.openxmlformats.org/officeDocument/2006/relationships/image" Target="../media/image304.png"/><Relationship Id="rId17" Type="http://schemas.openxmlformats.org/officeDocument/2006/relationships/image" Target="../media/image300.png"/><Relationship Id="rId12" Type="http://schemas.openxmlformats.org/officeDocument/2006/relationships/image" Target="../media/image185.png"/><Relationship Id="rId2" Type="http://schemas.openxmlformats.org/officeDocument/2006/relationships/image" Target="../media/image175.png"/><Relationship Id="rId20" Type="http://schemas.openxmlformats.org/officeDocument/2006/relationships/image" Target="../media/image303.png"/><Relationship Id="rId16" Type="http://schemas.openxmlformats.org/officeDocument/2006/relationships/image" Target="../media/image189.png"/><Relationship Id="rId1" Type="http://schemas.openxmlformats.org/officeDocument/2006/relationships/slideLayout" Target="../slideLayouts/slideLayout19.xml"/><Relationship Id="rId11" Type="http://schemas.openxmlformats.org/officeDocument/2006/relationships/image" Target="../media/image184.png"/><Relationship Id="rId24" Type="http://schemas.openxmlformats.org/officeDocument/2006/relationships/image" Target="../media/image307.png"/><Relationship Id="rId15" Type="http://schemas.openxmlformats.org/officeDocument/2006/relationships/image" Target="../media/image188.png"/><Relationship Id="rId23" Type="http://schemas.openxmlformats.org/officeDocument/2006/relationships/image" Target="../media/image306.png"/><Relationship Id="rId19" Type="http://schemas.openxmlformats.org/officeDocument/2006/relationships/image" Target="../media/image302.png"/><Relationship Id="rId10" Type="http://schemas.openxmlformats.org/officeDocument/2006/relationships/image" Target="../media/image18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Relationship Id="rId22" Type="http://schemas.openxmlformats.org/officeDocument/2006/relationships/image" Target="../media/image30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image" Target="../media/image179.png"/><Relationship Id="rId7" Type="http://schemas.openxmlformats.org/officeDocument/2006/relationships/image" Target="../media/image191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0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01.png"/><Relationship Id="rId3" Type="http://schemas.openxmlformats.org/officeDocument/2006/relationships/image" Target="../media/image1910.png"/><Relationship Id="rId7" Type="http://schemas.openxmlformats.org/officeDocument/2006/relationships/image" Target="../media/image195.png"/><Relationship Id="rId1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5" Type="http://schemas.openxmlformats.org/officeDocument/2006/relationships/image" Target="../media/image193.png"/><Relationship Id="rId10" Type="http://schemas.openxmlformats.org/officeDocument/2006/relationships/image" Target="../media/image198.png"/><Relationship Id="rId4" Type="http://schemas.openxmlformats.org/officeDocument/2006/relationships/image" Target="../media/image1920.png"/><Relationship Id="rId9" Type="http://schemas.openxmlformats.org/officeDocument/2006/relationships/image" Target="../media/image197.png"/><Relationship Id="rId14" Type="http://schemas.openxmlformats.org/officeDocument/2006/relationships/image" Target="../media/image20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4.png"/><Relationship Id="rId3" Type="http://schemas.openxmlformats.org/officeDocument/2006/relationships/image" Target="../media/image204.png"/><Relationship Id="rId7" Type="http://schemas.openxmlformats.org/officeDocument/2006/relationships/image" Target="../media/image208.png"/><Relationship Id="rId12" Type="http://schemas.openxmlformats.org/officeDocument/2006/relationships/image" Target="../media/image213.png"/><Relationship Id="rId17" Type="http://schemas.openxmlformats.org/officeDocument/2006/relationships/image" Target="../media/image218.png"/><Relationship Id="rId2" Type="http://schemas.openxmlformats.org/officeDocument/2006/relationships/image" Target="../media/image203.png"/><Relationship Id="rId16" Type="http://schemas.openxmlformats.org/officeDocument/2006/relationships/image" Target="../media/image21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7.png"/><Relationship Id="rId11" Type="http://schemas.openxmlformats.org/officeDocument/2006/relationships/image" Target="../media/image212.png"/><Relationship Id="rId5" Type="http://schemas.openxmlformats.org/officeDocument/2006/relationships/image" Target="../media/image206.png"/><Relationship Id="rId15" Type="http://schemas.openxmlformats.org/officeDocument/2006/relationships/image" Target="../media/image216.png"/><Relationship Id="rId10" Type="http://schemas.openxmlformats.org/officeDocument/2006/relationships/image" Target="../media/image211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Relationship Id="rId14" Type="http://schemas.openxmlformats.org/officeDocument/2006/relationships/image" Target="../media/image215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0.png"/><Relationship Id="rId2" Type="http://schemas.openxmlformats.org/officeDocument/2006/relationships/image" Target="../media/image217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13" Type="http://schemas.openxmlformats.org/officeDocument/2006/relationships/image" Target="../media/image234.png"/><Relationship Id="rId18" Type="http://schemas.openxmlformats.org/officeDocument/2006/relationships/image" Target="../media/image239.png"/><Relationship Id="rId3" Type="http://schemas.openxmlformats.org/officeDocument/2006/relationships/image" Target="../media/image224.png"/><Relationship Id="rId7" Type="http://schemas.openxmlformats.org/officeDocument/2006/relationships/image" Target="../media/image228.png"/><Relationship Id="rId12" Type="http://schemas.openxmlformats.org/officeDocument/2006/relationships/image" Target="../media/image233.png"/><Relationship Id="rId17" Type="http://schemas.openxmlformats.org/officeDocument/2006/relationships/image" Target="../media/image238.png"/><Relationship Id="rId2" Type="http://schemas.openxmlformats.org/officeDocument/2006/relationships/image" Target="../media/image223.png"/><Relationship Id="rId16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.png"/><Relationship Id="rId11" Type="http://schemas.openxmlformats.org/officeDocument/2006/relationships/image" Target="../media/image232.png"/><Relationship Id="rId5" Type="http://schemas.openxmlformats.org/officeDocument/2006/relationships/image" Target="../media/image226.png"/><Relationship Id="rId15" Type="http://schemas.openxmlformats.org/officeDocument/2006/relationships/image" Target="../media/image236.png"/><Relationship Id="rId10" Type="http://schemas.openxmlformats.org/officeDocument/2006/relationships/image" Target="../media/image231.png"/><Relationship Id="rId19" Type="http://schemas.openxmlformats.org/officeDocument/2006/relationships/image" Target="../media/image240.png"/><Relationship Id="rId4" Type="http://schemas.openxmlformats.org/officeDocument/2006/relationships/image" Target="../media/image225.png"/><Relationship Id="rId9" Type="http://schemas.openxmlformats.org/officeDocument/2006/relationships/image" Target="../media/image230.png"/><Relationship Id="rId14" Type="http://schemas.openxmlformats.org/officeDocument/2006/relationships/image" Target="../media/image235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3" Type="http://schemas.openxmlformats.org/officeDocument/2006/relationships/image" Target="../media/image242.png"/><Relationship Id="rId7" Type="http://schemas.openxmlformats.org/officeDocument/2006/relationships/image" Target="../media/image246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10" Type="http://schemas.openxmlformats.org/officeDocument/2006/relationships/image" Target="../media/image249.png"/><Relationship Id="rId4" Type="http://schemas.openxmlformats.org/officeDocument/2006/relationships/image" Target="../media/image243.png"/><Relationship Id="rId9" Type="http://schemas.openxmlformats.org/officeDocument/2006/relationships/image" Target="../media/image248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png"/><Relationship Id="rId13" Type="http://schemas.openxmlformats.org/officeDocument/2006/relationships/image" Target="../media/image259.png"/><Relationship Id="rId3" Type="http://schemas.openxmlformats.org/officeDocument/2006/relationships/image" Target="../media/image251.png"/><Relationship Id="rId7" Type="http://schemas.openxmlformats.org/officeDocument/2006/relationships/image" Target="../media/image246.png"/><Relationship Id="rId12" Type="http://schemas.openxmlformats.org/officeDocument/2006/relationships/image" Target="../media/image258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.png"/><Relationship Id="rId11" Type="http://schemas.openxmlformats.org/officeDocument/2006/relationships/image" Target="../media/image257.png"/><Relationship Id="rId5" Type="http://schemas.openxmlformats.org/officeDocument/2006/relationships/image" Target="../media/image252.png"/><Relationship Id="rId10" Type="http://schemas.openxmlformats.org/officeDocument/2006/relationships/image" Target="../media/image256.png"/><Relationship Id="rId4" Type="http://schemas.openxmlformats.org/officeDocument/2006/relationships/image" Target="../media/image243.png"/><Relationship Id="rId9" Type="http://schemas.openxmlformats.org/officeDocument/2006/relationships/image" Target="../media/image255.png"/><Relationship Id="rId14" Type="http://schemas.openxmlformats.org/officeDocument/2006/relationships/image" Target="../media/image26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13" Type="http://schemas.openxmlformats.org/officeDocument/2006/relationships/image" Target="../media/image272.png"/><Relationship Id="rId18" Type="http://schemas.openxmlformats.org/officeDocument/2006/relationships/image" Target="../media/image277.png"/><Relationship Id="rId3" Type="http://schemas.openxmlformats.org/officeDocument/2006/relationships/image" Target="../media/image262.png"/><Relationship Id="rId7" Type="http://schemas.openxmlformats.org/officeDocument/2006/relationships/image" Target="../media/image266.png"/><Relationship Id="rId12" Type="http://schemas.openxmlformats.org/officeDocument/2006/relationships/image" Target="../media/image271.png"/><Relationship Id="rId17" Type="http://schemas.openxmlformats.org/officeDocument/2006/relationships/image" Target="../media/image276.png"/><Relationship Id="rId2" Type="http://schemas.openxmlformats.org/officeDocument/2006/relationships/image" Target="../media/image261.png"/><Relationship Id="rId16" Type="http://schemas.openxmlformats.org/officeDocument/2006/relationships/image" Target="../media/image2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5.png"/><Relationship Id="rId11" Type="http://schemas.openxmlformats.org/officeDocument/2006/relationships/image" Target="../media/image270.png"/><Relationship Id="rId5" Type="http://schemas.openxmlformats.org/officeDocument/2006/relationships/image" Target="../media/image264.png"/><Relationship Id="rId15" Type="http://schemas.openxmlformats.org/officeDocument/2006/relationships/image" Target="../media/image274.png"/><Relationship Id="rId10" Type="http://schemas.openxmlformats.org/officeDocument/2006/relationships/image" Target="../media/image269.png"/><Relationship Id="rId4" Type="http://schemas.openxmlformats.org/officeDocument/2006/relationships/image" Target="../media/image263.png"/><Relationship Id="rId9" Type="http://schemas.openxmlformats.org/officeDocument/2006/relationships/image" Target="../media/image268.png"/><Relationship Id="rId14" Type="http://schemas.openxmlformats.org/officeDocument/2006/relationships/image" Target="../media/image273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png"/><Relationship Id="rId3" Type="http://schemas.openxmlformats.org/officeDocument/2006/relationships/image" Target="../media/image279.png"/><Relationship Id="rId7" Type="http://schemas.openxmlformats.org/officeDocument/2006/relationships/image" Target="../media/image283.png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2.png"/><Relationship Id="rId5" Type="http://schemas.openxmlformats.org/officeDocument/2006/relationships/image" Target="../media/image281.png"/><Relationship Id="rId4" Type="http://schemas.openxmlformats.org/officeDocument/2006/relationships/image" Target="../media/image2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6E23B-331F-4620-9A8F-BA1D9218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MATEMÁTICAS DISCRETAS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7A1E29-902C-4A49-AB3A-D92671483E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CURSO DE</a:t>
            </a:r>
          </a:p>
        </p:txBody>
      </p:sp>
    </p:spTree>
    <p:extLst>
      <p:ext uri="{BB962C8B-B14F-4D97-AF65-F5344CB8AC3E}">
        <p14:creationId xmlns:p14="http://schemas.microsoft.com/office/powerpoint/2010/main" val="1358020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E94C0-DB12-4987-9F5B-36161D405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328" y="4443835"/>
            <a:ext cx="11098610" cy="1044453"/>
          </a:xfrm>
        </p:spPr>
        <p:txBody>
          <a:bodyPr/>
          <a:lstStyle/>
          <a:p>
            <a:r>
              <a:rPr lang="en-US" dirty="0"/>
              <a:t>LOGICA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0BF296-0CB7-48C4-88D5-E69E2DE045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PARTE 1</a:t>
            </a:r>
          </a:p>
        </p:txBody>
      </p:sp>
    </p:spTree>
    <p:extLst>
      <p:ext uri="{BB962C8B-B14F-4D97-AF65-F5344CB8AC3E}">
        <p14:creationId xmlns:p14="http://schemas.microsoft.com/office/powerpoint/2010/main" val="349778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Introducción a la lógica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4844CBD-DF0D-4212-B61D-96ED7D721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114" y="3157201"/>
            <a:ext cx="2146522" cy="1768029"/>
          </a:xfrm>
          <a:prstGeom prst="rect">
            <a:avLst/>
          </a:prstGeom>
        </p:spPr>
      </p:pic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9C97DB65-AF15-4325-B264-81EC67BBF6C3}"/>
              </a:ext>
            </a:extLst>
          </p:cNvPr>
          <p:cNvSpPr/>
          <p:nvPr/>
        </p:nvSpPr>
        <p:spPr>
          <a:xfrm>
            <a:off x="4953903" y="3837887"/>
            <a:ext cx="1800200" cy="36004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606F543-51DD-4EFB-96B0-C58C4AB93984}"/>
              </a:ext>
            </a:extLst>
          </p:cNvPr>
          <p:cNvSpPr txBox="1"/>
          <p:nvPr/>
        </p:nvSpPr>
        <p:spPr>
          <a:xfrm>
            <a:off x="3661768" y="5368243"/>
            <a:ext cx="4384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Estudio</a:t>
            </a:r>
            <a:r>
              <a:rPr lang="en-US" dirty="0"/>
              <a:t> del </a:t>
            </a:r>
            <a:r>
              <a:rPr lang="en-US" sz="3600" b="1" i="1" dirty="0" err="1"/>
              <a:t>razonamiento</a:t>
            </a:r>
            <a:endParaRPr lang="en-US" b="1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26D5F93-F466-4FB9-8963-1652C6C8BD4E}"/>
              </a:ext>
            </a:extLst>
          </p:cNvPr>
          <p:cNvSpPr txBox="1"/>
          <p:nvPr/>
        </p:nvSpPr>
        <p:spPr>
          <a:xfrm>
            <a:off x="7104658" y="3107254"/>
            <a:ext cx="1585947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Coherente</a:t>
            </a:r>
            <a:endParaRPr lang="en-U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AE8D2AA-69DD-4F5B-ADC1-3E9334A2F77E}"/>
              </a:ext>
            </a:extLst>
          </p:cNvPr>
          <p:cNvSpPr txBox="1"/>
          <p:nvPr/>
        </p:nvSpPr>
        <p:spPr>
          <a:xfrm>
            <a:off x="7104658" y="3773994"/>
            <a:ext cx="1903855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Estructurado</a:t>
            </a:r>
            <a:endParaRPr lang="en-U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9A00448-7FDD-461D-ADFB-45CBEFE54922}"/>
              </a:ext>
            </a:extLst>
          </p:cNvPr>
          <p:cNvSpPr txBox="1"/>
          <p:nvPr/>
        </p:nvSpPr>
        <p:spPr>
          <a:xfrm>
            <a:off x="7104657" y="4522827"/>
            <a:ext cx="1988173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Tiene </a:t>
            </a:r>
            <a:r>
              <a:rPr lang="en-US" dirty="0" err="1"/>
              <a:t>sentido</a:t>
            </a:r>
            <a:endParaRPr lang="en-U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9D12CFE-973F-4A1B-A04E-8112FFB19F55}"/>
              </a:ext>
            </a:extLst>
          </p:cNvPr>
          <p:cNvSpPr/>
          <p:nvPr/>
        </p:nvSpPr>
        <p:spPr>
          <a:xfrm>
            <a:off x="3970529" y="6541247"/>
            <a:ext cx="74932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200" b="1" dirty="0">
                <a:solidFill>
                  <a:srgbClr val="000000"/>
                </a:solidFill>
                <a:latin typeface="Lato Black" charset="0"/>
              </a:rPr>
              <a:t>Lógica proposicional, simbólica o matemática </a:t>
            </a:r>
            <a:endParaRPr lang="en-US" sz="3200" b="1" dirty="0">
              <a:solidFill>
                <a:srgbClr val="000000"/>
              </a:solidFill>
              <a:latin typeface="Lato Black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B8B6374-FFF1-4F7B-B210-DE1B7626BE32}"/>
              </a:ext>
            </a:extLst>
          </p:cNvPr>
          <p:cNvSpPr txBox="1"/>
          <p:nvPr/>
        </p:nvSpPr>
        <p:spPr>
          <a:xfrm>
            <a:off x="4665760" y="8378324"/>
            <a:ext cx="5954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PROPOSICIONES O AFIRMACIONES</a:t>
            </a:r>
          </a:p>
        </p:txBody>
      </p:sp>
      <p:sp>
        <p:nvSpPr>
          <p:cNvPr id="15" name="Flecha: hacia arriba 14">
            <a:extLst>
              <a:ext uri="{FF2B5EF4-FFF2-40B4-BE49-F238E27FC236}">
                <a16:creationId xmlns:a16="http://schemas.microsoft.com/office/drawing/2014/main" id="{6CDB108A-E066-4136-8049-A2628C97E366}"/>
              </a:ext>
            </a:extLst>
          </p:cNvPr>
          <p:cNvSpPr/>
          <p:nvPr/>
        </p:nvSpPr>
        <p:spPr>
          <a:xfrm>
            <a:off x="7536706" y="7722942"/>
            <a:ext cx="360925" cy="65538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6" grpId="0"/>
      <p:bldP spid="17" grpId="0"/>
      <p:bldP spid="18" grpId="0"/>
      <p:bldP spid="13" grpId="0"/>
      <p:bldP spid="14" grpId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Proposiciones o afirmaciones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606F543-51DD-4EFB-96B0-C58C4AB93984}"/>
              </a:ext>
            </a:extLst>
          </p:cNvPr>
          <p:cNvSpPr txBox="1"/>
          <p:nvPr/>
        </p:nvSpPr>
        <p:spPr>
          <a:xfrm>
            <a:off x="987269" y="3596374"/>
            <a:ext cx="1608133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Enunciado</a:t>
            </a:r>
            <a:endParaRPr lang="en-US" b="1" i="1" dirty="0">
              <a:solidFill>
                <a:schemeClr val="accent1"/>
              </a:solidFill>
            </a:endParaRP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4A7054E0-D817-4EAB-A1B1-7476BA25B66D}"/>
              </a:ext>
            </a:extLst>
          </p:cNvPr>
          <p:cNvSpPr/>
          <p:nvPr/>
        </p:nvSpPr>
        <p:spPr>
          <a:xfrm rot="20091291">
            <a:off x="2634825" y="3474417"/>
            <a:ext cx="1008112" cy="2439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AECA7938-E038-431A-8D48-1C0E67514A97}"/>
              </a:ext>
            </a:extLst>
          </p:cNvPr>
          <p:cNvSpPr/>
          <p:nvPr/>
        </p:nvSpPr>
        <p:spPr>
          <a:xfrm rot="1508709" flipV="1">
            <a:off x="2634825" y="4123576"/>
            <a:ext cx="1008112" cy="2439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5DDBB0-F314-4FB0-9580-9919249BBB8A}"/>
              </a:ext>
            </a:extLst>
          </p:cNvPr>
          <p:cNvSpPr/>
          <p:nvPr/>
        </p:nvSpPr>
        <p:spPr>
          <a:xfrm>
            <a:off x="3646991" y="3130204"/>
            <a:ext cx="1970058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Verdadero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AB88ED2-B14A-405A-8C2E-DC27F1F48018}"/>
              </a:ext>
            </a:extLst>
          </p:cNvPr>
          <p:cNvSpPr/>
          <p:nvPr/>
        </p:nvSpPr>
        <p:spPr>
          <a:xfrm>
            <a:off x="3646991" y="4251260"/>
            <a:ext cx="1970058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Falso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F5FF55-A38D-492D-85FE-FCAFF2333982}"/>
              </a:ext>
            </a:extLst>
          </p:cNvPr>
          <p:cNvSpPr/>
          <p:nvPr/>
        </p:nvSpPr>
        <p:spPr>
          <a:xfrm>
            <a:off x="7909019" y="2475640"/>
            <a:ext cx="2704074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El </a:t>
            </a:r>
            <a:r>
              <a:rPr lang="en-US" b="1" dirty="0" err="1"/>
              <a:t>día</a:t>
            </a:r>
            <a:r>
              <a:rPr lang="en-US" b="1" dirty="0"/>
              <a:t> </a:t>
            </a:r>
            <a:r>
              <a:rPr lang="en-US" b="1" dirty="0" err="1"/>
              <a:t>esta</a:t>
            </a:r>
            <a:r>
              <a:rPr lang="en-US" b="1" dirty="0"/>
              <a:t> </a:t>
            </a:r>
            <a:r>
              <a:rPr lang="en-US" b="1" dirty="0" err="1"/>
              <a:t>soleado</a:t>
            </a:r>
            <a:endParaRPr lang="en-US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FA12FF5-8C6B-44F6-93B8-BEB0DE7F718F}"/>
              </a:ext>
            </a:extLst>
          </p:cNvPr>
          <p:cNvSpPr/>
          <p:nvPr/>
        </p:nvSpPr>
        <p:spPr>
          <a:xfrm>
            <a:off x="7034501" y="3987982"/>
            <a:ext cx="460542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Bogotá es la capital de Colombia</a:t>
            </a:r>
            <a:endParaRPr lang="en-US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251059F-D017-45F6-AA70-701E63F2C68A}"/>
              </a:ext>
            </a:extLst>
          </p:cNvPr>
          <p:cNvSpPr/>
          <p:nvPr/>
        </p:nvSpPr>
        <p:spPr>
          <a:xfrm>
            <a:off x="6063512" y="3259599"/>
            <a:ext cx="3276794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México </a:t>
            </a:r>
            <a:r>
              <a:rPr lang="en-US" b="1" dirty="0" err="1"/>
              <a:t>esta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Europa</a:t>
            </a:r>
            <a:endParaRPr lang="en-US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9364B76-8002-439B-9D39-44C5FEDE7432}"/>
              </a:ext>
            </a:extLst>
          </p:cNvPr>
          <p:cNvSpPr/>
          <p:nvPr/>
        </p:nvSpPr>
        <p:spPr>
          <a:xfrm>
            <a:off x="2204120" y="5560191"/>
            <a:ext cx="1011815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2+3=5</a:t>
            </a:r>
            <a:endParaRPr lang="en-US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FDDACBB-B91C-4F11-92DA-2112AB3D90EC}"/>
              </a:ext>
            </a:extLst>
          </p:cNvPr>
          <p:cNvSpPr/>
          <p:nvPr/>
        </p:nvSpPr>
        <p:spPr>
          <a:xfrm>
            <a:off x="10725352" y="3204023"/>
            <a:ext cx="1011815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3+3=7</a:t>
            </a:r>
            <a:endParaRPr lang="en-US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657ECB3-B051-4E8E-A9C6-BF32E95D8FE5}"/>
              </a:ext>
            </a:extLst>
          </p:cNvPr>
          <p:cNvSpPr/>
          <p:nvPr/>
        </p:nvSpPr>
        <p:spPr>
          <a:xfrm>
            <a:off x="7034501" y="4813700"/>
            <a:ext cx="4213141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Comprame</a:t>
            </a:r>
            <a:r>
              <a:rPr lang="en-US" b="1" dirty="0"/>
              <a:t> una </a:t>
            </a:r>
            <a:r>
              <a:rPr lang="en-US" b="1" dirty="0" err="1"/>
              <a:t>hamburguesa</a:t>
            </a:r>
            <a:endParaRPr lang="en-US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A656A2B-5E2B-44B6-A9CC-1BFD08B5DCBC}"/>
              </a:ext>
            </a:extLst>
          </p:cNvPr>
          <p:cNvSpPr/>
          <p:nvPr/>
        </p:nvSpPr>
        <p:spPr>
          <a:xfrm>
            <a:off x="7885255" y="5639418"/>
            <a:ext cx="3225691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¿</a:t>
            </a:r>
            <a:r>
              <a:rPr lang="en-US" b="1" dirty="0" err="1"/>
              <a:t>Cuantos</a:t>
            </a:r>
            <a:r>
              <a:rPr lang="en-US" b="1" dirty="0"/>
              <a:t> </a:t>
            </a:r>
            <a:r>
              <a:rPr lang="en-US" b="1" dirty="0" err="1"/>
              <a:t>años</a:t>
            </a:r>
            <a:r>
              <a:rPr lang="en-US" b="1" dirty="0"/>
              <a:t> </a:t>
            </a:r>
            <a:r>
              <a:rPr lang="en-US" b="1" dirty="0" err="1"/>
              <a:t>tienes</a:t>
            </a:r>
            <a:r>
              <a:rPr lang="en-US" b="1" dirty="0"/>
              <a:t>?</a:t>
            </a:r>
            <a:endParaRPr lang="en-US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6FDBCBC-16CA-4D17-9893-302D97F559F5}"/>
              </a:ext>
            </a:extLst>
          </p:cNvPr>
          <p:cNvSpPr/>
          <p:nvPr/>
        </p:nvSpPr>
        <p:spPr>
          <a:xfrm>
            <a:off x="4154930" y="5531785"/>
            <a:ext cx="2599173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Te</a:t>
            </a:r>
            <a:r>
              <a:rPr lang="en-US" b="1" dirty="0"/>
              <a:t> </a:t>
            </a:r>
            <a:r>
              <a:rPr lang="en-US" b="1" dirty="0" err="1"/>
              <a:t>deseo</a:t>
            </a:r>
            <a:r>
              <a:rPr lang="en-US" b="1" dirty="0"/>
              <a:t> lo </a:t>
            </a:r>
            <a:r>
              <a:rPr lang="en-US" b="1" dirty="0" err="1"/>
              <a:t>mejor</a:t>
            </a:r>
            <a:endParaRPr lang="en-US" dirty="0"/>
          </a:p>
        </p:txBody>
      </p:sp>
      <p:sp>
        <p:nvSpPr>
          <p:cNvPr id="7" name="Signo de multiplicación 6">
            <a:extLst>
              <a:ext uri="{FF2B5EF4-FFF2-40B4-BE49-F238E27FC236}">
                <a16:creationId xmlns:a16="http://schemas.microsoft.com/office/drawing/2014/main" id="{A7DCCF39-F087-4A14-B8B1-4EB0CB3E5FD7}"/>
              </a:ext>
            </a:extLst>
          </p:cNvPr>
          <p:cNvSpPr/>
          <p:nvPr/>
        </p:nvSpPr>
        <p:spPr>
          <a:xfrm>
            <a:off x="11247642" y="4843017"/>
            <a:ext cx="504825" cy="36117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igno de multiplicación 27">
            <a:extLst>
              <a:ext uri="{FF2B5EF4-FFF2-40B4-BE49-F238E27FC236}">
                <a16:creationId xmlns:a16="http://schemas.microsoft.com/office/drawing/2014/main" id="{948EB81F-614F-457F-8D55-A1BA7D5C9EFC}"/>
              </a:ext>
            </a:extLst>
          </p:cNvPr>
          <p:cNvSpPr/>
          <p:nvPr/>
        </p:nvSpPr>
        <p:spPr>
          <a:xfrm>
            <a:off x="11173505" y="5679987"/>
            <a:ext cx="504825" cy="36117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igno de multiplicación 28">
            <a:extLst>
              <a:ext uri="{FF2B5EF4-FFF2-40B4-BE49-F238E27FC236}">
                <a16:creationId xmlns:a16="http://schemas.microsoft.com/office/drawing/2014/main" id="{ACFDE857-336E-4A5B-A817-471DDD184B7E}"/>
              </a:ext>
            </a:extLst>
          </p:cNvPr>
          <p:cNvSpPr/>
          <p:nvPr/>
        </p:nvSpPr>
        <p:spPr>
          <a:xfrm>
            <a:off x="6702672" y="5595111"/>
            <a:ext cx="504825" cy="36117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4A5D56D-A03F-4A84-9057-10E9245D4B84}"/>
              </a:ext>
            </a:extLst>
          </p:cNvPr>
          <p:cNvSpPr/>
          <p:nvPr/>
        </p:nvSpPr>
        <p:spPr>
          <a:xfrm>
            <a:off x="2923363" y="7560058"/>
            <a:ext cx="268419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Pablo es </a:t>
            </a:r>
            <a:r>
              <a:rPr lang="en-US" b="1" dirty="0" err="1"/>
              <a:t>ingeniero</a:t>
            </a:r>
            <a:endParaRPr lang="en-U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8BE12CD-7A96-4979-99C4-58A90BB1DE3F}"/>
              </a:ext>
            </a:extLst>
          </p:cNvPr>
          <p:cNvSpPr/>
          <p:nvPr/>
        </p:nvSpPr>
        <p:spPr>
          <a:xfrm>
            <a:off x="5813859" y="8034230"/>
            <a:ext cx="4075603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Los </a:t>
            </a:r>
            <a:r>
              <a:rPr lang="en-US" b="1" dirty="0" err="1"/>
              <a:t>ingenieros</a:t>
            </a:r>
            <a:r>
              <a:rPr lang="en-US" b="1" dirty="0"/>
              <a:t> son </a:t>
            </a:r>
            <a:r>
              <a:rPr lang="en-US" b="1" dirty="0" err="1"/>
              <a:t>aburridos</a:t>
            </a:r>
            <a:endParaRPr lang="en-US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3F44788-8FA5-4BC0-AF94-E141B19D7258}"/>
              </a:ext>
            </a:extLst>
          </p:cNvPr>
          <p:cNvSpPr/>
          <p:nvPr/>
        </p:nvSpPr>
        <p:spPr>
          <a:xfrm>
            <a:off x="5361479" y="8996228"/>
            <a:ext cx="302909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PABLO ES ABURRIDO</a:t>
            </a:r>
            <a:endParaRPr lang="en-US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306D17A-02E7-42A9-AAD1-9489938C770A}"/>
              </a:ext>
            </a:extLst>
          </p:cNvPr>
          <p:cNvSpPr/>
          <p:nvPr/>
        </p:nvSpPr>
        <p:spPr>
          <a:xfrm>
            <a:off x="5650579" y="6749890"/>
            <a:ext cx="3225691" cy="6534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RELACIÓN</a:t>
            </a:r>
          </a:p>
        </p:txBody>
      </p:sp>
      <p:pic>
        <p:nvPicPr>
          <p:cNvPr id="8" name="Gráfico 7" descr="Marca de verificación">
            <a:extLst>
              <a:ext uri="{FF2B5EF4-FFF2-40B4-BE49-F238E27FC236}">
                <a16:creationId xmlns:a16="http://schemas.microsoft.com/office/drawing/2014/main" id="{C4FF76F0-A16A-465B-B9C0-3F7BEB713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2776" y="2204127"/>
            <a:ext cx="634549" cy="796369"/>
          </a:xfrm>
          <a:prstGeom prst="rect">
            <a:avLst/>
          </a:prstGeom>
        </p:spPr>
      </p:pic>
      <p:pic>
        <p:nvPicPr>
          <p:cNvPr id="31" name="Gráfico 30" descr="Marca de verificación">
            <a:extLst>
              <a:ext uri="{FF2B5EF4-FFF2-40B4-BE49-F238E27FC236}">
                <a16:creationId xmlns:a16="http://schemas.microsoft.com/office/drawing/2014/main" id="{20913F62-25F6-41BF-8985-85C4BF177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485" y="3029845"/>
            <a:ext cx="634549" cy="796369"/>
          </a:xfrm>
          <a:prstGeom prst="rect">
            <a:avLst/>
          </a:prstGeom>
        </p:spPr>
      </p:pic>
      <p:pic>
        <p:nvPicPr>
          <p:cNvPr id="33" name="Gráfico 32" descr="Marca de verificación">
            <a:extLst>
              <a:ext uri="{FF2B5EF4-FFF2-40B4-BE49-F238E27FC236}">
                <a16:creationId xmlns:a16="http://schemas.microsoft.com/office/drawing/2014/main" id="{15682612-AEA0-451A-B551-FD316B467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61793" y="3029845"/>
            <a:ext cx="634549" cy="796369"/>
          </a:xfrm>
          <a:prstGeom prst="rect">
            <a:avLst/>
          </a:prstGeom>
        </p:spPr>
      </p:pic>
      <p:pic>
        <p:nvPicPr>
          <p:cNvPr id="34" name="Gráfico 33" descr="Marca de verificación">
            <a:extLst>
              <a:ext uri="{FF2B5EF4-FFF2-40B4-BE49-F238E27FC236}">
                <a16:creationId xmlns:a16="http://schemas.microsoft.com/office/drawing/2014/main" id="{6DD1DDD7-10F7-4BFB-BAAE-5942E93C0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78330" y="3826214"/>
            <a:ext cx="634549" cy="796369"/>
          </a:xfrm>
          <a:prstGeom prst="rect">
            <a:avLst/>
          </a:prstGeom>
        </p:spPr>
      </p:pic>
      <p:pic>
        <p:nvPicPr>
          <p:cNvPr id="35" name="Gráfico 34" descr="Marca de verificación">
            <a:extLst>
              <a:ext uri="{FF2B5EF4-FFF2-40B4-BE49-F238E27FC236}">
                <a16:creationId xmlns:a16="http://schemas.microsoft.com/office/drawing/2014/main" id="{CBC92857-9F5F-47D1-A566-C3E49A4F2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2080" y="5377513"/>
            <a:ext cx="634549" cy="79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5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 animBg="1"/>
      <p:bldP spid="19" grpId="0" animBg="1"/>
      <p:bldP spid="4" grpId="0"/>
      <p:bldP spid="20" grpId="0"/>
      <p:bldP spid="6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7" grpId="0" animBg="1"/>
      <p:bldP spid="28" grpId="0" animBg="1"/>
      <p:bldP spid="29" grpId="0" animBg="1"/>
      <p:bldP spid="30" grpId="0"/>
      <p:bldP spid="9" grpId="0"/>
      <p:bldP spid="32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Proposiciones simples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40AFFC1-D9B2-4CBA-ADC3-D2DFFB21F5F2}"/>
                  </a:ext>
                </a:extLst>
              </p:cNvPr>
              <p:cNvSpPr txBox="1"/>
              <p:nvPr/>
            </p:nvSpPr>
            <p:spPr>
              <a:xfrm>
                <a:off x="5304458" y="3095650"/>
                <a:ext cx="196291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40AFFC1-D9B2-4CBA-ADC3-D2DFFB21F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458" y="3095650"/>
                <a:ext cx="1962910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ED3A84F1-67CF-4A72-9FE1-C448B71BD1C1}"/>
                  </a:ext>
                </a:extLst>
              </p:cNvPr>
              <p:cNvSpPr/>
              <p:nvPr/>
            </p:nvSpPr>
            <p:spPr>
              <a:xfrm>
                <a:off x="1344018" y="4144723"/>
                <a:ext cx="2891689" cy="513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Juan es </a:t>
                </a:r>
                <a:r>
                  <a:rPr lang="en-US" dirty="0" err="1"/>
                  <a:t>arquitecto</a:t>
                </a:r>
                <a:endParaRPr lang="en-US" dirty="0"/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ED3A84F1-67CF-4A72-9FE1-C448B71BD1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018" y="4144723"/>
                <a:ext cx="2891689" cy="513282"/>
              </a:xfrm>
              <a:prstGeom prst="rect">
                <a:avLst/>
              </a:prstGeom>
              <a:blipFill>
                <a:blip r:embed="rId3"/>
                <a:stretch>
                  <a:fillRect t="-5952" r="-2526" b="-29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D75E086D-E084-4575-ADF4-357C4C814F31}"/>
                  </a:ext>
                </a:extLst>
              </p:cNvPr>
              <p:cNvSpPr/>
              <p:nvPr/>
            </p:nvSpPr>
            <p:spPr>
              <a:xfrm>
                <a:off x="1344018" y="4928110"/>
                <a:ext cx="2739211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Mi </a:t>
                </a:r>
                <a:r>
                  <a:rPr lang="en-US" dirty="0" err="1"/>
                  <a:t>zapato</a:t>
                </a:r>
                <a:r>
                  <a:rPr lang="en-US" dirty="0"/>
                  <a:t> es </a:t>
                </a:r>
                <a:r>
                  <a:rPr lang="en-US" dirty="0" err="1"/>
                  <a:t>rojo</a:t>
                </a:r>
                <a:endParaRPr lang="en-US" dirty="0"/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D75E086D-E084-4575-ADF4-357C4C814F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018" y="4928110"/>
                <a:ext cx="2739211" cy="487826"/>
              </a:xfrm>
              <a:prstGeom prst="rect">
                <a:avLst/>
              </a:prstGeom>
              <a:blipFill>
                <a:blip r:embed="rId4"/>
                <a:stretch>
                  <a:fillRect l="-889" t="-11250" r="-2889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/>
              <p:nvPr/>
            </p:nvSpPr>
            <p:spPr>
              <a:xfrm>
                <a:off x="1344018" y="5697095"/>
                <a:ext cx="2883610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el </a:t>
                </a:r>
                <a:r>
                  <a:rPr lang="en-US" dirty="0" err="1"/>
                  <a:t>día</a:t>
                </a:r>
                <a:r>
                  <a:rPr lang="en-US" dirty="0"/>
                  <a:t> </a:t>
                </a:r>
                <a:r>
                  <a:rPr lang="en-US" dirty="0" err="1"/>
                  <a:t>esta</a:t>
                </a:r>
                <a:r>
                  <a:rPr lang="en-US" dirty="0"/>
                  <a:t> </a:t>
                </a:r>
                <a:r>
                  <a:rPr lang="en-US" dirty="0" err="1"/>
                  <a:t>soleado</a:t>
                </a:r>
                <a:endParaRPr lang="en-US" dirty="0"/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018" y="5697095"/>
                <a:ext cx="2883610" cy="487826"/>
              </a:xfrm>
              <a:prstGeom prst="rect">
                <a:avLst/>
              </a:prstGeom>
              <a:blipFill>
                <a:blip r:embed="rId5"/>
                <a:stretch>
                  <a:fillRect t="-12500" r="-2743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71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Proposiciones compuestas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ED3A84F1-67CF-4A72-9FE1-C448B71BD1C1}"/>
                  </a:ext>
                </a:extLst>
              </p:cNvPr>
              <p:cNvSpPr/>
              <p:nvPr/>
            </p:nvSpPr>
            <p:spPr>
              <a:xfrm>
                <a:off x="2064098" y="3040526"/>
                <a:ext cx="384868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𝑆𝑒𝑟𝑔𝑖𝑜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𝑑𝑒𝑝𝑜𝑟𝑡𝑖𝑠𝑡𝑎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ED3A84F1-67CF-4A72-9FE1-C448B71BD1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098" y="3040526"/>
                <a:ext cx="38486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D75E086D-E084-4575-ADF4-357C4C814F31}"/>
                  </a:ext>
                </a:extLst>
              </p:cNvPr>
              <p:cNvSpPr/>
              <p:nvPr/>
            </p:nvSpPr>
            <p:spPr>
              <a:xfrm>
                <a:off x="7176666" y="3040526"/>
                <a:ext cx="3364190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𝐽𝑎𝑣𝑖𝑒𝑟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𝑖𝑛𝑔𝑒𝑛𝑖𝑒𝑟𝑜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D75E086D-E084-4575-ADF4-357C4C814F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666" y="3040526"/>
                <a:ext cx="3364190" cy="487826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/>
              <p:nvPr/>
            </p:nvSpPr>
            <p:spPr>
              <a:xfrm>
                <a:off x="3164532" y="3936939"/>
                <a:ext cx="7160935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𝑆𝑒𝑟𝑔𝑖𝑜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𝑑𝑒𝑝𝑜𝑟𝑡𝑖𝑠𝑡𝑎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𝐽𝑎𝑣𝑖𝑒𝑟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𝐼𝑛𝑔𝑒𝑛𝑖𝑒𝑟𝑜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532" y="3936939"/>
                <a:ext cx="7160935" cy="487826"/>
              </a:xfrm>
              <a:prstGeom prst="rect">
                <a:avLst/>
              </a:prstGeom>
              <a:blipFill>
                <a:blip r:embed="rId4"/>
                <a:stretch>
                  <a:fillRect b="-1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C7143F2-4E2E-4EB5-ABA7-5285FC364073}"/>
              </a:ext>
            </a:extLst>
          </p:cNvPr>
          <p:cNvSpPr/>
          <p:nvPr/>
        </p:nvSpPr>
        <p:spPr>
          <a:xfrm>
            <a:off x="3504258" y="3936939"/>
            <a:ext cx="3024336" cy="487826"/>
          </a:xfrm>
          <a:prstGeom prst="round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ADD67D9-325C-4001-8602-81A800909500}"/>
              </a:ext>
            </a:extLst>
          </p:cNvPr>
          <p:cNvSpPr/>
          <p:nvPr/>
        </p:nvSpPr>
        <p:spPr>
          <a:xfrm>
            <a:off x="7147352" y="3936939"/>
            <a:ext cx="3024336" cy="487826"/>
          </a:xfrm>
          <a:prstGeom prst="roundRect">
            <a:avLst/>
          </a:prstGeom>
          <a:solidFill>
            <a:srgbClr val="00B05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/>
              <p:nvPr/>
            </p:nvSpPr>
            <p:spPr>
              <a:xfrm>
                <a:off x="4801976" y="4424765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976" y="4424765"/>
                <a:ext cx="55258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/>
              <p:nvPr/>
            </p:nvSpPr>
            <p:spPr>
              <a:xfrm>
                <a:off x="8166038" y="4389371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038" y="4389371"/>
                <a:ext cx="5525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EFC658F-6AD1-4E96-A96B-441AB010C16F}"/>
              </a:ext>
            </a:extLst>
          </p:cNvPr>
          <p:cNvSpPr/>
          <p:nvPr/>
        </p:nvSpPr>
        <p:spPr>
          <a:xfrm>
            <a:off x="6589049" y="3936939"/>
            <a:ext cx="526560" cy="487826"/>
          </a:xfrm>
          <a:prstGeom prst="roundRect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DC0B51C0-4C74-40BA-A05D-08909D7EE175}"/>
                  </a:ext>
                </a:extLst>
              </p:cNvPr>
              <p:cNvSpPr/>
              <p:nvPr/>
            </p:nvSpPr>
            <p:spPr>
              <a:xfrm>
                <a:off x="6589827" y="4424765"/>
                <a:ext cx="481222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36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DC0B51C0-4C74-40BA-A05D-08909D7EE1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827" y="4424765"/>
                <a:ext cx="481222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ítulo 1">
            <a:extLst>
              <a:ext uri="{FF2B5EF4-FFF2-40B4-BE49-F238E27FC236}">
                <a16:creationId xmlns:a16="http://schemas.microsoft.com/office/drawing/2014/main" id="{7E2BF66D-2ED5-4D4B-AD7C-C8AC67065A13}"/>
              </a:ext>
            </a:extLst>
          </p:cNvPr>
          <p:cNvSpPr txBox="1">
            <a:spLocks/>
          </p:cNvSpPr>
          <p:nvPr/>
        </p:nvSpPr>
        <p:spPr>
          <a:xfrm>
            <a:off x="1221423" y="5488134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>
                <a:solidFill>
                  <a:schemeClr val="accent2">
                    <a:lumMod val="75000"/>
                  </a:schemeClr>
                </a:solidFill>
              </a:rPr>
              <a:t>Conectores Lógicos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4AFB3ED6-3341-49D8-B7A6-7D580A26E7CD}"/>
                  </a:ext>
                </a:extLst>
              </p:cNvPr>
              <p:cNvSpPr/>
              <p:nvPr/>
            </p:nvSpPr>
            <p:spPr>
              <a:xfrm>
                <a:off x="4757177" y="7225855"/>
                <a:ext cx="36439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𝑆𝑒𝑟𝑔𝑖𝑜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</a:rPr>
                        <m:t>𝑑𝑒𝑝𝑜𝑟𝑡𝑖𝑠𝑡𝑎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4AFB3ED6-3341-49D8-B7A6-7D580A26E7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177" y="7225855"/>
                <a:ext cx="364394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04F15588-A47E-4647-AAED-2F3A882B5C88}"/>
                  </a:ext>
                </a:extLst>
              </p:cNvPr>
              <p:cNvSpPr/>
              <p:nvPr/>
            </p:nvSpPr>
            <p:spPr>
              <a:xfrm>
                <a:off x="8968964" y="7225855"/>
                <a:ext cx="3176254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𝐽𝑎𝑣𝑖𝑒𝑟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𝑖𝑛𝑔𝑒𝑛𝑖𝑒𝑟𝑜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04F15588-A47E-4647-AAED-2F3A882B5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8964" y="7225855"/>
                <a:ext cx="3176254" cy="487826"/>
              </a:xfrm>
              <a:prstGeom prst="rect">
                <a:avLst/>
              </a:prstGeom>
              <a:blipFill>
                <a:blip r:embed="rId9"/>
                <a:stretch>
                  <a:fillRect b="-1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0F03762-CAB6-42DD-ADB9-2BD0E07D96B4}"/>
                  </a:ext>
                </a:extLst>
              </p:cNvPr>
              <p:cNvSpPr txBox="1"/>
              <p:nvPr/>
            </p:nvSpPr>
            <p:spPr>
              <a:xfrm>
                <a:off x="8389896" y="6384547"/>
                <a:ext cx="5790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0F03762-CAB6-42DD-ADB9-2BD0E07D9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896" y="6384547"/>
                <a:ext cx="579068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F7EE57AF-0658-4CD6-A2AA-9276C0F15E7C}"/>
                  </a:ext>
                </a:extLst>
              </p:cNvPr>
              <p:cNvSpPr txBox="1"/>
              <p:nvPr/>
            </p:nvSpPr>
            <p:spPr>
              <a:xfrm>
                <a:off x="8359512" y="7102744"/>
                <a:ext cx="6127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F7EE57AF-0658-4CD6-A2AA-9276C0F15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512" y="7102744"/>
                <a:ext cx="612732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EA5E991A-4DF4-4146-A53A-B78D0E5B7F56}"/>
                  </a:ext>
                </a:extLst>
              </p:cNvPr>
              <p:cNvSpPr txBox="1"/>
              <p:nvPr/>
            </p:nvSpPr>
            <p:spPr>
              <a:xfrm>
                <a:off x="4242436" y="7549020"/>
                <a:ext cx="6930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𝑆𝑖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EA5E991A-4DF4-4146-A53A-B78D0E5B7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436" y="7549020"/>
                <a:ext cx="693075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8B2F918-BE9D-4AC3-9C92-69EA6372FA28}"/>
                  </a:ext>
                </a:extLst>
              </p:cNvPr>
              <p:cNvSpPr txBox="1"/>
              <p:nvPr/>
            </p:nvSpPr>
            <p:spPr>
              <a:xfrm>
                <a:off x="7717471" y="7622516"/>
                <a:ext cx="21385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𝑒𝑛𝑡𝑜𝑛𝑐𝑒𝑠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8B2F918-BE9D-4AC3-9C92-69EA6372F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7471" y="7622516"/>
                <a:ext cx="2138599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89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2" grpId="0" animBg="1"/>
      <p:bldP spid="9" grpId="0" animBg="1"/>
      <p:bldP spid="3" grpId="0"/>
      <p:bldP spid="11" grpId="0"/>
      <p:bldP spid="12" grpId="0" animBg="1"/>
      <p:bldP spid="4" grpId="0" animBg="1"/>
      <p:bldP spid="16" grpId="0"/>
      <p:bldP spid="17" grpId="0"/>
      <p:bldP spid="18" grpId="0"/>
      <p:bldP spid="7" grpId="0"/>
      <p:bldP spid="20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Conectores lógicos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/>
              <p:nvPr/>
            </p:nvSpPr>
            <p:spPr>
              <a:xfrm>
                <a:off x="2864524" y="2893549"/>
                <a:ext cx="7160935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𝑆𝑒𝑟𝑔𝑖𝑜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𝑑𝑒𝑝𝑜𝑟𝑡𝑖𝑠𝑡𝑎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𝐽𝑎𝑣𝑖𝑒𝑟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𝐼𝑛𝑔𝑒𝑛𝑖𝑒𝑟𝑜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524" y="2893549"/>
                <a:ext cx="7160935" cy="487826"/>
              </a:xfrm>
              <a:prstGeom prst="rect">
                <a:avLst/>
              </a:prstGeom>
              <a:blipFill>
                <a:blip r:embed="rId2"/>
                <a:stretch>
                  <a:fillRect b="-1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C7143F2-4E2E-4EB5-ABA7-5285FC364073}"/>
              </a:ext>
            </a:extLst>
          </p:cNvPr>
          <p:cNvSpPr/>
          <p:nvPr/>
        </p:nvSpPr>
        <p:spPr>
          <a:xfrm>
            <a:off x="3204250" y="2893549"/>
            <a:ext cx="3024336" cy="487826"/>
          </a:xfrm>
          <a:prstGeom prst="round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ADD67D9-325C-4001-8602-81A800909500}"/>
              </a:ext>
            </a:extLst>
          </p:cNvPr>
          <p:cNvSpPr/>
          <p:nvPr/>
        </p:nvSpPr>
        <p:spPr>
          <a:xfrm>
            <a:off x="6847344" y="2893549"/>
            <a:ext cx="3024336" cy="487826"/>
          </a:xfrm>
          <a:prstGeom prst="roundRect">
            <a:avLst/>
          </a:prstGeom>
          <a:solidFill>
            <a:srgbClr val="00B05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/>
              <p:nvPr/>
            </p:nvSpPr>
            <p:spPr>
              <a:xfrm>
                <a:off x="4501968" y="3381375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968" y="3381375"/>
                <a:ext cx="552587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/>
              <p:nvPr/>
            </p:nvSpPr>
            <p:spPr>
              <a:xfrm>
                <a:off x="7866030" y="3345981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030" y="3345981"/>
                <a:ext cx="552587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EFC658F-6AD1-4E96-A96B-441AB010C16F}"/>
              </a:ext>
            </a:extLst>
          </p:cNvPr>
          <p:cNvSpPr/>
          <p:nvPr/>
        </p:nvSpPr>
        <p:spPr>
          <a:xfrm>
            <a:off x="6289041" y="2893549"/>
            <a:ext cx="526560" cy="487826"/>
          </a:xfrm>
          <a:prstGeom prst="roundRect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5A126A30-AC28-42BC-B641-93056CE96E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9603123"/>
                  </p:ext>
                </p:extLst>
              </p:nvPr>
            </p:nvGraphicFramePr>
            <p:xfrm>
              <a:off x="2494948" y="4444744"/>
              <a:ext cx="8704791" cy="33817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01597">
                      <a:extLst>
                        <a:ext uri="{9D8B030D-6E8A-4147-A177-3AD203B41FA5}">
                          <a16:colId xmlns:a16="http://schemas.microsoft.com/office/drawing/2014/main" val="1479908700"/>
                        </a:ext>
                      </a:extLst>
                    </a:gridCol>
                    <a:gridCol w="2901597">
                      <a:extLst>
                        <a:ext uri="{9D8B030D-6E8A-4147-A177-3AD203B41FA5}">
                          <a16:colId xmlns:a16="http://schemas.microsoft.com/office/drawing/2014/main" val="2295383189"/>
                        </a:ext>
                      </a:extLst>
                    </a:gridCol>
                    <a:gridCol w="2901597">
                      <a:extLst>
                        <a:ext uri="{9D8B030D-6E8A-4147-A177-3AD203B41FA5}">
                          <a16:colId xmlns:a16="http://schemas.microsoft.com/office/drawing/2014/main" val="3952928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Conector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dirty="0" err="1"/>
                            <a:t>lógico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Símbolo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Nombre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734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Conjunción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6861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30558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⋁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Disyunción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dirty="0" err="1"/>
                            <a:t>debíl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2965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o…o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30558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△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Disyunción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dirty="0" err="1"/>
                            <a:t>fuerte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79379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Si… </a:t>
                          </a:r>
                          <a:r>
                            <a:rPr lang="en-US" dirty="0" err="1"/>
                            <a:t>entonces</a:t>
                          </a:r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30558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Implicación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99957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Si y solo </a:t>
                          </a:r>
                          <a:r>
                            <a:rPr lang="en-US" dirty="0" err="1"/>
                            <a:t>si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Equivalencia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57190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 es </a:t>
                          </a:r>
                          <a:r>
                            <a:rPr lang="en-US" dirty="0" err="1"/>
                            <a:t>verdad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Negación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1752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5A126A30-AC28-42BC-B641-93056CE96E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9603123"/>
                  </p:ext>
                </p:extLst>
              </p:nvPr>
            </p:nvGraphicFramePr>
            <p:xfrm>
              <a:off x="2494948" y="4444744"/>
              <a:ext cx="8704791" cy="33817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01597">
                      <a:extLst>
                        <a:ext uri="{9D8B030D-6E8A-4147-A177-3AD203B41FA5}">
                          <a16:colId xmlns:a16="http://schemas.microsoft.com/office/drawing/2014/main" val="1479908700"/>
                        </a:ext>
                      </a:extLst>
                    </a:gridCol>
                    <a:gridCol w="2901597">
                      <a:extLst>
                        <a:ext uri="{9D8B030D-6E8A-4147-A177-3AD203B41FA5}">
                          <a16:colId xmlns:a16="http://schemas.microsoft.com/office/drawing/2014/main" val="2295383189"/>
                        </a:ext>
                      </a:extLst>
                    </a:gridCol>
                    <a:gridCol w="2901597">
                      <a:extLst>
                        <a:ext uri="{9D8B030D-6E8A-4147-A177-3AD203B41FA5}">
                          <a16:colId xmlns:a16="http://schemas.microsoft.com/office/drawing/2014/main" val="395292824"/>
                        </a:ext>
                      </a:extLst>
                    </a:gridCol>
                  </a:tblGrid>
                  <a:tr h="4831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Conector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dirty="0" err="1"/>
                            <a:t>lógico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Símbolo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Nombre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734082"/>
                      </a:ext>
                    </a:extLst>
                  </a:tr>
                  <a:tr h="4831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110000" r="-100629" b="-5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Conjunción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6861725"/>
                      </a:ext>
                    </a:extLst>
                  </a:tr>
                  <a:tr h="4831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212658" r="-100629" b="-4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Disyunción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dirty="0" err="1"/>
                            <a:t>debíl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2965758"/>
                      </a:ext>
                    </a:extLst>
                  </a:tr>
                  <a:tr h="4831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o…o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312658" r="-100629" b="-3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Disyunción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dirty="0" err="1"/>
                            <a:t>fuerte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7937910"/>
                      </a:ext>
                    </a:extLst>
                  </a:tr>
                  <a:tr h="4831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Si… </a:t>
                          </a:r>
                          <a:r>
                            <a:rPr lang="en-US" dirty="0" err="1"/>
                            <a:t>entonces</a:t>
                          </a:r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412658" r="-100629" b="-2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Implicación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9995751"/>
                      </a:ext>
                    </a:extLst>
                  </a:tr>
                  <a:tr h="4831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Si y solo </a:t>
                          </a:r>
                          <a:r>
                            <a:rPr lang="en-US" dirty="0" err="1"/>
                            <a:t>si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506250" r="-100629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Equivalencia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5719048"/>
                      </a:ext>
                    </a:extLst>
                  </a:tr>
                  <a:tr h="4831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 es </a:t>
                          </a:r>
                          <a:r>
                            <a:rPr lang="en-US" dirty="0" err="1"/>
                            <a:t>verdad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613924" r="-100629" b="-329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Negación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1752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690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 animBg="1"/>
      <p:bldP spid="9" grpId="0" animBg="1"/>
      <p:bldP spid="3" grpId="0"/>
      <p:bldP spid="11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Valor de verdad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/>
              <p:nvPr/>
            </p:nvSpPr>
            <p:spPr>
              <a:xfrm>
                <a:off x="1127994" y="2893549"/>
                <a:ext cx="7160935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𝑆𝑒𝑟𝑔𝑖𝑜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𝑑𝑒𝑝𝑜𝑟𝑡𝑖𝑠𝑡𝑎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𝐽𝑎𝑣𝑖𝑒𝑟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𝐼𝑛𝑔𝑒𝑛𝑖𝑒𝑟𝑜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994" y="2893549"/>
                <a:ext cx="7160935" cy="487826"/>
              </a:xfrm>
              <a:prstGeom prst="rect">
                <a:avLst/>
              </a:prstGeom>
              <a:blipFill>
                <a:blip r:embed="rId2"/>
                <a:stretch>
                  <a:fillRect b="-1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C7143F2-4E2E-4EB5-ABA7-5285FC364073}"/>
              </a:ext>
            </a:extLst>
          </p:cNvPr>
          <p:cNvSpPr/>
          <p:nvPr/>
        </p:nvSpPr>
        <p:spPr>
          <a:xfrm>
            <a:off x="1467720" y="2893549"/>
            <a:ext cx="3024336" cy="487826"/>
          </a:xfrm>
          <a:prstGeom prst="round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ADD67D9-325C-4001-8602-81A800909500}"/>
              </a:ext>
            </a:extLst>
          </p:cNvPr>
          <p:cNvSpPr/>
          <p:nvPr/>
        </p:nvSpPr>
        <p:spPr>
          <a:xfrm>
            <a:off x="5110814" y="2893549"/>
            <a:ext cx="3024336" cy="487826"/>
          </a:xfrm>
          <a:prstGeom prst="roundRect">
            <a:avLst/>
          </a:prstGeom>
          <a:solidFill>
            <a:srgbClr val="00B05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/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/>
              <p:nvPr/>
            </p:nvSpPr>
            <p:spPr>
              <a:xfrm>
                <a:off x="6129500" y="3345981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9500" y="3345981"/>
                <a:ext cx="552587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EFC658F-6AD1-4E96-A96B-441AB010C16F}"/>
              </a:ext>
            </a:extLst>
          </p:cNvPr>
          <p:cNvSpPr/>
          <p:nvPr/>
        </p:nvSpPr>
        <p:spPr>
          <a:xfrm>
            <a:off x="4552511" y="2893549"/>
            <a:ext cx="526560" cy="487826"/>
          </a:xfrm>
          <a:prstGeom prst="roundRect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149EB51-2539-42A2-97DA-AB79EFE33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786597"/>
              </p:ext>
            </p:extLst>
          </p:nvPr>
        </p:nvGraphicFramePr>
        <p:xfrm>
          <a:off x="2793685" y="4238349"/>
          <a:ext cx="552588" cy="96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588">
                  <a:extLst>
                    <a:ext uri="{9D8B030D-6E8A-4147-A177-3AD203B41FA5}">
                      <a16:colId xmlns:a16="http://schemas.microsoft.com/office/drawing/2014/main" val="707035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9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168149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57E82DA7-21DE-465D-9183-79A6875C4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954369"/>
              </p:ext>
            </p:extLst>
          </p:nvPr>
        </p:nvGraphicFramePr>
        <p:xfrm>
          <a:off x="6129500" y="4238349"/>
          <a:ext cx="552588" cy="96621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52588">
                  <a:extLst>
                    <a:ext uri="{9D8B030D-6E8A-4147-A177-3AD203B41FA5}">
                      <a16:colId xmlns:a16="http://schemas.microsoft.com/office/drawing/2014/main" val="707035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9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168149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E5A8B61-3CDF-41F8-9464-8B6DB503C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77228"/>
              </p:ext>
            </p:extLst>
          </p:nvPr>
        </p:nvGraphicFramePr>
        <p:xfrm>
          <a:off x="5684544" y="6336416"/>
          <a:ext cx="1688100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050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844050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F9681D55-E2EA-46A9-AE38-6C90A200ACA2}"/>
                  </a:ext>
                </a:extLst>
              </p:cNvPr>
              <p:cNvSpPr/>
              <p:nvPr/>
            </p:nvSpPr>
            <p:spPr>
              <a:xfrm>
                <a:off x="5860729" y="5565557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F9681D55-E2EA-46A9-AE38-6C90A200A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729" y="5565557"/>
                <a:ext cx="55258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3282A4-6F56-40C9-803D-848E4004C3AA}"/>
                  </a:ext>
                </a:extLst>
              </p:cNvPr>
              <p:cNvSpPr/>
              <p:nvPr/>
            </p:nvSpPr>
            <p:spPr>
              <a:xfrm>
                <a:off x="6629340" y="5565557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3282A4-6F56-40C9-803D-848E4004C3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340" y="5565557"/>
                <a:ext cx="5525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E4318799-2542-4B8A-9BB5-954D498E3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573213"/>
              </p:ext>
            </p:extLst>
          </p:nvPr>
        </p:nvGraphicFramePr>
        <p:xfrm>
          <a:off x="8489827" y="5009208"/>
          <a:ext cx="1688100" cy="3864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700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562700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562700">
                  <a:extLst>
                    <a:ext uri="{9D8B030D-6E8A-4147-A177-3AD203B41FA5}">
                      <a16:colId xmlns:a16="http://schemas.microsoft.com/office/drawing/2014/main" val="2874759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84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269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03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73577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8C974794-DBD3-4498-BE12-A2DFCA827772}"/>
                  </a:ext>
                </a:extLst>
              </p:cNvPr>
              <p:cNvSpPr/>
              <p:nvPr/>
            </p:nvSpPr>
            <p:spPr>
              <a:xfrm>
                <a:off x="8493470" y="4234482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8C974794-DBD3-4498-BE12-A2DFCA8277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3470" y="4234482"/>
                <a:ext cx="552587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B3DDA404-995D-490E-9A47-07965BB27EE1}"/>
                  </a:ext>
                </a:extLst>
              </p:cNvPr>
              <p:cNvSpPr/>
              <p:nvPr/>
            </p:nvSpPr>
            <p:spPr>
              <a:xfrm>
                <a:off x="9057583" y="4234481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B3DDA404-995D-490E-9A47-07965BB27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7583" y="4234481"/>
                <a:ext cx="552587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D79354DF-2246-4309-85DC-90C4F2864F32}"/>
                  </a:ext>
                </a:extLst>
              </p:cNvPr>
              <p:cNvSpPr/>
              <p:nvPr/>
            </p:nvSpPr>
            <p:spPr>
              <a:xfrm>
                <a:off x="9610170" y="4236974"/>
                <a:ext cx="552587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D79354DF-2246-4309-85DC-90C4F2864F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0170" y="4236974"/>
                <a:ext cx="552587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8897AD6-EFD3-494A-93AC-316864975B48}"/>
                  </a:ext>
                </a:extLst>
              </p:cNvPr>
              <p:cNvSpPr txBox="1"/>
              <p:nvPr/>
            </p:nvSpPr>
            <p:spPr>
              <a:xfrm>
                <a:off x="11295110" y="6556919"/>
                <a:ext cx="92365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CO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8897AD6-EFD3-494A-93AC-316864975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5110" y="6556919"/>
                <a:ext cx="923650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03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 animBg="1"/>
      <p:bldP spid="9" grpId="0" animBg="1"/>
      <p:bldP spid="3" grpId="0"/>
      <p:bldP spid="11" grpId="0"/>
      <p:bldP spid="12" grpId="0" animBg="1"/>
      <p:bldP spid="14" grpId="0"/>
      <p:bldP spid="16" grpId="0"/>
      <p:bldP spid="18" grpId="0"/>
      <p:bldP spid="19" grpId="0"/>
      <p:bldP spid="20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Conjunción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/>
              <p:nvPr/>
            </p:nvSpPr>
            <p:spPr>
              <a:xfrm>
                <a:off x="2053523" y="2875852"/>
                <a:ext cx="4678012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𝐸𝑠𝑡𝑎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𝑙𝑙𝑜𝑣𝑖𝑒𝑛𝑑𝑜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𝐻𝑎𝑐𝑒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𝑓𝑟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523" y="2875852"/>
                <a:ext cx="4678012" cy="487826"/>
              </a:xfrm>
              <a:prstGeom prst="rect">
                <a:avLst/>
              </a:prstGeom>
              <a:blipFill>
                <a:blip r:embed="rId2"/>
                <a:stretch>
                  <a:fillRect b="-1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C7143F2-4E2E-4EB5-ABA7-5285FC364073}"/>
              </a:ext>
            </a:extLst>
          </p:cNvPr>
          <p:cNvSpPr/>
          <p:nvPr/>
        </p:nvSpPr>
        <p:spPr>
          <a:xfrm>
            <a:off x="2053522" y="2898784"/>
            <a:ext cx="2364905" cy="487826"/>
          </a:xfrm>
          <a:prstGeom prst="round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ADD67D9-325C-4001-8602-81A800909500}"/>
              </a:ext>
            </a:extLst>
          </p:cNvPr>
          <p:cNvSpPr/>
          <p:nvPr/>
        </p:nvSpPr>
        <p:spPr>
          <a:xfrm>
            <a:off x="5110814" y="2893549"/>
            <a:ext cx="1620721" cy="487826"/>
          </a:xfrm>
          <a:prstGeom prst="roundRect">
            <a:avLst/>
          </a:prstGeom>
          <a:solidFill>
            <a:srgbClr val="00B05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/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/>
              <p:nvPr/>
            </p:nvSpPr>
            <p:spPr>
              <a:xfrm>
                <a:off x="5644880" y="3281534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880" y="3281534"/>
                <a:ext cx="552587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EFC658F-6AD1-4E96-A96B-441AB010C16F}"/>
              </a:ext>
            </a:extLst>
          </p:cNvPr>
          <p:cNvSpPr/>
          <p:nvPr/>
        </p:nvSpPr>
        <p:spPr>
          <a:xfrm>
            <a:off x="4501340" y="2875852"/>
            <a:ext cx="526560" cy="487826"/>
          </a:xfrm>
          <a:prstGeom prst="roundRect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E5A8B61-3CDF-41F8-9464-8B6DB503C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943457"/>
              </p:ext>
            </p:extLst>
          </p:nvPr>
        </p:nvGraphicFramePr>
        <p:xfrm>
          <a:off x="5280236" y="5444110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F9681D55-E2EA-46A9-AE38-6C90A200ACA2}"/>
                  </a:ext>
                </a:extLst>
              </p:cNvPr>
              <p:cNvSpPr/>
              <p:nvPr/>
            </p:nvSpPr>
            <p:spPr>
              <a:xfrm>
                <a:off x="5456421" y="4673251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F9681D55-E2EA-46A9-AE38-6C90A200A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421" y="4673251"/>
                <a:ext cx="55258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3282A4-6F56-40C9-803D-848E4004C3AA}"/>
                  </a:ext>
                </a:extLst>
              </p:cNvPr>
              <p:cNvSpPr/>
              <p:nvPr/>
            </p:nvSpPr>
            <p:spPr>
              <a:xfrm>
                <a:off x="6527076" y="4673251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3282A4-6F56-40C9-803D-848E4004C3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076" y="4673251"/>
                <a:ext cx="5525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AC0FDC7D-AAED-46A1-BC88-F82DECDD188F}"/>
                  </a:ext>
                </a:extLst>
              </p:cNvPr>
              <p:cNvSpPr/>
              <p:nvPr/>
            </p:nvSpPr>
            <p:spPr>
              <a:xfrm>
                <a:off x="7290509" y="4671471"/>
                <a:ext cx="111960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⋀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AC0FDC7D-AAED-46A1-BC88-F82DECDD1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509" y="4671471"/>
                <a:ext cx="1119602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ítulo 1">
            <a:extLst>
              <a:ext uri="{FF2B5EF4-FFF2-40B4-BE49-F238E27FC236}">
                <a16:creationId xmlns:a16="http://schemas.microsoft.com/office/drawing/2014/main" id="{E0D4563B-74FA-4626-A191-87A8C78B5D87}"/>
              </a:ext>
            </a:extLst>
          </p:cNvPr>
          <p:cNvSpPr txBox="1">
            <a:spLocks/>
          </p:cNvSpPr>
          <p:nvPr/>
        </p:nvSpPr>
        <p:spPr>
          <a:xfrm>
            <a:off x="878512" y="493504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TABLAS DE VERDAD</a:t>
            </a:r>
          </a:p>
        </p:txBody>
      </p:sp>
    </p:spTree>
    <p:extLst>
      <p:ext uri="{BB962C8B-B14F-4D97-AF65-F5344CB8AC3E}">
        <p14:creationId xmlns:p14="http://schemas.microsoft.com/office/powerpoint/2010/main" val="374014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2" grpId="0" animBg="1"/>
      <p:bldP spid="9" grpId="0" animBg="1"/>
      <p:bldP spid="3" grpId="0"/>
      <p:bldP spid="11" grpId="0"/>
      <p:bldP spid="12" grpId="0" animBg="1"/>
      <p:bldP spid="14" grpId="0"/>
      <p:bldP spid="16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Disyunción débil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/>
              <p:nvPr/>
            </p:nvSpPr>
            <p:spPr>
              <a:xfrm>
                <a:off x="2082627" y="2875852"/>
                <a:ext cx="4743735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𝐸𝑠𝑡𝑎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𝑙𝑙𝑜𝑣𝑖𝑒𝑛𝑑𝑜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𝐻𝑎𝑐𝑒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𝑓𝑟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627" y="2875852"/>
                <a:ext cx="4743735" cy="487826"/>
              </a:xfrm>
              <a:prstGeom prst="rect">
                <a:avLst/>
              </a:prstGeom>
              <a:blipFill>
                <a:blip r:embed="rId2"/>
                <a:stretch>
                  <a:fillRect b="-1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C7143F2-4E2E-4EB5-ABA7-5285FC364073}"/>
              </a:ext>
            </a:extLst>
          </p:cNvPr>
          <p:cNvSpPr/>
          <p:nvPr/>
        </p:nvSpPr>
        <p:spPr>
          <a:xfrm>
            <a:off x="2053522" y="2898784"/>
            <a:ext cx="2364905" cy="487826"/>
          </a:xfrm>
          <a:prstGeom prst="round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ADD67D9-325C-4001-8602-81A800909500}"/>
              </a:ext>
            </a:extLst>
          </p:cNvPr>
          <p:cNvSpPr/>
          <p:nvPr/>
        </p:nvSpPr>
        <p:spPr>
          <a:xfrm>
            <a:off x="5110814" y="2893549"/>
            <a:ext cx="1620721" cy="487826"/>
          </a:xfrm>
          <a:prstGeom prst="roundRect">
            <a:avLst/>
          </a:prstGeom>
          <a:solidFill>
            <a:srgbClr val="00B05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/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/>
              <p:nvPr/>
            </p:nvSpPr>
            <p:spPr>
              <a:xfrm>
                <a:off x="5644880" y="3281534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880" y="3281534"/>
                <a:ext cx="552587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EFC658F-6AD1-4E96-A96B-441AB010C16F}"/>
              </a:ext>
            </a:extLst>
          </p:cNvPr>
          <p:cNvSpPr/>
          <p:nvPr/>
        </p:nvSpPr>
        <p:spPr>
          <a:xfrm>
            <a:off x="4516483" y="2898784"/>
            <a:ext cx="526560" cy="487826"/>
          </a:xfrm>
          <a:prstGeom prst="roundRect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E5A8B61-3CDF-41F8-9464-8B6DB503C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195551"/>
              </p:ext>
            </p:extLst>
          </p:nvPr>
        </p:nvGraphicFramePr>
        <p:xfrm>
          <a:off x="5280236" y="5444110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F9681D55-E2EA-46A9-AE38-6C90A200ACA2}"/>
                  </a:ext>
                </a:extLst>
              </p:cNvPr>
              <p:cNvSpPr/>
              <p:nvPr/>
            </p:nvSpPr>
            <p:spPr>
              <a:xfrm>
                <a:off x="5456421" y="4673251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F9681D55-E2EA-46A9-AE38-6C90A200A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421" y="4673251"/>
                <a:ext cx="55258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3282A4-6F56-40C9-803D-848E4004C3AA}"/>
                  </a:ext>
                </a:extLst>
              </p:cNvPr>
              <p:cNvSpPr/>
              <p:nvPr/>
            </p:nvSpPr>
            <p:spPr>
              <a:xfrm>
                <a:off x="6527076" y="4673251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3282A4-6F56-40C9-803D-848E4004C3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076" y="4673251"/>
                <a:ext cx="5525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AC0FDC7D-AAED-46A1-BC88-F82DECDD188F}"/>
                  </a:ext>
                </a:extLst>
              </p:cNvPr>
              <p:cNvSpPr/>
              <p:nvPr/>
            </p:nvSpPr>
            <p:spPr>
              <a:xfrm>
                <a:off x="7290509" y="4671471"/>
                <a:ext cx="111960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AC0FDC7D-AAED-46A1-BC88-F82DECDD1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509" y="4671471"/>
                <a:ext cx="1119602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13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 animBg="1"/>
      <p:bldP spid="9" grpId="0" animBg="1"/>
      <p:bldP spid="3" grpId="0"/>
      <p:bldP spid="11" grpId="0"/>
      <p:bldP spid="12" grpId="0" animBg="1"/>
      <p:bldP spid="14" grpId="0"/>
      <p:bldP spid="16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Disyunción fuerte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/>
              <p:nvPr/>
            </p:nvSpPr>
            <p:spPr>
              <a:xfrm>
                <a:off x="2082627" y="2875852"/>
                <a:ext cx="4743735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𝐸𝑠𝑡𝑎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𝑙𝑙𝑜𝑣𝑖𝑒𝑛𝑑𝑜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𝐻𝑎𝑐𝑒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𝑓𝑟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627" y="2875852"/>
                <a:ext cx="4743735" cy="487826"/>
              </a:xfrm>
              <a:prstGeom prst="rect">
                <a:avLst/>
              </a:prstGeom>
              <a:blipFill>
                <a:blip r:embed="rId2"/>
                <a:stretch>
                  <a:fillRect b="-1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C7143F2-4E2E-4EB5-ABA7-5285FC364073}"/>
              </a:ext>
            </a:extLst>
          </p:cNvPr>
          <p:cNvSpPr/>
          <p:nvPr/>
        </p:nvSpPr>
        <p:spPr>
          <a:xfrm>
            <a:off x="2053522" y="2898784"/>
            <a:ext cx="2364905" cy="487826"/>
          </a:xfrm>
          <a:prstGeom prst="round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ADD67D9-325C-4001-8602-81A800909500}"/>
              </a:ext>
            </a:extLst>
          </p:cNvPr>
          <p:cNvSpPr/>
          <p:nvPr/>
        </p:nvSpPr>
        <p:spPr>
          <a:xfrm>
            <a:off x="5110814" y="2893549"/>
            <a:ext cx="1620721" cy="487826"/>
          </a:xfrm>
          <a:prstGeom prst="roundRect">
            <a:avLst/>
          </a:prstGeom>
          <a:solidFill>
            <a:srgbClr val="00B05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/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/>
              <p:nvPr/>
            </p:nvSpPr>
            <p:spPr>
              <a:xfrm>
                <a:off x="5644880" y="3281534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880" y="3281534"/>
                <a:ext cx="552587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EFC658F-6AD1-4E96-A96B-441AB010C16F}"/>
              </a:ext>
            </a:extLst>
          </p:cNvPr>
          <p:cNvSpPr/>
          <p:nvPr/>
        </p:nvSpPr>
        <p:spPr>
          <a:xfrm>
            <a:off x="4516483" y="2898784"/>
            <a:ext cx="526560" cy="487826"/>
          </a:xfrm>
          <a:prstGeom prst="roundRect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E5A8B61-3CDF-41F8-9464-8B6DB503C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332315"/>
              </p:ext>
            </p:extLst>
          </p:nvPr>
        </p:nvGraphicFramePr>
        <p:xfrm>
          <a:off x="5280236" y="5444110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F9681D55-E2EA-46A9-AE38-6C90A200ACA2}"/>
                  </a:ext>
                </a:extLst>
              </p:cNvPr>
              <p:cNvSpPr/>
              <p:nvPr/>
            </p:nvSpPr>
            <p:spPr>
              <a:xfrm>
                <a:off x="5456421" y="4673251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F9681D55-E2EA-46A9-AE38-6C90A200A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421" y="4673251"/>
                <a:ext cx="55258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3282A4-6F56-40C9-803D-848E4004C3AA}"/>
                  </a:ext>
                </a:extLst>
              </p:cNvPr>
              <p:cNvSpPr/>
              <p:nvPr/>
            </p:nvSpPr>
            <p:spPr>
              <a:xfrm>
                <a:off x="6527076" y="4673251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3282A4-6F56-40C9-803D-848E4004C3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076" y="4673251"/>
                <a:ext cx="5525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AC0FDC7D-AAED-46A1-BC88-F82DECDD188F}"/>
                  </a:ext>
                </a:extLst>
              </p:cNvPr>
              <p:cNvSpPr/>
              <p:nvPr/>
            </p:nvSpPr>
            <p:spPr>
              <a:xfrm>
                <a:off x="7290509" y="4671471"/>
                <a:ext cx="140333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△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AC0FDC7D-AAED-46A1-BC88-F82DECDD1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509" y="4671471"/>
                <a:ext cx="1403333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EC3F645-90D8-4633-AF7E-1BA9174940CF}"/>
              </a:ext>
            </a:extLst>
          </p:cNvPr>
          <p:cNvSpPr/>
          <p:nvPr/>
        </p:nvSpPr>
        <p:spPr>
          <a:xfrm>
            <a:off x="1401756" y="2898784"/>
            <a:ext cx="526560" cy="487826"/>
          </a:xfrm>
          <a:prstGeom prst="roundRect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426024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 animBg="1"/>
      <p:bldP spid="9" grpId="0" animBg="1"/>
      <p:bldP spid="3" grpId="0"/>
      <p:bldP spid="11" grpId="0"/>
      <p:bldP spid="12" grpId="0" animBg="1"/>
      <p:bldP spid="14" grpId="0"/>
      <p:bldP spid="16" grpId="0"/>
      <p:bldP spid="6" grpId="0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793159" y="1273345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Condicional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/>
              <p:nvPr/>
            </p:nvSpPr>
            <p:spPr>
              <a:xfrm>
                <a:off x="2082627" y="2875852"/>
                <a:ext cx="2405659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𝐸𝑠𝑡𝑎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𝑙𝑙𝑜𝑣𝑖𝑒𝑛𝑑𝑜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627" y="2875852"/>
                <a:ext cx="2405659" cy="4878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C7143F2-4E2E-4EB5-ABA7-5285FC364073}"/>
              </a:ext>
            </a:extLst>
          </p:cNvPr>
          <p:cNvSpPr/>
          <p:nvPr/>
        </p:nvSpPr>
        <p:spPr>
          <a:xfrm>
            <a:off x="2053522" y="2898784"/>
            <a:ext cx="2364905" cy="487826"/>
          </a:xfrm>
          <a:prstGeom prst="round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ADD67D9-325C-4001-8602-81A800909500}"/>
              </a:ext>
            </a:extLst>
          </p:cNvPr>
          <p:cNvSpPr/>
          <p:nvPr/>
        </p:nvSpPr>
        <p:spPr>
          <a:xfrm>
            <a:off x="6634860" y="2884711"/>
            <a:ext cx="1620721" cy="487826"/>
          </a:xfrm>
          <a:prstGeom prst="roundRect">
            <a:avLst/>
          </a:prstGeom>
          <a:solidFill>
            <a:srgbClr val="00B05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Hace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frío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/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/>
              <p:nvPr/>
            </p:nvSpPr>
            <p:spPr>
              <a:xfrm>
                <a:off x="7026174" y="3332370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174" y="3332370"/>
                <a:ext cx="552587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EFC658F-6AD1-4E96-A96B-441AB010C16F}"/>
              </a:ext>
            </a:extLst>
          </p:cNvPr>
          <p:cNvSpPr/>
          <p:nvPr/>
        </p:nvSpPr>
        <p:spPr>
          <a:xfrm>
            <a:off x="4642597" y="2893549"/>
            <a:ext cx="1768093" cy="487826"/>
          </a:xfrm>
          <a:prstGeom prst="roundRect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Entonces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E5A8B61-3CDF-41F8-9464-8B6DB503C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252339"/>
              </p:ext>
            </p:extLst>
          </p:nvPr>
        </p:nvGraphicFramePr>
        <p:xfrm>
          <a:off x="5280236" y="5444110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F9681D55-E2EA-46A9-AE38-6C90A200ACA2}"/>
                  </a:ext>
                </a:extLst>
              </p:cNvPr>
              <p:cNvSpPr/>
              <p:nvPr/>
            </p:nvSpPr>
            <p:spPr>
              <a:xfrm>
                <a:off x="5456421" y="4673251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F9681D55-E2EA-46A9-AE38-6C90A200A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421" y="4673251"/>
                <a:ext cx="55258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3282A4-6F56-40C9-803D-848E4004C3AA}"/>
                  </a:ext>
                </a:extLst>
              </p:cNvPr>
              <p:cNvSpPr/>
              <p:nvPr/>
            </p:nvSpPr>
            <p:spPr>
              <a:xfrm>
                <a:off x="6527076" y="4673251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3282A4-6F56-40C9-803D-848E4004C3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076" y="4673251"/>
                <a:ext cx="5525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AC0FDC7D-AAED-46A1-BC88-F82DECDD188F}"/>
                  </a:ext>
                </a:extLst>
              </p:cNvPr>
              <p:cNvSpPr/>
              <p:nvPr/>
            </p:nvSpPr>
            <p:spPr>
              <a:xfrm>
                <a:off x="7290509" y="4671471"/>
                <a:ext cx="145462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AC0FDC7D-AAED-46A1-BC88-F82DECDD1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509" y="4671471"/>
                <a:ext cx="1454629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EC3F645-90D8-4633-AF7E-1BA9174940CF}"/>
              </a:ext>
            </a:extLst>
          </p:cNvPr>
          <p:cNvSpPr/>
          <p:nvPr/>
        </p:nvSpPr>
        <p:spPr>
          <a:xfrm>
            <a:off x="1401756" y="2898784"/>
            <a:ext cx="526560" cy="487826"/>
          </a:xfrm>
          <a:prstGeom prst="roundRect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E60329-94CE-4CA5-A711-955C457B3491}"/>
              </a:ext>
            </a:extLst>
          </p:cNvPr>
          <p:cNvSpPr txBox="1"/>
          <p:nvPr/>
        </p:nvSpPr>
        <p:spPr>
          <a:xfrm>
            <a:off x="2093587" y="3975976"/>
            <a:ext cx="189628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Antecedente</a:t>
            </a:r>
            <a:endParaRPr lang="en-U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9DC9CD8-8BB9-49B6-AB6E-F3A8FA1809FA}"/>
              </a:ext>
            </a:extLst>
          </p:cNvPr>
          <p:cNvSpPr txBox="1"/>
          <p:nvPr/>
        </p:nvSpPr>
        <p:spPr>
          <a:xfrm>
            <a:off x="6497076" y="3978701"/>
            <a:ext cx="1915717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Consecuente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69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 animBg="1"/>
      <p:bldP spid="9" grpId="0" animBg="1"/>
      <p:bldP spid="3" grpId="0"/>
      <p:bldP spid="11" grpId="0"/>
      <p:bldP spid="12" grpId="0" animBg="1"/>
      <p:bldP spid="14" grpId="0"/>
      <p:bldP spid="16" grpId="0"/>
      <p:bldP spid="6" grpId="0"/>
      <p:bldP spid="13" grpId="0" animBg="1"/>
      <p:bldP spid="4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793159" y="1273345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Bicondicional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/>
              <p:nvPr/>
            </p:nvSpPr>
            <p:spPr>
              <a:xfrm>
                <a:off x="2082627" y="2875852"/>
                <a:ext cx="2405659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𝐸𝑠𝑡𝑎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𝑙𝑙𝑜𝑣𝑖𝑒𝑛𝑑𝑜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24DEE507-639A-41AC-ABC9-AF731E67E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627" y="2875852"/>
                <a:ext cx="2405659" cy="4878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C7143F2-4E2E-4EB5-ABA7-5285FC364073}"/>
              </a:ext>
            </a:extLst>
          </p:cNvPr>
          <p:cNvSpPr/>
          <p:nvPr/>
        </p:nvSpPr>
        <p:spPr>
          <a:xfrm>
            <a:off x="2053522" y="2898784"/>
            <a:ext cx="2364905" cy="487826"/>
          </a:xfrm>
          <a:prstGeom prst="round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ADD67D9-325C-4001-8602-81A800909500}"/>
              </a:ext>
            </a:extLst>
          </p:cNvPr>
          <p:cNvSpPr/>
          <p:nvPr/>
        </p:nvSpPr>
        <p:spPr>
          <a:xfrm>
            <a:off x="6634860" y="2884711"/>
            <a:ext cx="1620721" cy="487826"/>
          </a:xfrm>
          <a:prstGeom prst="roundRect">
            <a:avLst/>
          </a:prstGeom>
          <a:solidFill>
            <a:srgbClr val="00B05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Hace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frío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/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/>
              <p:nvPr/>
            </p:nvSpPr>
            <p:spPr>
              <a:xfrm>
                <a:off x="7026174" y="3332370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FBE1785C-013E-434B-8E4B-647A853B6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174" y="3332370"/>
                <a:ext cx="552587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EFC658F-6AD1-4E96-A96B-441AB010C16F}"/>
              </a:ext>
            </a:extLst>
          </p:cNvPr>
          <p:cNvSpPr/>
          <p:nvPr/>
        </p:nvSpPr>
        <p:spPr>
          <a:xfrm>
            <a:off x="4642597" y="2893549"/>
            <a:ext cx="1768093" cy="487826"/>
          </a:xfrm>
          <a:prstGeom prst="roundRect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 y solo </a:t>
            </a:r>
            <a:r>
              <a:rPr lang="en-US" dirty="0" err="1">
                <a:solidFill>
                  <a:schemeClr val="tx1"/>
                </a:solidFill>
              </a:rPr>
              <a:t>si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E5A8B61-3CDF-41F8-9464-8B6DB503C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457524"/>
              </p:ext>
            </p:extLst>
          </p:nvPr>
        </p:nvGraphicFramePr>
        <p:xfrm>
          <a:off x="5280236" y="5444110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F9681D55-E2EA-46A9-AE38-6C90A200ACA2}"/>
                  </a:ext>
                </a:extLst>
              </p:cNvPr>
              <p:cNvSpPr/>
              <p:nvPr/>
            </p:nvSpPr>
            <p:spPr>
              <a:xfrm>
                <a:off x="5456421" y="4673251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F9681D55-E2EA-46A9-AE38-6C90A200A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421" y="4673251"/>
                <a:ext cx="55258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3282A4-6F56-40C9-803D-848E4004C3AA}"/>
                  </a:ext>
                </a:extLst>
              </p:cNvPr>
              <p:cNvSpPr/>
              <p:nvPr/>
            </p:nvSpPr>
            <p:spPr>
              <a:xfrm>
                <a:off x="6527076" y="4673251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3282A4-6F56-40C9-803D-848E4004C3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076" y="4673251"/>
                <a:ext cx="5525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AC0FDC7D-AAED-46A1-BC88-F82DECDD188F}"/>
                  </a:ext>
                </a:extLst>
              </p:cNvPr>
              <p:cNvSpPr/>
              <p:nvPr/>
            </p:nvSpPr>
            <p:spPr>
              <a:xfrm>
                <a:off x="7290509" y="4671471"/>
                <a:ext cx="149310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s-CO" sz="3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AC0FDC7D-AAED-46A1-BC88-F82DECDD1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509" y="4671471"/>
                <a:ext cx="149310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209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3" grpId="0"/>
      <p:bldP spid="11" grpId="0"/>
      <p:bldP spid="12" grpId="0" animBg="1"/>
      <p:bldP spid="14" grpId="0"/>
      <p:bldP spid="16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793159" y="1273345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Negación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C7143F2-4E2E-4EB5-ABA7-5285FC364073}"/>
              </a:ext>
            </a:extLst>
          </p:cNvPr>
          <p:cNvSpPr/>
          <p:nvPr/>
        </p:nvSpPr>
        <p:spPr>
          <a:xfrm>
            <a:off x="2015373" y="2893549"/>
            <a:ext cx="2364905" cy="487826"/>
          </a:xfrm>
          <a:prstGeom prst="round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Esta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lloviendo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/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59B40F-8A33-4367-93A4-90AEA77E8A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438" y="3381375"/>
                <a:ext cx="552587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66A9F3C-14EA-4102-B76A-54597CE6A77C}"/>
              </a:ext>
            </a:extLst>
          </p:cNvPr>
          <p:cNvSpPr/>
          <p:nvPr/>
        </p:nvSpPr>
        <p:spPr>
          <a:xfrm>
            <a:off x="2015373" y="4413259"/>
            <a:ext cx="2641013" cy="487826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 </a:t>
            </a:r>
            <a:r>
              <a:rPr lang="en-US" dirty="0" err="1">
                <a:solidFill>
                  <a:schemeClr val="tx1"/>
                </a:solidFill>
              </a:rPr>
              <a:t>esta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lloviendo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A507AA90-3833-4D4A-A519-94A85677C1E6}"/>
                  </a:ext>
                </a:extLst>
              </p:cNvPr>
              <p:cNvSpPr/>
              <p:nvPr/>
            </p:nvSpPr>
            <p:spPr>
              <a:xfrm>
                <a:off x="2727289" y="4895850"/>
                <a:ext cx="88120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s-CO" sz="3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A507AA90-3833-4D4A-A519-94A85677C1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89" y="4895850"/>
                <a:ext cx="88120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E539B52-FB5C-43FE-8A08-1A933BBEB6A6}"/>
              </a:ext>
            </a:extLst>
          </p:cNvPr>
          <p:cNvSpPr/>
          <p:nvPr/>
        </p:nvSpPr>
        <p:spPr>
          <a:xfrm>
            <a:off x="6108056" y="2893549"/>
            <a:ext cx="3804914" cy="487826"/>
          </a:xfrm>
          <a:prstGeom prst="round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Esta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lloviendo</a:t>
            </a:r>
            <a:r>
              <a:rPr lang="en-US" dirty="0">
                <a:solidFill>
                  <a:schemeClr val="tx1"/>
                </a:solidFill>
              </a:rPr>
              <a:t> y </a:t>
            </a:r>
            <a:r>
              <a:rPr lang="en-US" dirty="0" err="1">
                <a:solidFill>
                  <a:schemeClr val="tx1"/>
                </a:solidFill>
              </a:rPr>
              <a:t>hace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frio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9B71E991-2473-4DA1-B5A5-1ED13311398F}"/>
              </a:ext>
            </a:extLst>
          </p:cNvPr>
          <p:cNvSpPr/>
          <p:nvPr/>
        </p:nvSpPr>
        <p:spPr>
          <a:xfrm>
            <a:off x="6108055" y="4408024"/>
            <a:ext cx="5964883" cy="487826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 es </a:t>
            </a:r>
            <a:r>
              <a:rPr lang="en-US" dirty="0" err="1">
                <a:solidFill>
                  <a:schemeClr val="tx1"/>
                </a:solidFill>
              </a:rPr>
              <a:t>verdad</a:t>
            </a:r>
            <a:r>
              <a:rPr lang="en-US" dirty="0">
                <a:solidFill>
                  <a:schemeClr val="tx1"/>
                </a:solidFill>
              </a:rPr>
              <a:t> que </a:t>
            </a:r>
            <a:r>
              <a:rPr lang="en-US" dirty="0" err="1">
                <a:solidFill>
                  <a:schemeClr val="tx1"/>
                </a:solidFill>
              </a:rPr>
              <a:t>Esta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lloviendo</a:t>
            </a:r>
            <a:r>
              <a:rPr lang="en-US" dirty="0">
                <a:solidFill>
                  <a:schemeClr val="tx1"/>
                </a:solidFill>
              </a:rPr>
              <a:t> y </a:t>
            </a:r>
            <a:r>
              <a:rPr lang="en-US" dirty="0" err="1">
                <a:solidFill>
                  <a:schemeClr val="tx1"/>
                </a:solidFill>
              </a:rPr>
              <a:t>hace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frio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149D52C8-E834-490C-A6EC-90EF527D725E}"/>
                  </a:ext>
                </a:extLst>
              </p:cNvPr>
              <p:cNvSpPr/>
              <p:nvPr/>
            </p:nvSpPr>
            <p:spPr>
              <a:xfrm>
                <a:off x="7615760" y="4901085"/>
                <a:ext cx="183293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~(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⋀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149D52C8-E834-490C-A6EC-90EF527D72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760" y="4901085"/>
                <a:ext cx="183293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DD9F90CA-3272-4D93-B2A0-52BF0056D071}"/>
                  </a:ext>
                </a:extLst>
              </p:cNvPr>
              <p:cNvSpPr/>
              <p:nvPr/>
            </p:nvSpPr>
            <p:spPr>
              <a:xfrm>
                <a:off x="7094044" y="3442930"/>
                <a:ext cx="150432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⋀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DD9F90CA-3272-4D93-B2A0-52BF0056D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044" y="3442930"/>
                <a:ext cx="150432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425F008F-2A2A-42AC-BF04-2BADC7B54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328628"/>
              </p:ext>
            </p:extLst>
          </p:nvPr>
        </p:nvGraphicFramePr>
        <p:xfrm>
          <a:off x="5927660" y="6890766"/>
          <a:ext cx="1688100" cy="96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050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844050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5EF23BC1-751F-454A-9459-22CB6D4229B1}"/>
                  </a:ext>
                </a:extLst>
              </p:cNvPr>
              <p:cNvSpPr/>
              <p:nvPr/>
            </p:nvSpPr>
            <p:spPr>
              <a:xfrm>
                <a:off x="6103845" y="6119907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5EF23BC1-751F-454A-9459-22CB6D4229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845" y="6119907"/>
                <a:ext cx="5525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BB0BE8A1-A898-4499-8E68-9C1AF3373F04}"/>
                  </a:ext>
                </a:extLst>
              </p:cNvPr>
              <p:cNvSpPr/>
              <p:nvPr/>
            </p:nvSpPr>
            <p:spPr>
              <a:xfrm>
                <a:off x="6872456" y="6119907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BB0BE8A1-A898-4499-8E68-9C1AF3373F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456" y="6119907"/>
                <a:ext cx="552587" cy="646331"/>
              </a:xfrm>
              <a:prstGeom prst="rect">
                <a:avLst/>
              </a:prstGeom>
              <a:blipFill>
                <a:blip r:embed="rId7"/>
                <a:stretch>
                  <a:fillRect r="-17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54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3" grpId="0" animBg="1"/>
      <p:bldP spid="17" grpId="0"/>
      <p:bldP spid="18" grpId="0" animBg="1"/>
      <p:bldP spid="19" grpId="0" animBg="1"/>
      <p:bldP spid="4" grpId="0"/>
      <p:bldP spid="8" grpId="0"/>
      <p:bldP spid="21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-2608755" y="1673581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Tablas de verdad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370497-CC58-467C-A64C-5FCAB4B32B28}"/>
              </a:ext>
            </a:extLst>
          </p:cNvPr>
          <p:cNvSpPr/>
          <p:nvPr/>
        </p:nvSpPr>
        <p:spPr>
          <a:xfrm>
            <a:off x="2064098" y="3383682"/>
            <a:ext cx="16903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Tautología</a:t>
            </a:r>
            <a:endParaRPr lang="en-U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428377B-09D2-4FE2-8E83-5449BDD2C637}"/>
              </a:ext>
            </a:extLst>
          </p:cNvPr>
          <p:cNvSpPr/>
          <p:nvPr/>
        </p:nvSpPr>
        <p:spPr>
          <a:xfrm>
            <a:off x="5016426" y="3383682"/>
            <a:ext cx="21953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Contradicción</a:t>
            </a:r>
            <a:endParaRPr lang="en-U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44F4D1F-785E-45C8-A6BE-EB35CD16D55A}"/>
              </a:ext>
            </a:extLst>
          </p:cNvPr>
          <p:cNvSpPr/>
          <p:nvPr/>
        </p:nvSpPr>
        <p:spPr>
          <a:xfrm>
            <a:off x="8256786" y="3383682"/>
            <a:ext cx="20795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Contingencia</a:t>
            </a:r>
            <a:endParaRPr lang="en-US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75D59E2A-C0C9-4F0C-9A9A-2099941A8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40341"/>
              </p:ext>
            </p:extLst>
          </p:nvPr>
        </p:nvGraphicFramePr>
        <p:xfrm>
          <a:off x="1239841" y="4797779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E18C9621-CA61-4C28-B1B9-31CD00660C26}"/>
                  </a:ext>
                </a:extLst>
              </p:cNvPr>
              <p:cNvSpPr/>
              <p:nvPr/>
            </p:nvSpPr>
            <p:spPr>
              <a:xfrm>
                <a:off x="1416026" y="4026920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E18C9621-CA61-4C28-B1B9-31CD00660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26" y="4026920"/>
                <a:ext cx="552587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4A2AD6FF-3ABF-49BE-9A07-11AB89927160}"/>
                  </a:ext>
                </a:extLst>
              </p:cNvPr>
              <p:cNvSpPr/>
              <p:nvPr/>
            </p:nvSpPr>
            <p:spPr>
              <a:xfrm>
                <a:off x="2486681" y="4026920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4A2AD6FF-3ABF-49BE-9A07-11AB899271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681" y="4026920"/>
                <a:ext cx="552587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9116938C-2EB6-44D9-AD7A-5D6157AD0271}"/>
                  </a:ext>
                </a:extLst>
              </p:cNvPr>
              <p:cNvSpPr/>
              <p:nvPr/>
            </p:nvSpPr>
            <p:spPr>
              <a:xfrm>
                <a:off x="3129967" y="4273141"/>
                <a:ext cx="124893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CO" sz="20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CO" sz="20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𝑟𝑚𝑢𝑙𝑎</m:t>
                      </m:r>
                    </m:oMath>
                  </m:oMathPara>
                </a14:m>
                <a:endParaRPr lang="en-US" sz="20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9116938C-2EB6-44D9-AD7A-5D6157AD0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967" y="4273141"/>
                <a:ext cx="124893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a 34">
            <a:extLst>
              <a:ext uri="{FF2B5EF4-FFF2-40B4-BE49-F238E27FC236}">
                <a16:creationId xmlns:a16="http://schemas.microsoft.com/office/drawing/2014/main" id="{DFD8706D-F6D4-49A7-99D8-CB1EC98B5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78888"/>
              </p:ext>
            </p:extLst>
          </p:nvPr>
        </p:nvGraphicFramePr>
        <p:xfrm>
          <a:off x="4601870" y="4797779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80629439-95D6-4E1D-8178-714AFA0EEBE6}"/>
                  </a:ext>
                </a:extLst>
              </p:cNvPr>
              <p:cNvSpPr/>
              <p:nvPr/>
            </p:nvSpPr>
            <p:spPr>
              <a:xfrm>
                <a:off x="4778055" y="4026920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80629439-95D6-4E1D-8178-714AFA0EE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055" y="4026920"/>
                <a:ext cx="55258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EC40054A-1DE2-4715-B83A-3D33B73A29DB}"/>
                  </a:ext>
                </a:extLst>
              </p:cNvPr>
              <p:cNvSpPr/>
              <p:nvPr/>
            </p:nvSpPr>
            <p:spPr>
              <a:xfrm>
                <a:off x="5848710" y="4026920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EC40054A-1DE2-4715-B83A-3D33B73A29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710" y="4026920"/>
                <a:ext cx="5525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A726D437-BD2C-4B59-BDA9-1B4537CC39D9}"/>
                  </a:ext>
                </a:extLst>
              </p:cNvPr>
              <p:cNvSpPr/>
              <p:nvPr/>
            </p:nvSpPr>
            <p:spPr>
              <a:xfrm>
                <a:off x="6491996" y="4273141"/>
                <a:ext cx="124893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CO" sz="20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CO" sz="20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𝑟𝑚𝑢𝑙𝑎</m:t>
                      </m:r>
                    </m:oMath>
                  </m:oMathPara>
                </a14:m>
                <a:endParaRPr lang="en-US" sz="20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A726D437-BD2C-4B59-BDA9-1B4537CC39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96" y="4273141"/>
                <a:ext cx="124893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F6B5BA63-1B64-455D-9E4C-7500142D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863713"/>
              </p:ext>
            </p:extLst>
          </p:nvPr>
        </p:nvGraphicFramePr>
        <p:xfrm>
          <a:off x="7963899" y="4797779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DBAFCEFA-1FF5-488C-AD8E-1920EE9673BF}"/>
                  </a:ext>
                </a:extLst>
              </p:cNvPr>
              <p:cNvSpPr/>
              <p:nvPr/>
            </p:nvSpPr>
            <p:spPr>
              <a:xfrm>
                <a:off x="8140084" y="4026920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DBAFCEFA-1FF5-488C-AD8E-1920EE9673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084" y="4026920"/>
                <a:ext cx="552587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ángulo 40">
                <a:extLst>
                  <a:ext uri="{FF2B5EF4-FFF2-40B4-BE49-F238E27FC236}">
                    <a16:creationId xmlns:a16="http://schemas.microsoft.com/office/drawing/2014/main" id="{346B1CC5-CFED-4185-8B04-E62BE8702E19}"/>
                  </a:ext>
                </a:extLst>
              </p:cNvPr>
              <p:cNvSpPr/>
              <p:nvPr/>
            </p:nvSpPr>
            <p:spPr>
              <a:xfrm>
                <a:off x="9210739" y="4026920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Rectángulo 40">
                <a:extLst>
                  <a:ext uri="{FF2B5EF4-FFF2-40B4-BE49-F238E27FC236}">
                    <a16:creationId xmlns:a16="http://schemas.microsoft.com/office/drawing/2014/main" id="{346B1CC5-CFED-4185-8B04-E62BE8702E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739" y="4026920"/>
                <a:ext cx="552587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9CCB9BB1-7986-4DFA-A7D1-FDB4B806E06A}"/>
                  </a:ext>
                </a:extLst>
              </p:cNvPr>
              <p:cNvSpPr/>
              <p:nvPr/>
            </p:nvSpPr>
            <p:spPr>
              <a:xfrm>
                <a:off x="9854025" y="4273141"/>
                <a:ext cx="124893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CO" sz="20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CO" sz="20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𝑟𝑚𝑢𝑙𝑎</m:t>
                      </m:r>
                    </m:oMath>
                  </m:oMathPara>
                </a14:m>
                <a:endParaRPr lang="en-US" sz="20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9CCB9BB1-7986-4DFA-A7D1-FDB4B806E0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4025" y="4273141"/>
                <a:ext cx="124893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49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5" grpId="0"/>
      <p:bldP spid="16" grpId="0"/>
      <p:bldP spid="24" grpId="0"/>
      <p:bldP spid="25" grpId="0"/>
      <p:bldP spid="26" grpId="0"/>
      <p:bldP spid="36" grpId="0"/>
      <p:bldP spid="37" grpId="0"/>
      <p:bldP spid="38" grpId="0"/>
      <p:bldP spid="40" grpId="0"/>
      <p:bldP spid="41" grpId="0"/>
      <p:bldP spid="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-833200" y="1673581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Construcción tabla de verdad</a:t>
            </a:r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75D59E2A-C0C9-4F0C-9A9A-2099941A8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2928"/>
              </p:ext>
            </p:extLst>
          </p:nvPr>
        </p:nvGraphicFramePr>
        <p:xfrm>
          <a:off x="1439503" y="5963051"/>
          <a:ext cx="1015423" cy="96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E18C9621-CA61-4C28-B1B9-31CD00660C26}"/>
                  </a:ext>
                </a:extLst>
              </p:cNvPr>
              <p:cNvSpPr/>
              <p:nvPr/>
            </p:nvSpPr>
            <p:spPr>
              <a:xfrm>
                <a:off x="1615688" y="5192192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E18C9621-CA61-4C28-B1B9-31CD00660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688" y="5192192"/>
                <a:ext cx="552587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9C3744E-7173-41D4-B587-D67540C01861}"/>
                  </a:ext>
                </a:extLst>
              </p:cNvPr>
              <p:cNvSpPr txBox="1"/>
              <p:nvPr/>
            </p:nvSpPr>
            <p:spPr>
              <a:xfrm>
                <a:off x="4986609" y="2893308"/>
                <a:ext cx="2838149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⋀~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9C3744E-7173-41D4-B587-D67540C01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609" y="2893308"/>
                <a:ext cx="2838149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AE7F33BC-6FBD-4B22-B73A-050A229A4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937801"/>
              </p:ext>
            </p:extLst>
          </p:nvPr>
        </p:nvGraphicFramePr>
        <p:xfrm>
          <a:off x="2943665" y="5963051"/>
          <a:ext cx="1015423" cy="96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CC7FC6C7-0E1F-4530-8F44-20766183F90C}"/>
                  </a:ext>
                </a:extLst>
              </p:cNvPr>
              <p:cNvSpPr/>
              <p:nvPr/>
            </p:nvSpPr>
            <p:spPr>
              <a:xfrm>
                <a:off x="3119850" y="5192192"/>
                <a:ext cx="88120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CC7FC6C7-0E1F-4530-8F44-20766183F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850" y="5192192"/>
                <a:ext cx="881203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7F422A5E-4642-4535-879A-05F0BEBFF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609259"/>
              </p:ext>
            </p:extLst>
          </p:nvPr>
        </p:nvGraphicFramePr>
        <p:xfrm>
          <a:off x="9126833" y="3256223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A52AF899-B29B-4F95-95C1-CF9748A5E385}"/>
                  </a:ext>
                </a:extLst>
              </p:cNvPr>
              <p:cNvSpPr/>
              <p:nvPr/>
            </p:nvSpPr>
            <p:spPr>
              <a:xfrm>
                <a:off x="9303018" y="2485364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A52AF899-B29B-4F95-95C1-CF9748A5E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018" y="2485364"/>
                <a:ext cx="55258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10455EC-2C4C-46B5-96F6-39FE68C9C513}"/>
                  </a:ext>
                </a:extLst>
              </p:cNvPr>
              <p:cNvSpPr/>
              <p:nvPr/>
            </p:nvSpPr>
            <p:spPr>
              <a:xfrm>
                <a:off x="10373673" y="2485364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10455EC-2C4C-46B5-96F6-39FE68C9C5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673" y="2485364"/>
                <a:ext cx="5525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528FE826-29BB-46E1-BB55-BBBA41B8FFA7}"/>
                  </a:ext>
                </a:extLst>
              </p:cNvPr>
              <p:cNvSpPr/>
              <p:nvPr/>
            </p:nvSpPr>
            <p:spPr>
              <a:xfrm>
                <a:off x="11137106" y="2483584"/>
                <a:ext cx="111960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⋀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528FE826-29BB-46E1-BB55-BBBA41B8FF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7106" y="2483584"/>
                <a:ext cx="1119602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ED7D6FD0-0F33-463A-AC34-BFF9AB2D2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985094"/>
              </p:ext>
            </p:extLst>
          </p:nvPr>
        </p:nvGraphicFramePr>
        <p:xfrm>
          <a:off x="4676726" y="5963051"/>
          <a:ext cx="1015423" cy="96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1410AEFD-E770-434A-ACED-5159CE0478B4}"/>
                  </a:ext>
                </a:extLst>
              </p:cNvPr>
              <p:cNvSpPr/>
              <p:nvPr/>
            </p:nvSpPr>
            <p:spPr>
              <a:xfrm>
                <a:off x="4434022" y="5192192"/>
                <a:ext cx="145270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⋀~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1410AEFD-E770-434A-ACED-5159CE0478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022" y="5192192"/>
                <a:ext cx="1452705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F7E2ACEB-A167-4B1A-BE55-68F775B17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443269"/>
              </p:ext>
            </p:extLst>
          </p:nvPr>
        </p:nvGraphicFramePr>
        <p:xfrm>
          <a:off x="6543877" y="5963051"/>
          <a:ext cx="1015423" cy="96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DE2F71AA-6D9B-4D45-9C15-FA8E042C3C8E}"/>
                  </a:ext>
                </a:extLst>
              </p:cNvPr>
              <p:cNvSpPr/>
              <p:nvPr/>
            </p:nvSpPr>
            <p:spPr>
              <a:xfrm>
                <a:off x="6065289" y="5192191"/>
                <a:ext cx="245701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⋀~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DE2F71AA-6D9B-4D45-9C15-FA8E042C3C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289" y="5192191"/>
                <a:ext cx="2457018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a 32">
            <a:extLst>
              <a:ext uri="{FF2B5EF4-FFF2-40B4-BE49-F238E27FC236}">
                <a16:creationId xmlns:a16="http://schemas.microsoft.com/office/drawing/2014/main" id="{BEC4574E-A5E2-4AA2-8A07-BA2321FE2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125605"/>
              </p:ext>
            </p:extLst>
          </p:nvPr>
        </p:nvGraphicFramePr>
        <p:xfrm>
          <a:off x="9026669" y="6784472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B2AD503B-555E-4429-8D2A-FF7F901D632E}"/>
                  </a:ext>
                </a:extLst>
              </p:cNvPr>
              <p:cNvSpPr/>
              <p:nvPr/>
            </p:nvSpPr>
            <p:spPr>
              <a:xfrm>
                <a:off x="9202854" y="6013613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B2AD503B-555E-4429-8D2A-FF7F901D63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2854" y="6013613"/>
                <a:ext cx="552587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747E7903-D765-464A-BEF8-6ABF89F542C9}"/>
                  </a:ext>
                </a:extLst>
              </p:cNvPr>
              <p:cNvSpPr/>
              <p:nvPr/>
            </p:nvSpPr>
            <p:spPr>
              <a:xfrm>
                <a:off x="10273509" y="6013613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747E7903-D765-464A-BEF8-6ABF89F542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3509" y="6013613"/>
                <a:ext cx="552587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ángulo 43">
                <a:extLst>
                  <a:ext uri="{FF2B5EF4-FFF2-40B4-BE49-F238E27FC236}">
                    <a16:creationId xmlns:a16="http://schemas.microsoft.com/office/drawing/2014/main" id="{0AE1CFE8-7115-49A0-8D67-F714F7C8E187}"/>
                  </a:ext>
                </a:extLst>
              </p:cNvPr>
              <p:cNvSpPr/>
              <p:nvPr/>
            </p:nvSpPr>
            <p:spPr>
              <a:xfrm>
                <a:off x="11036942" y="6011833"/>
                <a:ext cx="145462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Rectángulo 43">
                <a:extLst>
                  <a:ext uri="{FF2B5EF4-FFF2-40B4-BE49-F238E27FC236}">
                    <a16:creationId xmlns:a16="http://schemas.microsoft.com/office/drawing/2014/main" id="{0AE1CFE8-7115-49A0-8D67-F714F7C8E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6942" y="6011833"/>
                <a:ext cx="1454629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lipse 2">
            <a:extLst>
              <a:ext uri="{FF2B5EF4-FFF2-40B4-BE49-F238E27FC236}">
                <a16:creationId xmlns:a16="http://schemas.microsoft.com/office/drawing/2014/main" id="{42058A9C-2CE7-4F41-9D68-8338F7DEA778}"/>
              </a:ext>
            </a:extLst>
          </p:cNvPr>
          <p:cNvSpPr/>
          <p:nvPr/>
        </p:nvSpPr>
        <p:spPr>
          <a:xfrm>
            <a:off x="5850685" y="4599508"/>
            <a:ext cx="2838149" cy="27446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E47F95B-D222-4F2E-8248-F492BDEAE925}"/>
              </a:ext>
            </a:extLst>
          </p:cNvPr>
          <p:cNvSpPr/>
          <p:nvPr/>
        </p:nvSpPr>
        <p:spPr>
          <a:xfrm>
            <a:off x="6146853" y="7866089"/>
            <a:ext cx="1809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rgbClr val="FF0000"/>
                </a:solidFill>
              </a:rPr>
              <a:t>Contingencia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27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" grpId="0"/>
      <p:bldP spid="20" grpId="0"/>
      <p:bldP spid="22" grpId="0"/>
      <p:bldP spid="27" grpId="0"/>
      <p:bldP spid="28" grpId="0"/>
      <p:bldP spid="30" grpId="0"/>
      <p:bldP spid="32" grpId="0"/>
      <p:bldP spid="34" grpId="0"/>
      <p:bldP spid="43" grpId="0"/>
      <p:bldP spid="44" grpId="0"/>
      <p:bldP spid="3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1C44C84-2602-4C0A-A691-F9D93DC47036}"/>
                  </a:ext>
                </a:extLst>
              </p:cNvPr>
              <p:cNvSpPr txBox="1"/>
              <p:nvPr/>
            </p:nvSpPr>
            <p:spPr>
              <a:xfrm>
                <a:off x="5000091" y="1038250"/>
                <a:ext cx="284334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)∨~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1C44C84-2602-4C0A-A691-F9D93DC47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091" y="1038250"/>
                <a:ext cx="2843342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FFB8E1D5-B4C9-4604-A74D-BAAC04D35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825867"/>
              </p:ext>
            </p:extLst>
          </p:nvPr>
        </p:nvGraphicFramePr>
        <p:xfrm>
          <a:off x="2532256" y="3923965"/>
          <a:ext cx="2030846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D5F826B9-AE4C-4C1B-9D6E-7CEC2F9BC6CF}"/>
                  </a:ext>
                </a:extLst>
              </p:cNvPr>
              <p:cNvSpPr/>
              <p:nvPr/>
            </p:nvSpPr>
            <p:spPr>
              <a:xfrm>
                <a:off x="2708441" y="3153106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D5F826B9-AE4C-4C1B-9D6E-7CEC2F9BC6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441" y="3153106"/>
                <a:ext cx="552587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C84A7B72-F6C4-4A5E-838D-92F9744D8CEC}"/>
                  </a:ext>
                </a:extLst>
              </p:cNvPr>
              <p:cNvSpPr/>
              <p:nvPr/>
            </p:nvSpPr>
            <p:spPr>
              <a:xfrm>
                <a:off x="3779096" y="3153106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C84A7B72-F6C4-4A5E-838D-92F9744D8C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096" y="3153106"/>
                <a:ext cx="552587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FF470073-D4AD-48BB-9C37-C1BAC2D15453}"/>
                  </a:ext>
                </a:extLst>
              </p:cNvPr>
              <p:cNvSpPr txBox="1"/>
              <p:nvPr/>
            </p:nvSpPr>
            <p:spPr>
              <a:xfrm>
                <a:off x="1829230" y="2409261"/>
                <a:ext cx="67050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CO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FF470073-D4AD-48BB-9C37-C1BAC2D15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230" y="2409261"/>
                <a:ext cx="670505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C818BFD1-8AF2-4502-88FD-7ED63644B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712768"/>
              </p:ext>
            </p:extLst>
          </p:nvPr>
        </p:nvGraphicFramePr>
        <p:xfrm>
          <a:off x="5440916" y="3923965"/>
          <a:ext cx="1015423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9F57B8F6-4EB7-457A-A2B1-6F9B4B2CC661}"/>
                  </a:ext>
                </a:extLst>
              </p:cNvPr>
              <p:cNvSpPr/>
              <p:nvPr/>
            </p:nvSpPr>
            <p:spPr>
              <a:xfrm>
                <a:off x="5376466" y="3173267"/>
                <a:ext cx="129272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CO" sz="3600" i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9F57B8F6-4EB7-457A-A2B1-6F9B4B2CC6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466" y="3173267"/>
                <a:ext cx="1292725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FAB8704A-6A25-4B92-8EB2-6C7BD02C7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380755"/>
              </p:ext>
            </p:extLst>
          </p:nvPr>
        </p:nvGraphicFramePr>
        <p:xfrm>
          <a:off x="4982895" y="7356031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ACD06602-0E04-4355-B77D-985573E1DC9D}"/>
                  </a:ext>
                </a:extLst>
              </p:cNvPr>
              <p:cNvSpPr/>
              <p:nvPr/>
            </p:nvSpPr>
            <p:spPr>
              <a:xfrm>
                <a:off x="5159080" y="6585172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ACD06602-0E04-4355-B77D-985573E1D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080" y="6585172"/>
                <a:ext cx="552587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F35EE988-2555-4AEE-AFD1-EA7395A9A88F}"/>
                  </a:ext>
                </a:extLst>
              </p:cNvPr>
              <p:cNvSpPr/>
              <p:nvPr/>
            </p:nvSpPr>
            <p:spPr>
              <a:xfrm>
                <a:off x="6229735" y="6585172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F35EE988-2555-4AEE-AFD1-EA7395A9A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735" y="6585172"/>
                <a:ext cx="552587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DCA88633-3A24-4D22-A628-742AB29DBC53}"/>
                  </a:ext>
                </a:extLst>
              </p:cNvPr>
              <p:cNvSpPr/>
              <p:nvPr/>
            </p:nvSpPr>
            <p:spPr>
              <a:xfrm>
                <a:off x="6993168" y="6583392"/>
                <a:ext cx="111960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DCA88633-3A24-4D22-A628-742AB29DBC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168" y="6583392"/>
                <a:ext cx="1119602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a 32">
            <a:extLst>
              <a:ext uri="{FF2B5EF4-FFF2-40B4-BE49-F238E27FC236}">
                <a16:creationId xmlns:a16="http://schemas.microsoft.com/office/drawing/2014/main" id="{F93011AF-F336-469A-8E1F-DC24CB6FD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110043"/>
              </p:ext>
            </p:extLst>
          </p:nvPr>
        </p:nvGraphicFramePr>
        <p:xfrm>
          <a:off x="7320682" y="3923965"/>
          <a:ext cx="1015423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693491D2-C1A8-4381-B04B-B42CD0DCEDEB}"/>
                  </a:ext>
                </a:extLst>
              </p:cNvPr>
              <p:cNvSpPr/>
              <p:nvPr/>
            </p:nvSpPr>
            <p:spPr>
              <a:xfrm>
                <a:off x="7370612" y="3173267"/>
                <a:ext cx="87992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s-CO" sz="3600" i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693491D2-C1A8-4381-B04B-B42CD0DCED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12" y="3173267"/>
                <a:ext cx="879921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a 34">
            <a:extLst>
              <a:ext uri="{FF2B5EF4-FFF2-40B4-BE49-F238E27FC236}">
                <a16:creationId xmlns:a16="http://schemas.microsoft.com/office/drawing/2014/main" id="{D9E8039D-3A9E-4B1A-80CC-1FBA0BAFD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368143"/>
              </p:ext>
            </p:extLst>
          </p:nvPr>
        </p:nvGraphicFramePr>
        <p:xfrm>
          <a:off x="9182568" y="3887738"/>
          <a:ext cx="1015423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9886BC5A-CB05-47AF-9FD5-EF2B9D8F92EA}"/>
                  </a:ext>
                </a:extLst>
              </p:cNvPr>
              <p:cNvSpPr/>
              <p:nvPr/>
            </p:nvSpPr>
            <p:spPr>
              <a:xfrm>
                <a:off x="8750945" y="3153105"/>
                <a:ext cx="274620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3600" i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s-CO" sz="3600" i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CO" sz="3600" i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)∨~</m:t>
                      </m:r>
                      <m:r>
                        <a:rPr lang="es-CO" sz="3600" i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9886BC5A-CB05-47AF-9FD5-EF2B9D8F9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945" y="3153105"/>
                <a:ext cx="2746201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8751168D-5227-446D-B9D4-9F11600F323A}"/>
              </a:ext>
            </a:extLst>
          </p:cNvPr>
          <p:cNvSpPr/>
          <p:nvPr/>
        </p:nvSpPr>
        <p:spPr>
          <a:xfrm>
            <a:off x="6669191" y="4679826"/>
            <a:ext cx="552587" cy="43204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5E57560-E940-4677-ACFE-CC163E2968AE}"/>
              </a:ext>
            </a:extLst>
          </p:cNvPr>
          <p:cNvSpPr/>
          <p:nvPr/>
        </p:nvSpPr>
        <p:spPr>
          <a:xfrm>
            <a:off x="8845111" y="6191994"/>
            <a:ext cx="16903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Tautología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59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/>
      <p:bldP spid="24" grpId="0"/>
      <p:bldP spid="26" grpId="0"/>
      <p:bldP spid="28" grpId="0"/>
      <p:bldP spid="30" grpId="0"/>
      <p:bldP spid="31" grpId="0"/>
      <p:bldP spid="32" grpId="0"/>
      <p:bldP spid="34" grpId="0"/>
      <p:bldP spid="36" grpId="0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-314625" y="1698244"/>
            <a:ext cx="4752528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7F541D3C-1DAE-47E5-9918-0F3C131CFA77}"/>
                  </a:ext>
                </a:extLst>
              </p:cNvPr>
              <p:cNvSpPr txBox="1"/>
              <p:nvPr/>
            </p:nvSpPr>
            <p:spPr>
              <a:xfrm>
                <a:off x="5016426" y="4588073"/>
                <a:ext cx="423199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CO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⋀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)∨~(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s-CO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7F541D3C-1DAE-47E5-9918-0F3C131CF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426" y="4588073"/>
                <a:ext cx="4231992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463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-314625" y="1698244"/>
            <a:ext cx="4752528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7F541D3C-1DAE-47E5-9918-0F3C131CFA77}"/>
                  </a:ext>
                </a:extLst>
              </p:cNvPr>
              <p:cNvSpPr txBox="1"/>
              <p:nvPr/>
            </p:nvSpPr>
            <p:spPr>
              <a:xfrm>
                <a:off x="2528428" y="3671714"/>
                <a:ext cx="800033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CO" sz="4000" b="0" dirty="0"/>
                  <a:t>Si se conoce que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4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s-CO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CO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es-CO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s-CO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CO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4000" dirty="0"/>
                  <a:t> Es falsa</a:t>
                </a: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7F541D3C-1DAE-47E5-9918-0F3C131CF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428" y="3671714"/>
                <a:ext cx="8000332" cy="615553"/>
              </a:xfrm>
              <a:prstGeom prst="rect">
                <a:avLst/>
              </a:prstGeom>
              <a:blipFill>
                <a:blip r:embed="rId2"/>
                <a:stretch>
                  <a:fillRect l="-3887" t="-24752" r="-2744" b="-49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D5226DC7-74A1-4193-BAD0-7A417B049129}"/>
                  </a:ext>
                </a:extLst>
              </p:cNvPr>
              <p:cNvSpPr/>
              <p:nvPr/>
            </p:nvSpPr>
            <p:spPr>
              <a:xfrm>
                <a:off x="3144218" y="5326777"/>
                <a:ext cx="7195091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sz="4000" dirty="0"/>
                  <a:t>Determinar el valor de verdad de</a:t>
                </a:r>
              </a:p>
              <a:p>
                <a:r>
                  <a:rPr lang="es-CO" sz="40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s-CO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s-CO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∨~</m:t>
                          </m:r>
                          <m:r>
                            <a:rPr lang="es-CO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s-CO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d>
                        <m:d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4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CO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⟶</m:t>
                          </m:r>
                          <m:r>
                            <a:rPr lang="es-CO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s-CO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D5226DC7-74A1-4193-BAD0-7A417B0491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218" y="5326777"/>
                <a:ext cx="7195091" cy="1938992"/>
              </a:xfrm>
              <a:prstGeom prst="rect">
                <a:avLst/>
              </a:prstGeom>
              <a:blipFill>
                <a:blip r:embed="rId3"/>
                <a:stretch>
                  <a:fillRect l="-3051"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887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Circuitos lógicos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A875BAE-399B-4515-A746-EDDA114C6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952" y="3095650"/>
            <a:ext cx="5002166" cy="274312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8254936-4F6F-433F-905D-D3852A78D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486" y="5838773"/>
            <a:ext cx="5991225" cy="2705100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0B5465A-148D-4595-9996-D23688D0A7FE}"/>
              </a:ext>
            </a:extLst>
          </p:cNvPr>
          <p:cNvCxnSpPr/>
          <p:nvPr/>
        </p:nvCxnSpPr>
        <p:spPr>
          <a:xfrm flipH="1">
            <a:off x="6087061" y="7226131"/>
            <a:ext cx="7295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C0E0EEC-D7FA-437A-AA5C-0C8CE6BB4227}"/>
              </a:ext>
            </a:extLst>
          </p:cNvPr>
          <p:cNvCxnSpPr>
            <a:cxnSpLocks/>
          </p:cNvCxnSpPr>
          <p:nvPr/>
        </p:nvCxnSpPr>
        <p:spPr>
          <a:xfrm flipH="1" flipV="1">
            <a:off x="8904858" y="5677552"/>
            <a:ext cx="1" cy="3224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9A0A089-DB68-4156-A481-0F2B3148F791}"/>
              </a:ext>
            </a:extLst>
          </p:cNvPr>
          <p:cNvCxnSpPr>
            <a:cxnSpLocks/>
          </p:cNvCxnSpPr>
          <p:nvPr/>
        </p:nvCxnSpPr>
        <p:spPr>
          <a:xfrm flipV="1">
            <a:off x="12001203" y="7488139"/>
            <a:ext cx="0" cy="57606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A6AF642-5198-4E6D-A9CF-98096EEC4228}"/>
              </a:ext>
            </a:extLst>
          </p:cNvPr>
          <p:cNvSpPr txBox="1"/>
          <p:nvPr/>
        </p:nvSpPr>
        <p:spPr>
          <a:xfrm>
            <a:off x="8106047" y="5270337"/>
            <a:ext cx="1680204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Interruptor</a:t>
            </a:r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49BFE02-5595-46CE-8BBB-60C3113718CD}"/>
              </a:ext>
            </a:extLst>
          </p:cNvPr>
          <p:cNvSpPr txBox="1"/>
          <p:nvPr/>
        </p:nvSpPr>
        <p:spPr>
          <a:xfrm>
            <a:off x="4406857" y="6947410"/>
            <a:ext cx="1620636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Generador</a:t>
            </a:r>
            <a:endParaRPr lang="en-U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68F0605-8B35-442A-89AF-D7F9ADAE8AE0}"/>
              </a:ext>
            </a:extLst>
          </p:cNvPr>
          <p:cNvSpPr txBox="1"/>
          <p:nvPr/>
        </p:nvSpPr>
        <p:spPr>
          <a:xfrm>
            <a:off x="11161101" y="8148522"/>
            <a:ext cx="1372492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Bombillo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07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Lógica y circuitos eléctricos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A66E9E49-8626-45C9-BA31-F2A6772C101F}"/>
                  </a:ext>
                </a:extLst>
              </p:cNvPr>
              <p:cNvSpPr/>
              <p:nvPr/>
            </p:nvSpPr>
            <p:spPr>
              <a:xfrm>
                <a:off x="2946439" y="4002330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A66E9E49-8626-45C9-BA31-F2A6772C10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39" y="4002330"/>
                <a:ext cx="552587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áfico 5" descr="Bombilla">
            <a:extLst>
              <a:ext uri="{FF2B5EF4-FFF2-40B4-BE49-F238E27FC236}">
                <a16:creationId xmlns:a16="http://schemas.microsoft.com/office/drawing/2014/main" id="{58833DD3-E6D2-4890-AF37-5C6935F6E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8957" y="4953462"/>
            <a:ext cx="752316" cy="752316"/>
          </a:xfrm>
          <a:prstGeom prst="rect">
            <a:avLst/>
          </a:prstGeom>
        </p:spPr>
      </p:pic>
      <p:pic>
        <p:nvPicPr>
          <p:cNvPr id="16" name="Gráfico 15" descr="Base de datos">
            <a:extLst>
              <a:ext uri="{FF2B5EF4-FFF2-40B4-BE49-F238E27FC236}">
                <a16:creationId xmlns:a16="http://schemas.microsoft.com/office/drawing/2014/main" id="{6C732323-D708-4085-9759-9CA69069A5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1740" y="4953462"/>
            <a:ext cx="752316" cy="752316"/>
          </a:xfrm>
          <a:prstGeom prst="rect">
            <a:avLst/>
          </a:prstGeo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6A574ED-F21A-4681-9BB0-EC1F95C4DCF3}"/>
              </a:ext>
            </a:extLst>
          </p:cNvPr>
          <p:cNvCxnSpPr>
            <a:stCxn id="16" idx="3"/>
            <a:endCxn id="6" idx="1"/>
          </p:cNvCxnSpPr>
          <p:nvPr/>
        </p:nvCxnSpPr>
        <p:spPr>
          <a:xfrm>
            <a:off x="7994056" y="5329620"/>
            <a:ext cx="2534901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9" name="Gráfico 18" descr="Bombilla">
            <a:extLst>
              <a:ext uri="{FF2B5EF4-FFF2-40B4-BE49-F238E27FC236}">
                <a16:creationId xmlns:a16="http://schemas.microsoft.com/office/drawing/2014/main" id="{28315233-D562-410B-9F34-51889C83F5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28957" y="6049667"/>
            <a:ext cx="752316" cy="752316"/>
          </a:xfrm>
          <a:prstGeom prst="rect">
            <a:avLst/>
          </a:prstGeom>
        </p:spPr>
      </p:pic>
      <p:pic>
        <p:nvPicPr>
          <p:cNvPr id="20" name="Gráfico 19" descr="Base de datos">
            <a:extLst>
              <a:ext uri="{FF2B5EF4-FFF2-40B4-BE49-F238E27FC236}">
                <a16:creationId xmlns:a16="http://schemas.microsoft.com/office/drawing/2014/main" id="{7187D001-2B24-4F5B-ABE2-0B3D8FCF6E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41740" y="6049667"/>
            <a:ext cx="752316" cy="752316"/>
          </a:xfrm>
          <a:prstGeom prst="rect">
            <a:avLst/>
          </a:prstGeom>
        </p:spPr>
      </p:pic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D0D73C3-73F9-4FE9-BEBC-E721122B426F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7994056" y="6425825"/>
            <a:ext cx="903868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31C4D6D-605D-4415-BC16-CAF830496EF3}"/>
              </a:ext>
            </a:extLst>
          </p:cNvPr>
          <p:cNvCxnSpPr>
            <a:cxnSpLocks/>
          </p:cNvCxnSpPr>
          <p:nvPr/>
        </p:nvCxnSpPr>
        <p:spPr>
          <a:xfrm>
            <a:off x="9762020" y="6425825"/>
            <a:ext cx="903868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AAB7B113-9F46-4D25-AB6C-6788BF92001B}"/>
              </a:ext>
            </a:extLst>
          </p:cNvPr>
          <p:cNvCxnSpPr>
            <a:cxnSpLocks/>
          </p:cNvCxnSpPr>
          <p:nvPr/>
        </p:nvCxnSpPr>
        <p:spPr>
          <a:xfrm flipV="1">
            <a:off x="8920235" y="6049667"/>
            <a:ext cx="903868" cy="376158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Elipse 27">
            <a:extLst>
              <a:ext uri="{FF2B5EF4-FFF2-40B4-BE49-F238E27FC236}">
                <a16:creationId xmlns:a16="http://schemas.microsoft.com/office/drawing/2014/main" id="{8D52BFF8-3EC4-4E39-BC92-FC9B838E6907}"/>
              </a:ext>
            </a:extLst>
          </p:cNvPr>
          <p:cNvSpPr/>
          <p:nvPr/>
        </p:nvSpPr>
        <p:spPr>
          <a:xfrm>
            <a:off x="8920235" y="5239620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DFBDE184-ABC6-4703-B73F-0854A900D8BB}"/>
              </a:ext>
            </a:extLst>
          </p:cNvPr>
          <p:cNvSpPr/>
          <p:nvPr/>
        </p:nvSpPr>
        <p:spPr>
          <a:xfrm>
            <a:off x="9726036" y="5240754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1A3EA06E-0DC7-48B2-AB00-1DA5F84DB63A}"/>
              </a:ext>
            </a:extLst>
          </p:cNvPr>
          <p:cNvSpPr/>
          <p:nvPr/>
        </p:nvSpPr>
        <p:spPr>
          <a:xfrm>
            <a:off x="8860942" y="633582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3E4580DF-CAEE-4571-960A-7AD435204570}"/>
              </a:ext>
            </a:extLst>
          </p:cNvPr>
          <p:cNvSpPr/>
          <p:nvPr/>
        </p:nvSpPr>
        <p:spPr>
          <a:xfrm>
            <a:off x="9717879" y="633582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111FF65D-0EB6-4C67-9664-4B5184DED8E4}"/>
              </a:ext>
            </a:extLst>
          </p:cNvPr>
          <p:cNvSpPr/>
          <p:nvPr/>
        </p:nvSpPr>
        <p:spPr>
          <a:xfrm>
            <a:off x="2896619" y="5006454"/>
            <a:ext cx="610274" cy="646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F0889E42-7B8A-4F3A-9B2B-BD95F7AAB986}"/>
              </a:ext>
            </a:extLst>
          </p:cNvPr>
          <p:cNvSpPr/>
          <p:nvPr/>
        </p:nvSpPr>
        <p:spPr>
          <a:xfrm>
            <a:off x="2894021" y="6012659"/>
            <a:ext cx="610274" cy="646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87D3A828-321C-4733-884A-D971D80A4B70}"/>
              </a:ext>
            </a:extLst>
          </p:cNvPr>
          <p:cNvSpPr/>
          <p:nvPr/>
        </p:nvSpPr>
        <p:spPr>
          <a:xfrm>
            <a:off x="5238873" y="5006454"/>
            <a:ext cx="610274" cy="646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8D47C387-B44D-4B14-ABBB-E432804AF1F9}"/>
              </a:ext>
            </a:extLst>
          </p:cNvPr>
          <p:cNvSpPr/>
          <p:nvPr/>
        </p:nvSpPr>
        <p:spPr>
          <a:xfrm>
            <a:off x="5238873" y="6012658"/>
            <a:ext cx="610274" cy="646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70350E-13F8-49B3-970B-8C31B8C6C7C8}"/>
              </a:ext>
            </a:extLst>
          </p:cNvPr>
          <p:cNvSpPr/>
          <p:nvPr/>
        </p:nvSpPr>
        <p:spPr>
          <a:xfrm>
            <a:off x="9247089" y="4725684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3D8EE5EC-F119-4C48-B7D8-DA7B234A16AC}"/>
              </a:ext>
            </a:extLst>
          </p:cNvPr>
          <p:cNvSpPr/>
          <p:nvPr/>
        </p:nvSpPr>
        <p:spPr>
          <a:xfrm>
            <a:off x="9261506" y="6658990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6611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Lógica y circuitos </a:t>
            </a:r>
          </a:p>
        </p:txBody>
      </p:sp>
      <p:pic>
        <p:nvPicPr>
          <p:cNvPr id="6" name="Gráfico 5" descr="Bombilla">
            <a:extLst>
              <a:ext uri="{FF2B5EF4-FFF2-40B4-BE49-F238E27FC236}">
                <a16:creationId xmlns:a16="http://schemas.microsoft.com/office/drawing/2014/main" id="{58833DD3-E6D2-4890-AF37-5C6935F6E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1082" y="3348309"/>
            <a:ext cx="752316" cy="752316"/>
          </a:xfrm>
          <a:prstGeom prst="rect">
            <a:avLst/>
          </a:prstGeom>
        </p:spPr>
      </p:pic>
      <p:pic>
        <p:nvPicPr>
          <p:cNvPr id="16" name="Gráfico 15" descr="Base de datos">
            <a:extLst>
              <a:ext uri="{FF2B5EF4-FFF2-40B4-BE49-F238E27FC236}">
                <a16:creationId xmlns:a16="http://schemas.microsoft.com/office/drawing/2014/main" id="{6C732323-D708-4085-9759-9CA69069A5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6209" y="3263857"/>
            <a:ext cx="752316" cy="752316"/>
          </a:xfrm>
          <a:prstGeom prst="rect">
            <a:avLst/>
          </a:prstGeo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6A574ED-F21A-4681-9BB0-EC1F95C4DCF3}"/>
              </a:ext>
            </a:extLst>
          </p:cNvPr>
          <p:cNvCxnSpPr>
            <a:cxnSpLocks/>
            <a:stCxn id="16" idx="3"/>
            <a:endCxn id="6" idx="1"/>
          </p:cNvCxnSpPr>
          <p:nvPr/>
        </p:nvCxnSpPr>
        <p:spPr>
          <a:xfrm>
            <a:off x="6678525" y="3640015"/>
            <a:ext cx="4242557" cy="84452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9" name="Gráfico 18" descr="Bombilla">
            <a:extLst>
              <a:ext uri="{FF2B5EF4-FFF2-40B4-BE49-F238E27FC236}">
                <a16:creationId xmlns:a16="http://schemas.microsoft.com/office/drawing/2014/main" id="{28315233-D562-410B-9F34-51889C83F5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52303" y="4805985"/>
            <a:ext cx="752316" cy="752316"/>
          </a:xfrm>
          <a:prstGeom prst="rect">
            <a:avLst/>
          </a:prstGeom>
        </p:spPr>
      </p:pic>
      <p:pic>
        <p:nvPicPr>
          <p:cNvPr id="20" name="Gráfico 19" descr="Base de datos">
            <a:extLst>
              <a:ext uri="{FF2B5EF4-FFF2-40B4-BE49-F238E27FC236}">
                <a16:creationId xmlns:a16="http://schemas.microsoft.com/office/drawing/2014/main" id="{7187D001-2B24-4F5B-ABE2-0B3D8FCF6E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63945" y="4895985"/>
            <a:ext cx="752316" cy="752316"/>
          </a:xfrm>
          <a:prstGeom prst="rect">
            <a:avLst/>
          </a:prstGeom>
        </p:spPr>
      </p:pic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D0D73C3-73F9-4FE9-BEBC-E721122B426F}"/>
              </a:ext>
            </a:extLst>
          </p:cNvPr>
          <p:cNvCxnSpPr>
            <a:cxnSpLocks/>
          </p:cNvCxnSpPr>
          <p:nvPr/>
        </p:nvCxnSpPr>
        <p:spPr>
          <a:xfrm>
            <a:off x="6857413" y="5272143"/>
            <a:ext cx="659487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31C4D6D-605D-4415-BC16-CAF830496EF3}"/>
              </a:ext>
            </a:extLst>
          </p:cNvPr>
          <p:cNvCxnSpPr>
            <a:cxnSpLocks/>
          </p:cNvCxnSpPr>
          <p:nvPr/>
        </p:nvCxnSpPr>
        <p:spPr>
          <a:xfrm>
            <a:off x="8380996" y="5272143"/>
            <a:ext cx="903868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AAB7B113-9F46-4D25-AB6C-6788BF92001B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7539211" y="5272143"/>
            <a:ext cx="797644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Elipse 27">
            <a:extLst>
              <a:ext uri="{FF2B5EF4-FFF2-40B4-BE49-F238E27FC236}">
                <a16:creationId xmlns:a16="http://schemas.microsoft.com/office/drawing/2014/main" id="{8D52BFF8-3EC4-4E39-BC92-FC9B838E6907}"/>
              </a:ext>
            </a:extLst>
          </p:cNvPr>
          <p:cNvSpPr/>
          <p:nvPr/>
        </p:nvSpPr>
        <p:spPr>
          <a:xfrm>
            <a:off x="7527024" y="357270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DFBDE184-ABC6-4703-B73F-0854A900D8BB}"/>
              </a:ext>
            </a:extLst>
          </p:cNvPr>
          <p:cNvSpPr/>
          <p:nvPr/>
        </p:nvSpPr>
        <p:spPr>
          <a:xfrm>
            <a:off x="8332825" y="3573836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1A3EA06E-0DC7-48B2-AB00-1DA5F84DB63A}"/>
              </a:ext>
            </a:extLst>
          </p:cNvPr>
          <p:cNvSpPr/>
          <p:nvPr/>
        </p:nvSpPr>
        <p:spPr>
          <a:xfrm>
            <a:off x="7479918" y="5182143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3E4580DF-CAEE-4571-960A-7AD435204570}"/>
              </a:ext>
            </a:extLst>
          </p:cNvPr>
          <p:cNvSpPr/>
          <p:nvPr/>
        </p:nvSpPr>
        <p:spPr>
          <a:xfrm>
            <a:off x="8336855" y="5182143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B1775C23-21B4-4F12-A243-D3014D732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695358"/>
              </p:ext>
            </p:extLst>
          </p:nvPr>
        </p:nvGraphicFramePr>
        <p:xfrm>
          <a:off x="1636175" y="5077990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5B2F2DF0-6F64-4B2C-B054-6A4178C97BED}"/>
                  </a:ext>
                </a:extLst>
              </p:cNvPr>
              <p:cNvSpPr/>
              <p:nvPr/>
            </p:nvSpPr>
            <p:spPr>
              <a:xfrm>
                <a:off x="1812360" y="4307131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5B2F2DF0-6F64-4B2C-B054-6A4178C97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360" y="4307131"/>
                <a:ext cx="552587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7574DC16-4489-4B75-9BB9-693A113B0F93}"/>
                  </a:ext>
                </a:extLst>
              </p:cNvPr>
              <p:cNvSpPr/>
              <p:nvPr/>
            </p:nvSpPr>
            <p:spPr>
              <a:xfrm>
                <a:off x="2883015" y="4307131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7574DC16-4489-4B75-9BB9-693A113B0F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015" y="4307131"/>
                <a:ext cx="552587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5EFC6335-2E8F-41B1-BCF6-FAA658FF9419}"/>
                  </a:ext>
                </a:extLst>
              </p:cNvPr>
              <p:cNvSpPr/>
              <p:nvPr/>
            </p:nvSpPr>
            <p:spPr>
              <a:xfrm>
                <a:off x="3646448" y="4305351"/>
                <a:ext cx="111960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⋀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5EFC6335-2E8F-41B1-BCF6-FAA658FF94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448" y="4305351"/>
                <a:ext cx="1119602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2AEC4D54-D8D2-4618-844E-E1A71E921943}"/>
              </a:ext>
            </a:extLst>
          </p:cNvPr>
          <p:cNvSpPr/>
          <p:nvPr/>
        </p:nvSpPr>
        <p:spPr>
          <a:xfrm>
            <a:off x="2014764" y="3492953"/>
            <a:ext cx="18309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Conjunción</a:t>
            </a:r>
            <a:endParaRPr lang="en-US" dirty="0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BB3E227E-6332-41C4-9134-BC792736C249}"/>
              </a:ext>
            </a:extLst>
          </p:cNvPr>
          <p:cNvSpPr/>
          <p:nvPr/>
        </p:nvSpPr>
        <p:spPr>
          <a:xfrm>
            <a:off x="9272965" y="361128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A68A5A79-ACD6-419C-9517-72D781D2AD5E}"/>
              </a:ext>
            </a:extLst>
          </p:cNvPr>
          <p:cNvSpPr/>
          <p:nvPr/>
        </p:nvSpPr>
        <p:spPr>
          <a:xfrm>
            <a:off x="10078766" y="361241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FC63C740-3611-40A0-BD6C-225685A53899}"/>
              </a:ext>
            </a:extLst>
          </p:cNvPr>
          <p:cNvCxnSpPr>
            <a:cxnSpLocks/>
          </p:cNvCxnSpPr>
          <p:nvPr/>
        </p:nvCxnSpPr>
        <p:spPr>
          <a:xfrm>
            <a:off x="10148960" y="5275531"/>
            <a:ext cx="803343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8B4C1D41-9542-418A-AFE6-B4F22D818AF4}"/>
              </a:ext>
            </a:extLst>
          </p:cNvPr>
          <p:cNvCxnSpPr>
            <a:cxnSpLocks/>
          </p:cNvCxnSpPr>
          <p:nvPr/>
        </p:nvCxnSpPr>
        <p:spPr>
          <a:xfrm flipV="1">
            <a:off x="9307175" y="4899373"/>
            <a:ext cx="903868" cy="376158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370E2946-FE43-4489-8156-4DF2C772F786}"/>
              </a:ext>
            </a:extLst>
          </p:cNvPr>
          <p:cNvSpPr/>
          <p:nvPr/>
        </p:nvSpPr>
        <p:spPr>
          <a:xfrm>
            <a:off x="9247882" y="518553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11CD32E4-EA33-43BA-BC29-98FE9B1886D6}"/>
              </a:ext>
            </a:extLst>
          </p:cNvPr>
          <p:cNvSpPr/>
          <p:nvPr/>
        </p:nvSpPr>
        <p:spPr>
          <a:xfrm>
            <a:off x="10104819" y="518553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Gráfico 42" descr="Bombilla">
            <a:extLst>
              <a:ext uri="{FF2B5EF4-FFF2-40B4-BE49-F238E27FC236}">
                <a16:creationId xmlns:a16="http://schemas.microsoft.com/office/drawing/2014/main" id="{E39EF9DC-732C-4CEB-A3E0-0A276C4EB5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14567" y="6353661"/>
            <a:ext cx="752316" cy="752316"/>
          </a:xfrm>
          <a:prstGeom prst="rect">
            <a:avLst/>
          </a:prstGeom>
        </p:spPr>
      </p:pic>
      <p:pic>
        <p:nvPicPr>
          <p:cNvPr id="44" name="Gráfico 43" descr="Base de datos">
            <a:extLst>
              <a:ext uri="{FF2B5EF4-FFF2-40B4-BE49-F238E27FC236}">
                <a16:creationId xmlns:a16="http://schemas.microsoft.com/office/drawing/2014/main" id="{997939C6-537B-4B86-8312-4B71318101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26209" y="6443661"/>
            <a:ext cx="752316" cy="752316"/>
          </a:xfrm>
          <a:prstGeom prst="rect">
            <a:avLst/>
          </a:prstGeom>
        </p:spPr>
      </p:pic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70779806-D95A-4965-AE7D-1484531132E9}"/>
              </a:ext>
            </a:extLst>
          </p:cNvPr>
          <p:cNvCxnSpPr>
            <a:cxnSpLocks/>
          </p:cNvCxnSpPr>
          <p:nvPr/>
        </p:nvCxnSpPr>
        <p:spPr>
          <a:xfrm>
            <a:off x="6819677" y="6819819"/>
            <a:ext cx="659487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D88D16C6-8FAC-49A6-8398-257DC6836622}"/>
              </a:ext>
            </a:extLst>
          </p:cNvPr>
          <p:cNvCxnSpPr>
            <a:cxnSpLocks/>
          </p:cNvCxnSpPr>
          <p:nvPr/>
        </p:nvCxnSpPr>
        <p:spPr>
          <a:xfrm>
            <a:off x="8343260" y="6819819"/>
            <a:ext cx="903868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1379C4CF-B464-4C6C-99DD-0B43E17BF613}"/>
              </a:ext>
            </a:extLst>
          </p:cNvPr>
          <p:cNvCxnSpPr>
            <a:cxnSpLocks/>
          </p:cNvCxnSpPr>
          <p:nvPr/>
        </p:nvCxnSpPr>
        <p:spPr>
          <a:xfrm flipV="1">
            <a:off x="7501475" y="6443661"/>
            <a:ext cx="903868" cy="376158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97BBCE4E-8050-44B4-9A1F-A78EB2C84AF0}"/>
              </a:ext>
            </a:extLst>
          </p:cNvPr>
          <p:cNvSpPr/>
          <p:nvPr/>
        </p:nvSpPr>
        <p:spPr>
          <a:xfrm>
            <a:off x="7442182" y="6729819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4F8E0730-2DB2-4FCF-AE9E-ACBDC57AEB19}"/>
              </a:ext>
            </a:extLst>
          </p:cNvPr>
          <p:cNvSpPr/>
          <p:nvPr/>
        </p:nvSpPr>
        <p:spPr>
          <a:xfrm>
            <a:off x="8299119" y="6729819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1686F8EA-2610-4F09-AC7E-EB39C057BB06}"/>
              </a:ext>
            </a:extLst>
          </p:cNvPr>
          <p:cNvCxnSpPr>
            <a:cxnSpLocks/>
          </p:cNvCxnSpPr>
          <p:nvPr/>
        </p:nvCxnSpPr>
        <p:spPr>
          <a:xfrm>
            <a:off x="10111224" y="6823207"/>
            <a:ext cx="803343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7C3EE121-2919-492F-96F6-DE526537E871}"/>
              </a:ext>
            </a:extLst>
          </p:cNvPr>
          <p:cNvCxnSpPr>
            <a:cxnSpLocks/>
            <a:endCxn id="53" idx="2"/>
          </p:cNvCxnSpPr>
          <p:nvPr/>
        </p:nvCxnSpPr>
        <p:spPr>
          <a:xfrm>
            <a:off x="9269439" y="6823207"/>
            <a:ext cx="797644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D1F64D30-0FFB-4AA4-8D19-A02DE7069230}"/>
              </a:ext>
            </a:extLst>
          </p:cNvPr>
          <p:cNvSpPr/>
          <p:nvPr/>
        </p:nvSpPr>
        <p:spPr>
          <a:xfrm>
            <a:off x="9210146" y="673320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8617B7D9-8575-471D-BD69-6871F5FB8C80}"/>
              </a:ext>
            </a:extLst>
          </p:cNvPr>
          <p:cNvSpPr/>
          <p:nvPr/>
        </p:nvSpPr>
        <p:spPr>
          <a:xfrm>
            <a:off x="10067083" y="673320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Gráfico 53" descr="Bombilla">
            <a:extLst>
              <a:ext uri="{FF2B5EF4-FFF2-40B4-BE49-F238E27FC236}">
                <a16:creationId xmlns:a16="http://schemas.microsoft.com/office/drawing/2014/main" id="{80C1F6FA-BD1C-4396-BD2C-A968E370D8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52971" y="7895789"/>
            <a:ext cx="752316" cy="752316"/>
          </a:xfrm>
          <a:prstGeom prst="rect">
            <a:avLst/>
          </a:prstGeom>
        </p:spPr>
      </p:pic>
      <p:pic>
        <p:nvPicPr>
          <p:cNvPr id="55" name="Gráfico 54" descr="Base de datos">
            <a:extLst>
              <a:ext uri="{FF2B5EF4-FFF2-40B4-BE49-F238E27FC236}">
                <a16:creationId xmlns:a16="http://schemas.microsoft.com/office/drawing/2014/main" id="{6ECC6D2E-93B6-4264-860F-28CA85499D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64613" y="7985789"/>
            <a:ext cx="752316" cy="752316"/>
          </a:xfrm>
          <a:prstGeom prst="rect">
            <a:avLst/>
          </a:prstGeom>
        </p:spPr>
      </p:pic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4F26B573-4BF8-49DB-9A74-F5AB3C305F6F}"/>
              </a:ext>
            </a:extLst>
          </p:cNvPr>
          <p:cNvCxnSpPr>
            <a:cxnSpLocks/>
          </p:cNvCxnSpPr>
          <p:nvPr/>
        </p:nvCxnSpPr>
        <p:spPr>
          <a:xfrm>
            <a:off x="6858081" y="8361947"/>
            <a:ext cx="659487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7E59B45-E584-4849-9BF5-E4CA0F3AB72D}"/>
              </a:ext>
            </a:extLst>
          </p:cNvPr>
          <p:cNvCxnSpPr>
            <a:cxnSpLocks/>
          </p:cNvCxnSpPr>
          <p:nvPr/>
        </p:nvCxnSpPr>
        <p:spPr>
          <a:xfrm>
            <a:off x="8381664" y="8361947"/>
            <a:ext cx="903868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7AD874D4-E7AF-4DD8-9BC1-C2098D44BC3D}"/>
              </a:ext>
            </a:extLst>
          </p:cNvPr>
          <p:cNvCxnSpPr>
            <a:cxnSpLocks/>
          </p:cNvCxnSpPr>
          <p:nvPr/>
        </p:nvCxnSpPr>
        <p:spPr>
          <a:xfrm flipV="1">
            <a:off x="7539879" y="7985789"/>
            <a:ext cx="903868" cy="376158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Elipse 58">
            <a:extLst>
              <a:ext uri="{FF2B5EF4-FFF2-40B4-BE49-F238E27FC236}">
                <a16:creationId xmlns:a16="http://schemas.microsoft.com/office/drawing/2014/main" id="{0E021D1C-7559-4958-8126-C54B87B5F3AA}"/>
              </a:ext>
            </a:extLst>
          </p:cNvPr>
          <p:cNvSpPr/>
          <p:nvPr/>
        </p:nvSpPr>
        <p:spPr>
          <a:xfrm>
            <a:off x="7480586" y="827194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5B1AF435-83D1-42A7-AC5E-B6D66C363DF0}"/>
              </a:ext>
            </a:extLst>
          </p:cNvPr>
          <p:cNvSpPr/>
          <p:nvPr/>
        </p:nvSpPr>
        <p:spPr>
          <a:xfrm>
            <a:off x="8337523" y="827194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6B536872-7906-489F-8360-67084E4126F0}"/>
              </a:ext>
            </a:extLst>
          </p:cNvPr>
          <p:cNvCxnSpPr>
            <a:cxnSpLocks/>
          </p:cNvCxnSpPr>
          <p:nvPr/>
        </p:nvCxnSpPr>
        <p:spPr>
          <a:xfrm>
            <a:off x="10149628" y="8365335"/>
            <a:ext cx="803343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52D408F0-B11D-45F1-A42C-CCF1401DC750}"/>
              </a:ext>
            </a:extLst>
          </p:cNvPr>
          <p:cNvCxnSpPr>
            <a:cxnSpLocks/>
          </p:cNvCxnSpPr>
          <p:nvPr/>
        </p:nvCxnSpPr>
        <p:spPr>
          <a:xfrm flipV="1">
            <a:off x="9307843" y="7989177"/>
            <a:ext cx="903868" cy="376158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Elipse 62">
            <a:extLst>
              <a:ext uri="{FF2B5EF4-FFF2-40B4-BE49-F238E27FC236}">
                <a16:creationId xmlns:a16="http://schemas.microsoft.com/office/drawing/2014/main" id="{2BF9AEBC-DD66-424A-9D18-F1B2CAC69AA2}"/>
              </a:ext>
            </a:extLst>
          </p:cNvPr>
          <p:cNvSpPr/>
          <p:nvPr/>
        </p:nvSpPr>
        <p:spPr>
          <a:xfrm>
            <a:off x="9248550" y="827533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E0A51CCB-8903-4904-9094-8A1A40ADB242}"/>
              </a:ext>
            </a:extLst>
          </p:cNvPr>
          <p:cNvSpPr/>
          <p:nvPr/>
        </p:nvSpPr>
        <p:spPr>
          <a:xfrm>
            <a:off x="10105487" y="827533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457179E-D941-4C8E-89B0-6B819C7B943A}"/>
              </a:ext>
            </a:extLst>
          </p:cNvPr>
          <p:cNvSpPr/>
          <p:nvPr/>
        </p:nvSpPr>
        <p:spPr>
          <a:xfrm>
            <a:off x="7899856" y="2160288"/>
            <a:ext cx="22049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/>
              <a:t>Circuito en serie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6A55DD0-9B32-4365-B454-90D13B49D34A}"/>
              </a:ext>
            </a:extLst>
          </p:cNvPr>
          <p:cNvSpPr txBox="1"/>
          <p:nvPr/>
        </p:nvSpPr>
        <p:spPr>
          <a:xfrm>
            <a:off x="7901936" y="3086010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5D2B451D-A273-426A-95C9-4B71717691C4}"/>
              </a:ext>
            </a:extLst>
          </p:cNvPr>
          <p:cNvSpPr txBox="1"/>
          <p:nvPr/>
        </p:nvSpPr>
        <p:spPr>
          <a:xfrm>
            <a:off x="9694094" y="3101564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D5D46E57-3CDC-4856-8B2D-5F6AE5DBCE5E}"/>
              </a:ext>
            </a:extLst>
          </p:cNvPr>
          <p:cNvSpPr txBox="1"/>
          <p:nvPr/>
        </p:nvSpPr>
        <p:spPr>
          <a:xfrm>
            <a:off x="11244827" y="2946730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5DAA0A7B-6CC1-49A7-A406-498963882CBE}"/>
              </a:ext>
            </a:extLst>
          </p:cNvPr>
          <p:cNvSpPr txBox="1"/>
          <p:nvPr/>
        </p:nvSpPr>
        <p:spPr>
          <a:xfrm>
            <a:off x="8067051" y="4607818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17367903-761D-42AD-91B1-9E87B67FCF48}"/>
              </a:ext>
            </a:extLst>
          </p:cNvPr>
          <p:cNvSpPr txBox="1"/>
          <p:nvPr/>
        </p:nvSpPr>
        <p:spPr>
          <a:xfrm>
            <a:off x="9340795" y="4646111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2B551E5-20DE-4DF2-989B-037A3DBB3EF6}"/>
              </a:ext>
            </a:extLst>
          </p:cNvPr>
          <p:cNvSpPr txBox="1"/>
          <p:nvPr/>
        </p:nvSpPr>
        <p:spPr>
          <a:xfrm>
            <a:off x="11221968" y="4413575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1D774B9C-F34F-474D-A812-E61B9B675FE4}"/>
              </a:ext>
            </a:extLst>
          </p:cNvPr>
          <p:cNvSpPr txBox="1"/>
          <p:nvPr/>
        </p:nvSpPr>
        <p:spPr>
          <a:xfrm>
            <a:off x="7719721" y="6162824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042DCDDB-0AD5-4025-95F6-4373ACCB04AE}"/>
              </a:ext>
            </a:extLst>
          </p:cNvPr>
          <p:cNvSpPr txBox="1"/>
          <p:nvPr/>
        </p:nvSpPr>
        <p:spPr>
          <a:xfrm>
            <a:off x="9265934" y="6235856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1A99A99F-0169-4A9A-B0EE-DD61DDE2F401}"/>
              </a:ext>
            </a:extLst>
          </p:cNvPr>
          <p:cNvSpPr txBox="1"/>
          <p:nvPr/>
        </p:nvSpPr>
        <p:spPr>
          <a:xfrm>
            <a:off x="11251521" y="5958584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3DACB0DB-A43C-4592-A927-308DF3760157}"/>
              </a:ext>
            </a:extLst>
          </p:cNvPr>
          <p:cNvSpPr txBox="1"/>
          <p:nvPr/>
        </p:nvSpPr>
        <p:spPr>
          <a:xfrm>
            <a:off x="7896775" y="7730552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1F11BEDB-5F69-42A2-B874-4E17BD9B9D4C}"/>
              </a:ext>
            </a:extLst>
          </p:cNvPr>
          <p:cNvSpPr txBox="1"/>
          <p:nvPr/>
        </p:nvSpPr>
        <p:spPr>
          <a:xfrm>
            <a:off x="9170519" y="7768845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521B10D1-5D69-4D78-9635-BBA32CBA573B}"/>
              </a:ext>
            </a:extLst>
          </p:cNvPr>
          <p:cNvSpPr txBox="1"/>
          <p:nvPr/>
        </p:nvSpPr>
        <p:spPr>
          <a:xfrm>
            <a:off x="11244827" y="7435874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3578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23" grpId="0"/>
      <p:bldP spid="24" grpId="0"/>
      <p:bldP spid="27" grpId="0"/>
      <p:bldP spid="2" grpId="0"/>
      <p:bldP spid="32" grpId="0" animBg="1"/>
      <p:bldP spid="35" grpId="0" animBg="1"/>
      <p:bldP spid="41" grpId="0" animBg="1"/>
      <p:bldP spid="42" grpId="0" animBg="1"/>
      <p:bldP spid="48" grpId="0" animBg="1"/>
      <p:bldP spid="49" grpId="0" animBg="1"/>
      <p:bldP spid="52" grpId="0" animBg="1"/>
      <p:bldP spid="53" grpId="0" animBg="1"/>
      <p:bldP spid="59" grpId="0" animBg="1"/>
      <p:bldP spid="60" grpId="0" animBg="1"/>
      <p:bldP spid="63" grpId="0" animBg="1"/>
      <p:bldP spid="64" grpId="0" animBg="1"/>
      <p:bldP spid="9" grpId="0"/>
      <p:bldP spid="10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Lógica y circuitos </a:t>
            </a:r>
          </a:p>
        </p:txBody>
      </p:sp>
      <p:pic>
        <p:nvPicPr>
          <p:cNvPr id="6" name="Gráfico 5" descr="Bombilla">
            <a:extLst>
              <a:ext uri="{FF2B5EF4-FFF2-40B4-BE49-F238E27FC236}">
                <a16:creationId xmlns:a16="http://schemas.microsoft.com/office/drawing/2014/main" id="{58833DD3-E6D2-4890-AF37-5C6935F6E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6733" y="1716710"/>
            <a:ext cx="752316" cy="752316"/>
          </a:xfrm>
          <a:prstGeom prst="rect">
            <a:avLst/>
          </a:prstGeom>
        </p:spPr>
      </p:pic>
      <p:pic>
        <p:nvPicPr>
          <p:cNvPr id="16" name="Gráfico 15" descr="Base de datos">
            <a:extLst>
              <a:ext uri="{FF2B5EF4-FFF2-40B4-BE49-F238E27FC236}">
                <a16:creationId xmlns:a16="http://schemas.microsoft.com/office/drawing/2014/main" id="{6C732323-D708-4085-9759-9CA69069A5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8138" y="1736739"/>
            <a:ext cx="752316" cy="752316"/>
          </a:xfrm>
          <a:prstGeom prst="rect">
            <a:avLst/>
          </a:prstGeom>
        </p:spPr>
      </p:pic>
      <p:sp>
        <p:nvSpPr>
          <p:cNvPr id="30" name="Elipse 29">
            <a:extLst>
              <a:ext uri="{FF2B5EF4-FFF2-40B4-BE49-F238E27FC236}">
                <a16:creationId xmlns:a16="http://schemas.microsoft.com/office/drawing/2014/main" id="{1A3EA06E-0DC7-48B2-AB00-1DA5F84DB63A}"/>
              </a:ext>
            </a:extLst>
          </p:cNvPr>
          <p:cNvSpPr/>
          <p:nvPr/>
        </p:nvSpPr>
        <p:spPr>
          <a:xfrm>
            <a:off x="8761048" y="152512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B1775C23-21B4-4F12-A243-D3014D732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827966"/>
              </p:ext>
            </p:extLst>
          </p:nvPr>
        </p:nvGraphicFramePr>
        <p:xfrm>
          <a:off x="1636175" y="5077990"/>
          <a:ext cx="3046269" cy="193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5423">
                  <a:extLst>
                    <a:ext uri="{9D8B030D-6E8A-4147-A177-3AD203B41FA5}">
                      <a16:colId xmlns:a16="http://schemas.microsoft.com/office/drawing/2014/main" val="2898586038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936940450"/>
                    </a:ext>
                  </a:extLst>
                </a:gridCol>
                <a:gridCol w="1015423">
                  <a:extLst>
                    <a:ext uri="{9D8B030D-6E8A-4147-A177-3AD203B41FA5}">
                      <a16:colId xmlns:a16="http://schemas.microsoft.com/office/drawing/2014/main" val="334017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8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6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7884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5B2F2DF0-6F64-4B2C-B054-6A4178C97BED}"/>
                  </a:ext>
                </a:extLst>
              </p:cNvPr>
              <p:cNvSpPr/>
              <p:nvPr/>
            </p:nvSpPr>
            <p:spPr>
              <a:xfrm>
                <a:off x="1812360" y="4307131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5B2F2DF0-6F64-4B2C-B054-6A4178C97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360" y="4307131"/>
                <a:ext cx="5525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7574DC16-4489-4B75-9BB9-693A113B0F93}"/>
                  </a:ext>
                </a:extLst>
              </p:cNvPr>
              <p:cNvSpPr/>
              <p:nvPr/>
            </p:nvSpPr>
            <p:spPr>
              <a:xfrm>
                <a:off x="2883015" y="4307131"/>
                <a:ext cx="55258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7574DC16-4489-4B75-9BB9-693A113B0F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015" y="4307131"/>
                <a:ext cx="552587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5EFC6335-2E8F-41B1-BCF6-FAA658FF9419}"/>
                  </a:ext>
                </a:extLst>
              </p:cNvPr>
              <p:cNvSpPr/>
              <p:nvPr/>
            </p:nvSpPr>
            <p:spPr>
              <a:xfrm>
                <a:off x="3646448" y="4305351"/>
                <a:ext cx="111960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⋀</m:t>
                      </m:r>
                      <m:r>
                        <a:rPr lang="es-CO" sz="36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5EFC6335-2E8F-41B1-BCF6-FAA658FF94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448" y="4305351"/>
                <a:ext cx="1119602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2AEC4D54-D8D2-4618-844E-E1A71E921943}"/>
              </a:ext>
            </a:extLst>
          </p:cNvPr>
          <p:cNvSpPr/>
          <p:nvPr/>
        </p:nvSpPr>
        <p:spPr>
          <a:xfrm>
            <a:off x="2014764" y="3492953"/>
            <a:ext cx="17747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Disyunción</a:t>
            </a:r>
            <a:endParaRPr lang="en-US" dirty="0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370E2946-FE43-4489-8156-4DF2C772F786}"/>
              </a:ext>
            </a:extLst>
          </p:cNvPr>
          <p:cNvSpPr/>
          <p:nvPr/>
        </p:nvSpPr>
        <p:spPr>
          <a:xfrm>
            <a:off x="9588636" y="1521099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457179E-D941-4C8E-89B0-6B819C7B943A}"/>
              </a:ext>
            </a:extLst>
          </p:cNvPr>
          <p:cNvSpPr/>
          <p:nvPr/>
        </p:nvSpPr>
        <p:spPr>
          <a:xfrm>
            <a:off x="8044316" y="587037"/>
            <a:ext cx="2613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/>
              <a:t>Circuito en paralelo</a:t>
            </a:r>
            <a:endParaRPr lang="en-US" dirty="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D5D46E57-3CDC-4856-8B2D-5F6AE5DBCE5E}"/>
              </a:ext>
            </a:extLst>
          </p:cNvPr>
          <p:cNvSpPr txBox="1"/>
          <p:nvPr/>
        </p:nvSpPr>
        <p:spPr>
          <a:xfrm>
            <a:off x="11154824" y="1226070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589BEC90-DDF9-43EE-AA89-5A1A8238B0A2}"/>
              </a:ext>
            </a:extLst>
          </p:cNvPr>
          <p:cNvCxnSpPr>
            <a:cxnSpLocks/>
          </p:cNvCxnSpPr>
          <p:nvPr/>
        </p:nvCxnSpPr>
        <p:spPr>
          <a:xfrm>
            <a:off x="7483917" y="2144596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5F8A56F0-6DF2-4C17-B81C-67097E884EA9}"/>
              </a:ext>
            </a:extLst>
          </p:cNvPr>
          <p:cNvCxnSpPr>
            <a:cxnSpLocks/>
          </p:cNvCxnSpPr>
          <p:nvPr/>
        </p:nvCxnSpPr>
        <p:spPr>
          <a:xfrm>
            <a:off x="9772561" y="1639112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3DAFB1A2-5B05-4EDD-A6ED-C23A3869CF35}"/>
              </a:ext>
            </a:extLst>
          </p:cNvPr>
          <p:cNvCxnSpPr>
            <a:cxnSpLocks/>
          </p:cNvCxnSpPr>
          <p:nvPr/>
        </p:nvCxnSpPr>
        <p:spPr>
          <a:xfrm>
            <a:off x="8140021" y="1639112"/>
            <a:ext cx="0" cy="101096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6D5B7410-99BB-438F-8FA7-4848EE3B391C}"/>
              </a:ext>
            </a:extLst>
          </p:cNvPr>
          <p:cNvCxnSpPr>
            <a:cxnSpLocks/>
          </p:cNvCxnSpPr>
          <p:nvPr/>
        </p:nvCxnSpPr>
        <p:spPr>
          <a:xfrm>
            <a:off x="8115705" y="1639112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BF46A01B-4043-4566-90CD-445A17AC3CC8}"/>
              </a:ext>
            </a:extLst>
          </p:cNvPr>
          <p:cNvCxnSpPr>
            <a:cxnSpLocks/>
          </p:cNvCxnSpPr>
          <p:nvPr/>
        </p:nvCxnSpPr>
        <p:spPr>
          <a:xfrm>
            <a:off x="8941048" y="1631648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8" name="Elipse 87">
            <a:extLst>
              <a:ext uri="{FF2B5EF4-FFF2-40B4-BE49-F238E27FC236}">
                <a16:creationId xmlns:a16="http://schemas.microsoft.com/office/drawing/2014/main" id="{40D23AF1-98A2-4E81-A9AC-F32B92BBBFEB}"/>
              </a:ext>
            </a:extLst>
          </p:cNvPr>
          <p:cNvSpPr/>
          <p:nvPr/>
        </p:nvSpPr>
        <p:spPr>
          <a:xfrm>
            <a:off x="8764230" y="2517974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91453AB8-8531-43B7-8CDB-72EBBDDD2EEC}"/>
              </a:ext>
            </a:extLst>
          </p:cNvPr>
          <p:cNvSpPr/>
          <p:nvPr/>
        </p:nvSpPr>
        <p:spPr>
          <a:xfrm>
            <a:off x="9591818" y="2513946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DE2693C8-72A8-405A-ABAC-3FDA4849C393}"/>
              </a:ext>
            </a:extLst>
          </p:cNvPr>
          <p:cNvCxnSpPr>
            <a:cxnSpLocks/>
          </p:cNvCxnSpPr>
          <p:nvPr/>
        </p:nvCxnSpPr>
        <p:spPr>
          <a:xfrm>
            <a:off x="9775743" y="2631959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5287A6FB-5CF2-4A0A-8784-3D7D212BEDC2}"/>
              </a:ext>
            </a:extLst>
          </p:cNvPr>
          <p:cNvCxnSpPr>
            <a:cxnSpLocks/>
          </p:cNvCxnSpPr>
          <p:nvPr/>
        </p:nvCxnSpPr>
        <p:spPr>
          <a:xfrm>
            <a:off x="8118887" y="2631959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10485F0F-D566-49E5-9182-1A7E2FB7829F}"/>
              </a:ext>
            </a:extLst>
          </p:cNvPr>
          <p:cNvCxnSpPr>
            <a:cxnSpLocks/>
          </p:cNvCxnSpPr>
          <p:nvPr/>
        </p:nvCxnSpPr>
        <p:spPr>
          <a:xfrm>
            <a:off x="8944230" y="2624495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B2597918-344F-4D18-A683-EF4BFF3793B3}"/>
              </a:ext>
            </a:extLst>
          </p:cNvPr>
          <p:cNvCxnSpPr>
            <a:cxnSpLocks/>
          </p:cNvCxnSpPr>
          <p:nvPr/>
        </p:nvCxnSpPr>
        <p:spPr>
          <a:xfrm>
            <a:off x="10432048" y="1613527"/>
            <a:ext cx="0" cy="101096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FC431616-1FF0-4E1F-BAAA-3706A7A5C4D5}"/>
              </a:ext>
            </a:extLst>
          </p:cNvPr>
          <p:cNvCxnSpPr>
            <a:cxnSpLocks/>
          </p:cNvCxnSpPr>
          <p:nvPr/>
        </p:nvCxnSpPr>
        <p:spPr>
          <a:xfrm>
            <a:off x="10423409" y="2128730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6" name="CuadroTexto 95">
            <a:extLst>
              <a:ext uri="{FF2B5EF4-FFF2-40B4-BE49-F238E27FC236}">
                <a16:creationId xmlns:a16="http://schemas.microsoft.com/office/drawing/2014/main" id="{D65360BE-C13A-46AF-9F4B-C9CCA29E3171}"/>
              </a:ext>
            </a:extLst>
          </p:cNvPr>
          <p:cNvSpPr txBox="1"/>
          <p:nvPr/>
        </p:nvSpPr>
        <p:spPr>
          <a:xfrm>
            <a:off x="9181529" y="1104841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F8DE30ED-9F62-467A-9B58-9444ABF7B43E}"/>
              </a:ext>
            </a:extLst>
          </p:cNvPr>
          <p:cNvSpPr txBox="1"/>
          <p:nvPr/>
        </p:nvSpPr>
        <p:spPr>
          <a:xfrm>
            <a:off x="9181529" y="2140742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pic>
        <p:nvPicPr>
          <p:cNvPr id="98" name="Gráfico 97" descr="Bombilla">
            <a:extLst>
              <a:ext uri="{FF2B5EF4-FFF2-40B4-BE49-F238E27FC236}">
                <a16:creationId xmlns:a16="http://schemas.microsoft.com/office/drawing/2014/main" id="{50061F00-B719-4CB2-B549-892E1E798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3551" y="3634456"/>
            <a:ext cx="752316" cy="752316"/>
          </a:xfrm>
          <a:prstGeom prst="rect">
            <a:avLst/>
          </a:prstGeom>
        </p:spPr>
      </p:pic>
      <p:pic>
        <p:nvPicPr>
          <p:cNvPr id="99" name="Gráfico 98" descr="Base de datos">
            <a:extLst>
              <a:ext uri="{FF2B5EF4-FFF2-40B4-BE49-F238E27FC236}">
                <a16:creationId xmlns:a16="http://schemas.microsoft.com/office/drawing/2014/main" id="{83DD0989-1161-4D20-944A-8722FD33B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4956" y="3654485"/>
            <a:ext cx="752316" cy="752316"/>
          </a:xfrm>
          <a:prstGeom prst="rect">
            <a:avLst/>
          </a:prstGeom>
        </p:spPr>
      </p:pic>
      <p:sp>
        <p:nvSpPr>
          <p:cNvPr id="100" name="Elipse 99">
            <a:extLst>
              <a:ext uri="{FF2B5EF4-FFF2-40B4-BE49-F238E27FC236}">
                <a16:creationId xmlns:a16="http://schemas.microsoft.com/office/drawing/2014/main" id="{C20E65A3-A269-4042-9005-BB9A7B07058E}"/>
              </a:ext>
            </a:extLst>
          </p:cNvPr>
          <p:cNvSpPr/>
          <p:nvPr/>
        </p:nvSpPr>
        <p:spPr>
          <a:xfrm>
            <a:off x="8757866" y="3442873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Elipse 100">
            <a:extLst>
              <a:ext uri="{FF2B5EF4-FFF2-40B4-BE49-F238E27FC236}">
                <a16:creationId xmlns:a16="http://schemas.microsoft.com/office/drawing/2014/main" id="{42316AAC-035F-4DDD-8282-E6706D6F72FA}"/>
              </a:ext>
            </a:extLst>
          </p:cNvPr>
          <p:cNvSpPr/>
          <p:nvPr/>
        </p:nvSpPr>
        <p:spPr>
          <a:xfrm>
            <a:off x="9585454" y="343884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9D17756E-6959-482D-944D-C55349C4011D}"/>
              </a:ext>
            </a:extLst>
          </p:cNvPr>
          <p:cNvSpPr txBox="1"/>
          <p:nvPr/>
        </p:nvSpPr>
        <p:spPr>
          <a:xfrm>
            <a:off x="11151642" y="3143816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09EBA9A7-7BE2-4896-9BE3-E8B439D88BE7}"/>
              </a:ext>
            </a:extLst>
          </p:cNvPr>
          <p:cNvCxnSpPr>
            <a:cxnSpLocks/>
          </p:cNvCxnSpPr>
          <p:nvPr/>
        </p:nvCxnSpPr>
        <p:spPr>
          <a:xfrm>
            <a:off x="7480735" y="4062342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BB26E3C5-2D51-4DB2-9CD4-DBDA4246FB4C}"/>
              </a:ext>
            </a:extLst>
          </p:cNvPr>
          <p:cNvCxnSpPr>
            <a:cxnSpLocks/>
          </p:cNvCxnSpPr>
          <p:nvPr/>
        </p:nvCxnSpPr>
        <p:spPr>
          <a:xfrm>
            <a:off x="9769379" y="3556858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F93058D1-C77C-499B-9D1F-12455146C020}"/>
              </a:ext>
            </a:extLst>
          </p:cNvPr>
          <p:cNvCxnSpPr>
            <a:cxnSpLocks/>
          </p:cNvCxnSpPr>
          <p:nvPr/>
        </p:nvCxnSpPr>
        <p:spPr>
          <a:xfrm>
            <a:off x="8136839" y="3556858"/>
            <a:ext cx="0" cy="505484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5C02C26A-605A-4F81-981D-664DA6655384}"/>
              </a:ext>
            </a:extLst>
          </p:cNvPr>
          <p:cNvCxnSpPr>
            <a:cxnSpLocks/>
          </p:cNvCxnSpPr>
          <p:nvPr/>
        </p:nvCxnSpPr>
        <p:spPr>
          <a:xfrm>
            <a:off x="8112523" y="3556858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BC2A418B-5C17-458C-BDF7-04C1646EDEC6}"/>
              </a:ext>
            </a:extLst>
          </p:cNvPr>
          <p:cNvCxnSpPr>
            <a:cxnSpLocks/>
          </p:cNvCxnSpPr>
          <p:nvPr/>
        </p:nvCxnSpPr>
        <p:spPr>
          <a:xfrm>
            <a:off x="8937866" y="3549394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8" name="Elipse 107">
            <a:extLst>
              <a:ext uri="{FF2B5EF4-FFF2-40B4-BE49-F238E27FC236}">
                <a16:creationId xmlns:a16="http://schemas.microsoft.com/office/drawing/2014/main" id="{DA4C4750-9199-4F01-83B2-8AB5A0A1E658}"/>
              </a:ext>
            </a:extLst>
          </p:cNvPr>
          <p:cNvSpPr/>
          <p:nvPr/>
        </p:nvSpPr>
        <p:spPr>
          <a:xfrm>
            <a:off x="8761048" y="4435720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Elipse 108">
            <a:extLst>
              <a:ext uri="{FF2B5EF4-FFF2-40B4-BE49-F238E27FC236}">
                <a16:creationId xmlns:a16="http://schemas.microsoft.com/office/drawing/2014/main" id="{46FD33CE-3704-4809-A1A4-86EF15C13DC6}"/>
              </a:ext>
            </a:extLst>
          </p:cNvPr>
          <p:cNvSpPr/>
          <p:nvPr/>
        </p:nvSpPr>
        <p:spPr>
          <a:xfrm>
            <a:off x="9588636" y="443169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4BBB82C6-BD71-4530-9D57-E1065D4909EA}"/>
              </a:ext>
            </a:extLst>
          </p:cNvPr>
          <p:cNvCxnSpPr>
            <a:cxnSpLocks/>
          </p:cNvCxnSpPr>
          <p:nvPr/>
        </p:nvCxnSpPr>
        <p:spPr>
          <a:xfrm>
            <a:off x="9772561" y="4549705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9FA231BB-3BF6-4458-B296-2CF1951CCE44}"/>
              </a:ext>
            </a:extLst>
          </p:cNvPr>
          <p:cNvCxnSpPr>
            <a:cxnSpLocks/>
          </p:cNvCxnSpPr>
          <p:nvPr/>
        </p:nvCxnSpPr>
        <p:spPr>
          <a:xfrm>
            <a:off x="8115705" y="4549705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E2C8AC6A-0798-4665-A03F-F55C41553352}"/>
              </a:ext>
            </a:extLst>
          </p:cNvPr>
          <p:cNvCxnSpPr>
            <a:cxnSpLocks/>
          </p:cNvCxnSpPr>
          <p:nvPr/>
        </p:nvCxnSpPr>
        <p:spPr>
          <a:xfrm flipV="1">
            <a:off x="8941048" y="4195616"/>
            <a:ext cx="641224" cy="346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945D7383-E27D-4571-8EF4-E20BD03048C1}"/>
              </a:ext>
            </a:extLst>
          </p:cNvPr>
          <p:cNvCxnSpPr>
            <a:cxnSpLocks/>
          </p:cNvCxnSpPr>
          <p:nvPr/>
        </p:nvCxnSpPr>
        <p:spPr>
          <a:xfrm>
            <a:off x="10428866" y="3531273"/>
            <a:ext cx="5185" cy="48490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D2F2F577-49DF-4604-AA96-9F614774F60B}"/>
              </a:ext>
            </a:extLst>
          </p:cNvPr>
          <p:cNvCxnSpPr>
            <a:cxnSpLocks/>
          </p:cNvCxnSpPr>
          <p:nvPr/>
        </p:nvCxnSpPr>
        <p:spPr>
          <a:xfrm>
            <a:off x="10420227" y="4046476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B04806EB-8584-4BF5-A943-290D02789330}"/>
              </a:ext>
            </a:extLst>
          </p:cNvPr>
          <p:cNvSpPr txBox="1"/>
          <p:nvPr/>
        </p:nvSpPr>
        <p:spPr>
          <a:xfrm>
            <a:off x="8894273" y="3951703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pic>
        <p:nvPicPr>
          <p:cNvPr id="116" name="Gráfico 115" descr="Bombilla">
            <a:extLst>
              <a:ext uri="{FF2B5EF4-FFF2-40B4-BE49-F238E27FC236}">
                <a16:creationId xmlns:a16="http://schemas.microsoft.com/office/drawing/2014/main" id="{4C681411-7912-4AC6-AD20-50E29C202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0369" y="5696997"/>
            <a:ext cx="752316" cy="752316"/>
          </a:xfrm>
          <a:prstGeom prst="rect">
            <a:avLst/>
          </a:prstGeom>
        </p:spPr>
      </p:pic>
      <p:pic>
        <p:nvPicPr>
          <p:cNvPr id="117" name="Gráfico 116" descr="Base de datos">
            <a:extLst>
              <a:ext uri="{FF2B5EF4-FFF2-40B4-BE49-F238E27FC236}">
                <a16:creationId xmlns:a16="http://schemas.microsoft.com/office/drawing/2014/main" id="{85BE8FCF-324C-4975-AF62-5C878E50C1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1774" y="5717026"/>
            <a:ext cx="752316" cy="752316"/>
          </a:xfrm>
          <a:prstGeom prst="rect">
            <a:avLst/>
          </a:prstGeom>
        </p:spPr>
      </p:pic>
      <p:sp>
        <p:nvSpPr>
          <p:cNvPr id="118" name="Elipse 117">
            <a:extLst>
              <a:ext uri="{FF2B5EF4-FFF2-40B4-BE49-F238E27FC236}">
                <a16:creationId xmlns:a16="http://schemas.microsoft.com/office/drawing/2014/main" id="{8F269A12-C11E-4C79-B1D2-3DB4B77C6602}"/>
              </a:ext>
            </a:extLst>
          </p:cNvPr>
          <p:cNvSpPr/>
          <p:nvPr/>
        </p:nvSpPr>
        <p:spPr>
          <a:xfrm>
            <a:off x="8754684" y="5505414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7A05B026-CF69-4F20-881C-8C21FFBC52E1}"/>
              </a:ext>
            </a:extLst>
          </p:cNvPr>
          <p:cNvSpPr/>
          <p:nvPr/>
        </p:nvSpPr>
        <p:spPr>
          <a:xfrm>
            <a:off x="9582272" y="5501386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8496121B-C2FA-40AE-BCE0-8F2F454776F8}"/>
              </a:ext>
            </a:extLst>
          </p:cNvPr>
          <p:cNvSpPr txBox="1"/>
          <p:nvPr/>
        </p:nvSpPr>
        <p:spPr>
          <a:xfrm>
            <a:off x="11148460" y="5206357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30D25606-135A-4835-9A2C-47875D2E8FC3}"/>
              </a:ext>
            </a:extLst>
          </p:cNvPr>
          <p:cNvCxnSpPr>
            <a:cxnSpLocks/>
          </p:cNvCxnSpPr>
          <p:nvPr/>
        </p:nvCxnSpPr>
        <p:spPr>
          <a:xfrm>
            <a:off x="7477553" y="6124883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972A4FD6-8841-40C3-A147-B38407F02245}"/>
              </a:ext>
            </a:extLst>
          </p:cNvPr>
          <p:cNvCxnSpPr>
            <a:cxnSpLocks/>
          </p:cNvCxnSpPr>
          <p:nvPr/>
        </p:nvCxnSpPr>
        <p:spPr>
          <a:xfrm>
            <a:off x="9766197" y="5619399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532F1A26-5135-4945-83E1-B36F1F4D2C32}"/>
              </a:ext>
            </a:extLst>
          </p:cNvPr>
          <p:cNvCxnSpPr>
            <a:cxnSpLocks/>
          </p:cNvCxnSpPr>
          <p:nvPr/>
        </p:nvCxnSpPr>
        <p:spPr>
          <a:xfrm flipH="1">
            <a:off x="8133657" y="6124883"/>
            <a:ext cx="6364" cy="505484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75BA838A-E51E-43E8-9032-08A52F46283E}"/>
              </a:ext>
            </a:extLst>
          </p:cNvPr>
          <p:cNvCxnSpPr>
            <a:cxnSpLocks/>
          </p:cNvCxnSpPr>
          <p:nvPr/>
        </p:nvCxnSpPr>
        <p:spPr>
          <a:xfrm>
            <a:off x="8109341" y="5619399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00661CC8-CB64-4F8B-A549-284F32E251DC}"/>
              </a:ext>
            </a:extLst>
          </p:cNvPr>
          <p:cNvCxnSpPr>
            <a:cxnSpLocks/>
          </p:cNvCxnSpPr>
          <p:nvPr/>
        </p:nvCxnSpPr>
        <p:spPr>
          <a:xfrm flipV="1">
            <a:off x="8934684" y="5291175"/>
            <a:ext cx="546238" cy="320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6" name="Elipse 125">
            <a:extLst>
              <a:ext uri="{FF2B5EF4-FFF2-40B4-BE49-F238E27FC236}">
                <a16:creationId xmlns:a16="http://schemas.microsoft.com/office/drawing/2014/main" id="{564493A2-6E97-4D16-ABEA-9382B58ABCF2}"/>
              </a:ext>
            </a:extLst>
          </p:cNvPr>
          <p:cNvSpPr/>
          <p:nvPr/>
        </p:nvSpPr>
        <p:spPr>
          <a:xfrm>
            <a:off x="8757866" y="649826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Elipse 126">
            <a:extLst>
              <a:ext uri="{FF2B5EF4-FFF2-40B4-BE49-F238E27FC236}">
                <a16:creationId xmlns:a16="http://schemas.microsoft.com/office/drawing/2014/main" id="{6A25920B-736A-47E6-813A-02B8F511FC67}"/>
              </a:ext>
            </a:extLst>
          </p:cNvPr>
          <p:cNvSpPr/>
          <p:nvPr/>
        </p:nvSpPr>
        <p:spPr>
          <a:xfrm>
            <a:off x="9585454" y="6494233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Conector recto 127">
            <a:extLst>
              <a:ext uri="{FF2B5EF4-FFF2-40B4-BE49-F238E27FC236}">
                <a16:creationId xmlns:a16="http://schemas.microsoft.com/office/drawing/2014/main" id="{3A7A802E-56DD-4181-B100-53C592079CAF}"/>
              </a:ext>
            </a:extLst>
          </p:cNvPr>
          <p:cNvCxnSpPr>
            <a:cxnSpLocks/>
          </p:cNvCxnSpPr>
          <p:nvPr/>
        </p:nvCxnSpPr>
        <p:spPr>
          <a:xfrm>
            <a:off x="9769379" y="6612246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7379DBC5-6E8B-4D2F-9265-57BF254B922D}"/>
              </a:ext>
            </a:extLst>
          </p:cNvPr>
          <p:cNvCxnSpPr>
            <a:cxnSpLocks/>
          </p:cNvCxnSpPr>
          <p:nvPr/>
        </p:nvCxnSpPr>
        <p:spPr>
          <a:xfrm>
            <a:off x="8112523" y="6612246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0" name="Conector recto 129">
            <a:extLst>
              <a:ext uri="{FF2B5EF4-FFF2-40B4-BE49-F238E27FC236}">
                <a16:creationId xmlns:a16="http://schemas.microsoft.com/office/drawing/2014/main" id="{ED93796F-DA5C-4323-8F56-ECE40400E634}"/>
              </a:ext>
            </a:extLst>
          </p:cNvPr>
          <p:cNvCxnSpPr>
            <a:cxnSpLocks/>
          </p:cNvCxnSpPr>
          <p:nvPr/>
        </p:nvCxnSpPr>
        <p:spPr>
          <a:xfrm>
            <a:off x="8937866" y="6604782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1" name="Conector recto 130">
            <a:extLst>
              <a:ext uri="{FF2B5EF4-FFF2-40B4-BE49-F238E27FC236}">
                <a16:creationId xmlns:a16="http://schemas.microsoft.com/office/drawing/2014/main" id="{7D5B8D04-0DA3-4951-BFC0-B85EB48E3F0B}"/>
              </a:ext>
            </a:extLst>
          </p:cNvPr>
          <p:cNvCxnSpPr>
            <a:cxnSpLocks/>
          </p:cNvCxnSpPr>
          <p:nvPr/>
        </p:nvCxnSpPr>
        <p:spPr>
          <a:xfrm flipH="1">
            <a:off x="10425684" y="6124883"/>
            <a:ext cx="6364" cy="479899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E3B62007-C03C-4955-9499-4872E99ACE1F}"/>
              </a:ext>
            </a:extLst>
          </p:cNvPr>
          <p:cNvCxnSpPr>
            <a:cxnSpLocks/>
          </p:cNvCxnSpPr>
          <p:nvPr/>
        </p:nvCxnSpPr>
        <p:spPr>
          <a:xfrm>
            <a:off x="10417045" y="6109017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E1E70EA7-714D-4C21-ABB1-6244FEAF6137}"/>
              </a:ext>
            </a:extLst>
          </p:cNvPr>
          <p:cNvSpPr txBox="1"/>
          <p:nvPr/>
        </p:nvSpPr>
        <p:spPr>
          <a:xfrm>
            <a:off x="9175165" y="6121029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pic>
        <p:nvPicPr>
          <p:cNvPr id="134" name="Gráfico 133" descr="Bombilla">
            <a:extLst>
              <a:ext uri="{FF2B5EF4-FFF2-40B4-BE49-F238E27FC236}">
                <a16:creationId xmlns:a16="http://schemas.microsoft.com/office/drawing/2014/main" id="{0569389D-93FB-43E5-B309-57AB5B1E40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47187" y="7979788"/>
            <a:ext cx="752316" cy="752316"/>
          </a:xfrm>
          <a:prstGeom prst="rect">
            <a:avLst/>
          </a:prstGeom>
        </p:spPr>
      </p:pic>
      <p:pic>
        <p:nvPicPr>
          <p:cNvPr id="135" name="Gráfico 134" descr="Base de datos">
            <a:extLst>
              <a:ext uri="{FF2B5EF4-FFF2-40B4-BE49-F238E27FC236}">
                <a16:creationId xmlns:a16="http://schemas.microsoft.com/office/drawing/2014/main" id="{E1090BFA-367F-432E-B5A1-FEFEFB3B31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48592" y="7999817"/>
            <a:ext cx="752316" cy="752316"/>
          </a:xfrm>
          <a:prstGeom prst="rect">
            <a:avLst/>
          </a:prstGeom>
        </p:spPr>
      </p:pic>
      <p:sp>
        <p:nvSpPr>
          <p:cNvPr id="136" name="Elipse 135">
            <a:extLst>
              <a:ext uri="{FF2B5EF4-FFF2-40B4-BE49-F238E27FC236}">
                <a16:creationId xmlns:a16="http://schemas.microsoft.com/office/drawing/2014/main" id="{FC1A9D38-548D-49B3-BCAC-C000F661D180}"/>
              </a:ext>
            </a:extLst>
          </p:cNvPr>
          <p:cNvSpPr/>
          <p:nvPr/>
        </p:nvSpPr>
        <p:spPr>
          <a:xfrm>
            <a:off x="8841502" y="778820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Elipse 136">
            <a:extLst>
              <a:ext uri="{FF2B5EF4-FFF2-40B4-BE49-F238E27FC236}">
                <a16:creationId xmlns:a16="http://schemas.microsoft.com/office/drawing/2014/main" id="{FD85D6FD-CBE6-439E-B63C-81134353022B}"/>
              </a:ext>
            </a:extLst>
          </p:cNvPr>
          <p:cNvSpPr/>
          <p:nvPr/>
        </p:nvSpPr>
        <p:spPr>
          <a:xfrm>
            <a:off x="9669090" y="7784177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447DA475-F63C-4A7E-849B-7AF4B9409DBC}"/>
              </a:ext>
            </a:extLst>
          </p:cNvPr>
          <p:cNvSpPr txBox="1"/>
          <p:nvPr/>
        </p:nvSpPr>
        <p:spPr>
          <a:xfrm>
            <a:off x="11235278" y="7489148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139" name="Conector recto 138">
            <a:extLst>
              <a:ext uri="{FF2B5EF4-FFF2-40B4-BE49-F238E27FC236}">
                <a16:creationId xmlns:a16="http://schemas.microsoft.com/office/drawing/2014/main" id="{2C99FC09-BCE8-46C8-A93A-E4616C63C7F4}"/>
              </a:ext>
            </a:extLst>
          </p:cNvPr>
          <p:cNvCxnSpPr>
            <a:cxnSpLocks/>
          </p:cNvCxnSpPr>
          <p:nvPr/>
        </p:nvCxnSpPr>
        <p:spPr>
          <a:xfrm>
            <a:off x="7564371" y="8407674"/>
            <a:ext cx="65948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0" name="Conector recto 139">
            <a:extLst>
              <a:ext uri="{FF2B5EF4-FFF2-40B4-BE49-F238E27FC236}">
                <a16:creationId xmlns:a16="http://schemas.microsoft.com/office/drawing/2014/main" id="{2D612A35-9A49-4BA6-8224-90D1E1E5CE1C}"/>
              </a:ext>
            </a:extLst>
          </p:cNvPr>
          <p:cNvCxnSpPr>
            <a:cxnSpLocks/>
          </p:cNvCxnSpPr>
          <p:nvPr/>
        </p:nvCxnSpPr>
        <p:spPr>
          <a:xfrm>
            <a:off x="9853015" y="7902190"/>
            <a:ext cx="65948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A2AA6E75-A1DC-4023-AF48-1733C0391A1E}"/>
              </a:ext>
            </a:extLst>
          </p:cNvPr>
          <p:cNvCxnSpPr>
            <a:cxnSpLocks/>
          </p:cNvCxnSpPr>
          <p:nvPr/>
        </p:nvCxnSpPr>
        <p:spPr>
          <a:xfrm>
            <a:off x="8220475" y="7902190"/>
            <a:ext cx="0" cy="1010968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2" name="Conector recto 141">
            <a:extLst>
              <a:ext uri="{FF2B5EF4-FFF2-40B4-BE49-F238E27FC236}">
                <a16:creationId xmlns:a16="http://schemas.microsoft.com/office/drawing/2014/main" id="{A9D67F58-337C-4CE9-BA86-9CF7BCD7CE7D}"/>
              </a:ext>
            </a:extLst>
          </p:cNvPr>
          <p:cNvCxnSpPr>
            <a:cxnSpLocks/>
          </p:cNvCxnSpPr>
          <p:nvPr/>
        </p:nvCxnSpPr>
        <p:spPr>
          <a:xfrm>
            <a:off x="8196159" y="7902190"/>
            <a:ext cx="65948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3" name="Conector recto 142">
            <a:extLst>
              <a:ext uri="{FF2B5EF4-FFF2-40B4-BE49-F238E27FC236}">
                <a16:creationId xmlns:a16="http://schemas.microsoft.com/office/drawing/2014/main" id="{4D8EA8AA-5B8F-4511-9D52-80034F2EA94C}"/>
              </a:ext>
            </a:extLst>
          </p:cNvPr>
          <p:cNvCxnSpPr>
            <a:cxnSpLocks/>
          </p:cNvCxnSpPr>
          <p:nvPr/>
        </p:nvCxnSpPr>
        <p:spPr>
          <a:xfrm flipV="1">
            <a:off x="9021502" y="7489148"/>
            <a:ext cx="560770" cy="405578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4" name="Elipse 143">
            <a:extLst>
              <a:ext uri="{FF2B5EF4-FFF2-40B4-BE49-F238E27FC236}">
                <a16:creationId xmlns:a16="http://schemas.microsoft.com/office/drawing/2014/main" id="{6F75FE22-179D-4D46-BB47-A4F4297619B5}"/>
              </a:ext>
            </a:extLst>
          </p:cNvPr>
          <p:cNvSpPr/>
          <p:nvPr/>
        </p:nvSpPr>
        <p:spPr>
          <a:xfrm>
            <a:off x="8844684" y="878105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Elipse 144">
            <a:extLst>
              <a:ext uri="{FF2B5EF4-FFF2-40B4-BE49-F238E27FC236}">
                <a16:creationId xmlns:a16="http://schemas.microsoft.com/office/drawing/2014/main" id="{C3D5F1DD-464F-42CD-8367-11E883BB41E7}"/>
              </a:ext>
            </a:extLst>
          </p:cNvPr>
          <p:cNvSpPr/>
          <p:nvPr/>
        </p:nvSpPr>
        <p:spPr>
          <a:xfrm>
            <a:off x="9672272" y="8777024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95761FD5-9E84-435B-B92C-835352467CB1}"/>
              </a:ext>
            </a:extLst>
          </p:cNvPr>
          <p:cNvCxnSpPr>
            <a:cxnSpLocks/>
          </p:cNvCxnSpPr>
          <p:nvPr/>
        </p:nvCxnSpPr>
        <p:spPr>
          <a:xfrm>
            <a:off x="9856197" y="8895037"/>
            <a:ext cx="65948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7" name="Conector recto 146">
            <a:extLst>
              <a:ext uri="{FF2B5EF4-FFF2-40B4-BE49-F238E27FC236}">
                <a16:creationId xmlns:a16="http://schemas.microsoft.com/office/drawing/2014/main" id="{A47DDD43-28D4-4F5A-8439-A4CD4DDF559D}"/>
              </a:ext>
            </a:extLst>
          </p:cNvPr>
          <p:cNvCxnSpPr>
            <a:cxnSpLocks/>
          </p:cNvCxnSpPr>
          <p:nvPr/>
        </p:nvCxnSpPr>
        <p:spPr>
          <a:xfrm>
            <a:off x="8199341" y="8895037"/>
            <a:ext cx="65948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8" name="Conector recto 147">
            <a:extLst>
              <a:ext uri="{FF2B5EF4-FFF2-40B4-BE49-F238E27FC236}">
                <a16:creationId xmlns:a16="http://schemas.microsoft.com/office/drawing/2014/main" id="{5A75039F-E352-4484-8AA0-ED36A60FD35F}"/>
              </a:ext>
            </a:extLst>
          </p:cNvPr>
          <p:cNvCxnSpPr>
            <a:cxnSpLocks/>
          </p:cNvCxnSpPr>
          <p:nvPr/>
        </p:nvCxnSpPr>
        <p:spPr>
          <a:xfrm flipV="1">
            <a:off x="9024684" y="8407674"/>
            <a:ext cx="557588" cy="479899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3412BE04-F108-48CC-821B-0786EDBD5128}"/>
              </a:ext>
            </a:extLst>
          </p:cNvPr>
          <p:cNvCxnSpPr>
            <a:cxnSpLocks/>
          </p:cNvCxnSpPr>
          <p:nvPr/>
        </p:nvCxnSpPr>
        <p:spPr>
          <a:xfrm>
            <a:off x="10512502" y="7876605"/>
            <a:ext cx="0" cy="1010968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0" name="Conector recto 149">
            <a:extLst>
              <a:ext uri="{FF2B5EF4-FFF2-40B4-BE49-F238E27FC236}">
                <a16:creationId xmlns:a16="http://schemas.microsoft.com/office/drawing/2014/main" id="{DD1EFB93-ECFA-4413-9E3F-293FA0F4A146}"/>
              </a:ext>
            </a:extLst>
          </p:cNvPr>
          <p:cNvCxnSpPr>
            <a:cxnSpLocks/>
          </p:cNvCxnSpPr>
          <p:nvPr/>
        </p:nvCxnSpPr>
        <p:spPr>
          <a:xfrm>
            <a:off x="10503863" y="8391808"/>
            <a:ext cx="65948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7C50B45C-513C-4A43-B7ED-A1D4E79C5A30}"/>
              </a:ext>
            </a:extLst>
          </p:cNvPr>
          <p:cNvSpPr txBox="1"/>
          <p:nvPr/>
        </p:nvSpPr>
        <p:spPr>
          <a:xfrm>
            <a:off x="8963907" y="8244278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79B86CBD-F5E5-460D-B544-8BB092C55E34}"/>
              </a:ext>
            </a:extLst>
          </p:cNvPr>
          <p:cNvSpPr txBox="1"/>
          <p:nvPr/>
        </p:nvSpPr>
        <p:spPr>
          <a:xfrm>
            <a:off x="9193081" y="2992118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A8A5AC72-4CEF-480A-BD45-AA27DEC46164}"/>
              </a:ext>
            </a:extLst>
          </p:cNvPr>
          <p:cNvSpPr txBox="1"/>
          <p:nvPr/>
        </p:nvSpPr>
        <p:spPr>
          <a:xfrm>
            <a:off x="8931502" y="5047262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4DBF3F5F-2903-4502-BCAF-B2D6A7FE356F}"/>
              </a:ext>
            </a:extLst>
          </p:cNvPr>
          <p:cNvSpPr txBox="1"/>
          <p:nvPr/>
        </p:nvSpPr>
        <p:spPr>
          <a:xfrm>
            <a:off x="8941048" y="7245235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5AD38210-BB9D-4EB9-B479-31CEBDC5389F}"/>
              </a:ext>
            </a:extLst>
          </p:cNvPr>
          <p:cNvCxnSpPr>
            <a:cxnSpLocks/>
          </p:cNvCxnSpPr>
          <p:nvPr/>
        </p:nvCxnSpPr>
        <p:spPr>
          <a:xfrm flipH="1">
            <a:off x="8133858" y="5615545"/>
            <a:ext cx="6364" cy="5054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6" name="Conector recto 155">
            <a:extLst>
              <a:ext uri="{FF2B5EF4-FFF2-40B4-BE49-F238E27FC236}">
                <a16:creationId xmlns:a16="http://schemas.microsoft.com/office/drawing/2014/main" id="{4B8AAEAB-1DD1-4115-BB81-1B76F7381C56}"/>
              </a:ext>
            </a:extLst>
          </p:cNvPr>
          <p:cNvCxnSpPr>
            <a:cxnSpLocks/>
          </p:cNvCxnSpPr>
          <p:nvPr/>
        </p:nvCxnSpPr>
        <p:spPr>
          <a:xfrm flipH="1">
            <a:off x="10427687" y="5615545"/>
            <a:ext cx="6364" cy="5054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C08B2639-643F-4EA2-ACDC-F6954CAF3410}"/>
              </a:ext>
            </a:extLst>
          </p:cNvPr>
          <p:cNvCxnSpPr>
            <a:cxnSpLocks/>
          </p:cNvCxnSpPr>
          <p:nvPr/>
        </p:nvCxnSpPr>
        <p:spPr>
          <a:xfrm>
            <a:off x="8143404" y="4062342"/>
            <a:ext cx="0" cy="5054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44B528F2-E0B6-4748-9BD1-AB17F4AE7D0C}"/>
              </a:ext>
            </a:extLst>
          </p:cNvPr>
          <p:cNvCxnSpPr>
            <a:cxnSpLocks/>
          </p:cNvCxnSpPr>
          <p:nvPr/>
        </p:nvCxnSpPr>
        <p:spPr>
          <a:xfrm>
            <a:off x="10435230" y="4025300"/>
            <a:ext cx="0" cy="5054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06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3" grpId="0"/>
      <p:bldP spid="24" grpId="0"/>
      <p:bldP spid="27" grpId="0"/>
      <p:bldP spid="41" grpId="0" animBg="1"/>
      <p:bldP spid="66" grpId="0"/>
      <p:bldP spid="88" grpId="0" animBg="1"/>
      <p:bldP spid="89" grpId="0" animBg="1"/>
      <p:bldP spid="96" grpId="0"/>
      <p:bldP spid="97" grpId="0"/>
      <p:bldP spid="100" grpId="0" animBg="1"/>
      <p:bldP spid="101" grpId="0" animBg="1"/>
      <p:bldP spid="102" grpId="0"/>
      <p:bldP spid="108" grpId="0" animBg="1"/>
      <p:bldP spid="109" grpId="0" animBg="1"/>
      <p:bldP spid="115" grpId="0"/>
      <p:bldP spid="118" grpId="0" animBg="1"/>
      <p:bldP spid="119" grpId="0" animBg="1"/>
      <p:bldP spid="120" grpId="0"/>
      <p:bldP spid="126" grpId="0" animBg="1"/>
      <p:bldP spid="127" grpId="0" animBg="1"/>
      <p:bldP spid="133" grpId="0"/>
      <p:bldP spid="136" grpId="0" animBg="1"/>
      <p:bldP spid="137" grpId="0" animBg="1"/>
      <p:bldP spid="138" grpId="0"/>
      <p:bldP spid="144" grpId="0" animBg="1"/>
      <p:bldP spid="145" grpId="0" animBg="1"/>
      <p:bldP spid="151" grpId="0"/>
      <p:bldP spid="152" grpId="0"/>
      <p:bldP spid="153" grpId="0"/>
      <p:bldP spid="15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03E2C7F4-AD74-421C-AF7A-7689782CA208}"/>
              </a:ext>
            </a:extLst>
          </p:cNvPr>
          <p:cNvCxnSpPr>
            <a:cxnSpLocks/>
          </p:cNvCxnSpPr>
          <p:nvPr/>
        </p:nvCxnSpPr>
        <p:spPr>
          <a:xfrm>
            <a:off x="1396831" y="4824669"/>
            <a:ext cx="4053545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Lógica y circuitos 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1A3EA06E-0DC7-48B2-AB00-1DA5F84DB63A}"/>
              </a:ext>
            </a:extLst>
          </p:cNvPr>
          <p:cNvSpPr/>
          <p:nvPr/>
        </p:nvSpPr>
        <p:spPr>
          <a:xfrm>
            <a:off x="8589022" y="4221066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370E2946-FE43-4489-8156-4DF2C772F786}"/>
              </a:ext>
            </a:extLst>
          </p:cNvPr>
          <p:cNvSpPr/>
          <p:nvPr/>
        </p:nvSpPr>
        <p:spPr>
          <a:xfrm>
            <a:off x="9416610" y="421703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457179E-D941-4C8E-89B0-6B819C7B943A}"/>
              </a:ext>
            </a:extLst>
          </p:cNvPr>
          <p:cNvSpPr/>
          <p:nvPr/>
        </p:nvSpPr>
        <p:spPr>
          <a:xfrm>
            <a:off x="8259137" y="3236130"/>
            <a:ext cx="15464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/>
              <a:t>Disyunción</a:t>
            </a:r>
            <a:endParaRPr lang="en-US" dirty="0"/>
          </a:p>
        </p:txBody>
      </p: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589BEC90-DDF9-43EE-AA89-5A1A8238B0A2}"/>
              </a:ext>
            </a:extLst>
          </p:cNvPr>
          <p:cNvCxnSpPr>
            <a:cxnSpLocks/>
          </p:cNvCxnSpPr>
          <p:nvPr/>
        </p:nvCxnSpPr>
        <p:spPr>
          <a:xfrm>
            <a:off x="7311891" y="4840535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5F8A56F0-6DF2-4C17-B81C-67097E884EA9}"/>
              </a:ext>
            </a:extLst>
          </p:cNvPr>
          <p:cNvCxnSpPr>
            <a:cxnSpLocks/>
          </p:cNvCxnSpPr>
          <p:nvPr/>
        </p:nvCxnSpPr>
        <p:spPr>
          <a:xfrm>
            <a:off x="9600535" y="4335051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3DAFB1A2-5B05-4EDD-A6ED-C23A3869CF35}"/>
              </a:ext>
            </a:extLst>
          </p:cNvPr>
          <p:cNvCxnSpPr>
            <a:cxnSpLocks/>
          </p:cNvCxnSpPr>
          <p:nvPr/>
        </p:nvCxnSpPr>
        <p:spPr>
          <a:xfrm>
            <a:off x="7967995" y="4335051"/>
            <a:ext cx="0" cy="101096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6D5B7410-99BB-438F-8FA7-4848EE3B391C}"/>
              </a:ext>
            </a:extLst>
          </p:cNvPr>
          <p:cNvCxnSpPr>
            <a:cxnSpLocks/>
          </p:cNvCxnSpPr>
          <p:nvPr/>
        </p:nvCxnSpPr>
        <p:spPr>
          <a:xfrm>
            <a:off x="7943679" y="4335051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BF46A01B-4043-4566-90CD-445A17AC3CC8}"/>
              </a:ext>
            </a:extLst>
          </p:cNvPr>
          <p:cNvCxnSpPr>
            <a:cxnSpLocks/>
          </p:cNvCxnSpPr>
          <p:nvPr/>
        </p:nvCxnSpPr>
        <p:spPr>
          <a:xfrm>
            <a:off x="8769022" y="4327587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8" name="Elipse 87">
            <a:extLst>
              <a:ext uri="{FF2B5EF4-FFF2-40B4-BE49-F238E27FC236}">
                <a16:creationId xmlns:a16="http://schemas.microsoft.com/office/drawing/2014/main" id="{40D23AF1-98A2-4E81-A9AC-F32B92BBBFEB}"/>
              </a:ext>
            </a:extLst>
          </p:cNvPr>
          <p:cNvSpPr/>
          <p:nvPr/>
        </p:nvSpPr>
        <p:spPr>
          <a:xfrm>
            <a:off x="8592204" y="5213913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91453AB8-8531-43B7-8CDB-72EBBDDD2EEC}"/>
              </a:ext>
            </a:extLst>
          </p:cNvPr>
          <p:cNvSpPr/>
          <p:nvPr/>
        </p:nvSpPr>
        <p:spPr>
          <a:xfrm>
            <a:off x="9419792" y="520988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DE2693C8-72A8-405A-ABAC-3FDA4849C393}"/>
              </a:ext>
            </a:extLst>
          </p:cNvPr>
          <p:cNvCxnSpPr>
            <a:cxnSpLocks/>
          </p:cNvCxnSpPr>
          <p:nvPr/>
        </p:nvCxnSpPr>
        <p:spPr>
          <a:xfrm>
            <a:off x="9603717" y="5327898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5287A6FB-5CF2-4A0A-8784-3D7D212BEDC2}"/>
              </a:ext>
            </a:extLst>
          </p:cNvPr>
          <p:cNvCxnSpPr>
            <a:cxnSpLocks/>
          </p:cNvCxnSpPr>
          <p:nvPr/>
        </p:nvCxnSpPr>
        <p:spPr>
          <a:xfrm>
            <a:off x="7946861" y="5327898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10485F0F-D566-49E5-9182-1A7E2FB7829F}"/>
              </a:ext>
            </a:extLst>
          </p:cNvPr>
          <p:cNvCxnSpPr>
            <a:cxnSpLocks/>
          </p:cNvCxnSpPr>
          <p:nvPr/>
        </p:nvCxnSpPr>
        <p:spPr>
          <a:xfrm flipV="1">
            <a:off x="8772204" y="4931272"/>
            <a:ext cx="644406" cy="3891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B2597918-344F-4D18-A683-EF4BFF3793B3}"/>
              </a:ext>
            </a:extLst>
          </p:cNvPr>
          <p:cNvCxnSpPr>
            <a:cxnSpLocks/>
          </p:cNvCxnSpPr>
          <p:nvPr/>
        </p:nvCxnSpPr>
        <p:spPr>
          <a:xfrm>
            <a:off x="10260022" y="4309466"/>
            <a:ext cx="0" cy="1010968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FC431616-1FF0-4E1F-BAAA-3706A7A5C4D5}"/>
              </a:ext>
            </a:extLst>
          </p:cNvPr>
          <p:cNvCxnSpPr>
            <a:cxnSpLocks/>
          </p:cNvCxnSpPr>
          <p:nvPr/>
        </p:nvCxnSpPr>
        <p:spPr>
          <a:xfrm>
            <a:off x="10251383" y="4824669"/>
            <a:ext cx="659487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6" name="CuadroTexto 95">
            <a:extLst>
              <a:ext uri="{FF2B5EF4-FFF2-40B4-BE49-F238E27FC236}">
                <a16:creationId xmlns:a16="http://schemas.microsoft.com/office/drawing/2014/main" id="{D65360BE-C13A-46AF-9F4B-C9CCA29E3171}"/>
              </a:ext>
            </a:extLst>
          </p:cNvPr>
          <p:cNvSpPr txBox="1"/>
          <p:nvPr/>
        </p:nvSpPr>
        <p:spPr>
          <a:xfrm>
            <a:off x="9009503" y="3800780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79B86CBD-F5E5-460D-B544-8BB092C55E34}"/>
              </a:ext>
            </a:extLst>
          </p:cNvPr>
          <p:cNvSpPr txBox="1"/>
          <p:nvPr/>
        </p:nvSpPr>
        <p:spPr>
          <a:xfrm>
            <a:off x="8986643" y="5436292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60" name="Elipse 159">
            <a:extLst>
              <a:ext uri="{FF2B5EF4-FFF2-40B4-BE49-F238E27FC236}">
                <a16:creationId xmlns:a16="http://schemas.microsoft.com/office/drawing/2014/main" id="{962DF834-3DCC-4504-94B8-6CD832F1ACFC}"/>
              </a:ext>
            </a:extLst>
          </p:cNvPr>
          <p:cNvSpPr/>
          <p:nvPr/>
        </p:nvSpPr>
        <p:spPr>
          <a:xfrm>
            <a:off x="2056318" y="474668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Elipse 160">
            <a:extLst>
              <a:ext uri="{FF2B5EF4-FFF2-40B4-BE49-F238E27FC236}">
                <a16:creationId xmlns:a16="http://schemas.microsoft.com/office/drawing/2014/main" id="{60840AB6-8697-435F-8F61-AA06EA0022B3}"/>
              </a:ext>
            </a:extLst>
          </p:cNvPr>
          <p:cNvSpPr/>
          <p:nvPr/>
        </p:nvSpPr>
        <p:spPr>
          <a:xfrm>
            <a:off x="2848935" y="4718836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Elipse 161">
            <a:extLst>
              <a:ext uri="{FF2B5EF4-FFF2-40B4-BE49-F238E27FC236}">
                <a16:creationId xmlns:a16="http://schemas.microsoft.com/office/drawing/2014/main" id="{28A2F611-25DC-46DF-9527-FC8BDE31DBD3}"/>
              </a:ext>
            </a:extLst>
          </p:cNvPr>
          <p:cNvSpPr/>
          <p:nvPr/>
        </p:nvSpPr>
        <p:spPr>
          <a:xfrm>
            <a:off x="3772560" y="4751272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Elipse 162">
            <a:extLst>
              <a:ext uri="{FF2B5EF4-FFF2-40B4-BE49-F238E27FC236}">
                <a16:creationId xmlns:a16="http://schemas.microsoft.com/office/drawing/2014/main" id="{F35BFB56-D578-4B99-8009-F2F33BCA9D00}"/>
              </a:ext>
            </a:extLst>
          </p:cNvPr>
          <p:cNvSpPr/>
          <p:nvPr/>
        </p:nvSpPr>
        <p:spPr>
          <a:xfrm>
            <a:off x="4608060" y="474188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ángulo 163">
            <a:extLst>
              <a:ext uri="{FF2B5EF4-FFF2-40B4-BE49-F238E27FC236}">
                <a16:creationId xmlns:a16="http://schemas.microsoft.com/office/drawing/2014/main" id="{B4E1C52F-7E64-460E-8E00-636F2E3011C9}"/>
              </a:ext>
            </a:extLst>
          </p:cNvPr>
          <p:cNvSpPr/>
          <p:nvPr/>
        </p:nvSpPr>
        <p:spPr>
          <a:xfrm>
            <a:off x="2429150" y="3334267"/>
            <a:ext cx="15937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/>
              <a:t>Conjunción</a:t>
            </a:r>
            <a:endParaRPr lang="en-US" dirty="0"/>
          </a:p>
        </p:txBody>
      </p:sp>
      <p:sp>
        <p:nvSpPr>
          <p:cNvPr id="165" name="CuadroTexto 164">
            <a:extLst>
              <a:ext uri="{FF2B5EF4-FFF2-40B4-BE49-F238E27FC236}">
                <a16:creationId xmlns:a16="http://schemas.microsoft.com/office/drawing/2014/main" id="{0260C340-6C7B-4253-8286-3EB0D9C52972}"/>
              </a:ext>
            </a:extLst>
          </p:cNvPr>
          <p:cNvSpPr txBox="1"/>
          <p:nvPr/>
        </p:nvSpPr>
        <p:spPr>
          <a:xfrm>
            <a:off x="2431230" y="4259989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802140D7-1288-442A-9109-63984ED638AE}"/>
              </a:ext>
            </a:extLst>
          </p:cNvPr>
          <p:cNvSpPr txBox="1"/>
          <p:nvPr/>
        </p:nvSpPr>
        <p:spPr>
          <a:xfrm>
            <a:off x="4223388" y="4275543"/>
            <a:ext cx="45719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cxnSp>
        <p:nvCxnSpPr>
          <p:cNvPr id="169" name="Conector recto 168">
            <a:extLst>
              <a:ext uri="{FF2B5EF4-FFF2-40B4-BE49-F238E27FC236}">
                <a16:creationId xmlns:a16="http://schemas.microsoft.com/office/drawing/2014/main" id="{E55297F4-8CD2-4D82-9925-3E7093C3D508}"/>
              </a:ext>
            </a:extLst>
          </p:cNvPr>
          <p:cNvCxnSpPr>
            <a:cxnSpLocks/>
          </p:cNvCxnSpPr>
          <p:nvPr/>
        </p:nvCxnSpPr>
        <p:spPr>
          <a:xfrm>
            <a:off x="4931729" y="7848178"/>
            <a:ext cx="1037294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1" name="Rectángulo 170">
            <a:extLst>
              <a:ext uri="{FF2B5EF4-FFF2-40B4-BE49-F238E27FC236}">
                <a16:creationId xmlns:a16="http://schemas.microsoft.com/office/drawing/2014/main" id="{8497F601-E8F0-4672-8696-D246C43143B5}"/>
              </a:ext>
            </a:extLst>
          </p:cNvPr>
          <p:cNvSpPr/>
          <p:nvPr/>
        </p:nvSpPr>
        <p:spPr>
          <a:xfrm>
            <a:off x="5645354" y="6624042"/>
            <a:ext cx="14164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/>
              <a:t>Negación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E587B466-C17C-40B6-8879-465F6CD9BC66}"/>
                  </a:ext>
                </a:extLst>
              </p:cNvPr>
              <p:cNvSpPr/>
              <p:nvPr/>
            </p:nvSpPr>
            <p:spPr>
              <a:xfrm>
                <a:off x="5991115" y="7514265"/>
                <a:ext cx="72776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s-C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E587B466-C17C-40B6-8879-465F6CD9BC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115" y="7514265"/>
                <a:ext cx="72776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0A955D34-E091-488B-AC0C-013E405110D1}"/>
              </a:ext>
            </a:extLst>
          </p:cNvPr>
          <p:cNvCxnSpPr>
            <a:cxnSpLocks/>
          </p:cNvCxnSpPr>
          <p:nvPr/>
        </p:nvCxnSpPr>
        <p:spPr>
          <a:xfrm>
            <a:off x="6894152" y="7848178"/>
            <a:ext cx="1037294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7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1" grpId="0" animBg="1"/>
      <p:bldP spid="9" grpId="0"/>
      <p:bldP spid="88" grpId="0" animBg="1"/>
      <p:bldP spid="89" grpId="0" animBg="1"/>
      <p:bldP spid="96" grpId="0"/>
      <p:bldP spid="152" grpId="0"/>
      <p:bldP spid="160" grpId="0" animBg="1"/>
      <p:bldP spid="161" grpId="0" animBg="1"/>
      <p:bldP spid="162" grpId="0" animBg="1"/>
      <p:bldP spid="163" grpId="0" animBg="1"/>
      <p:bldP spid="164" grpId="0"/>
      <p:bldP spid="165" grpId="0"/>
      <p:bldP spid="166" grpId="0"/>
      <p:bldP spid="171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-314625" y="1698244"/>
            <a:ext cx="4752528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Ejemplo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F541D3C-1DAE-47E5-9918-0F3C131CFA77}"/>
              </a:ext>
            </a:extLst>
          </p:cNvPr>
          <p:cNvSpPr txBox="1"/>
          <p:nvPr/>
        </p:nvSpPr>
        <p:spPr>
          <a:xfrm>
            <a:off x="2528428" y="3671714"/>
            <a:ext cx="2647007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CO" sz="4000" b="0" dirty="0"/>
              <a:t>Representar 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D5226DC7-74A1-4193-BAD0-7A417B049129}"/>
                  </a:ext>
                </a:extLst>
              </p:cNvPr>
              <p:cNvSpPr/>
              <p:nvPr/>
            </p:nvSpPr>
            <p:spPr>
              <a:xfrm>
                <a:off x="4437903" y="4530990"/>
                <a:ext cx="648072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sz="4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es-CO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s-CO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∨~</m:t>
                        </m:r>
                        <m:r>
                          <a:rPr lang="es-CO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s-CO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s-CO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s-CO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D5226DC7-74A1-4193-BAD0-7A417B0491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903" y="4530990"/>
                <a:ext cx="648072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>
            <a:extLst>
              <a:ext uri="{FF2B5EF4-FFF2-40B4-BE49-F238E27FC236}">
                <a16:creationId xmlns:a16="http://schemas.microsoft.com/office/drawing/2014/main" id="{91865D6F-06A3-4319-9498-EC6927D4D73A}"/>
              </a:ext>
            </a:extLst>
          </p:cNvPr>
          <p:cNvSpPr/>
          <p:nvPr/>
        </p:nvSpPr>
        <p:spPr>
          <a:xfrm>
            <a:off x="6085254" y="6200904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C84AEF6-1A7C-4D94-AE62-986BC4341225}"/>
              </a:ext>
            </a:extLst>
          </p:cNvPr>
          <p:cNvSpPr/>
          <p:nvPr/>
        </p:nvSpPr>
        <p:spPr>
          <a:xfrm>
            <a:off x="6912842" y="6196876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A88AB75-118D-44ED-B36D-DE47CF052842}"/>
              </a:ext>
            </a:extLst>
          </p:cNvPr>
          <p:cNvCxnSpPr>
            <a:cxnSpLocks/>
          </p:cNvCxnSpPr>
          <p:nvPr/>
        </p:nvCxnSpPr>
        <p:spPr>
          <a:xfrm>
            <a:off x="4808123" y="6820373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BA759E1-5B9F-456F-BAF9-13F618076757}"/>
              </a:ext>
            </a:extLst>
          </p:cNvPr>
          <p:cNvCxnSpPr>
            <a:cxnSpLocks/>
          </p:cNvCxnSpPr>
          <p:nvPr/>
        </p:nvCxnSpPr>
        <p:spPr>
          <a:xfrm>
            <a:off x="7096767" y="6314889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A892E56-C4B3-46C1-A8E4-17E24E97968D}"/>
              </a:ext>
            </a:extLst>
          </p:cNvPr>
          <p:cNvCxnSpPr>
            <a:cxnSpLocks/>
          </p:cNvCxnSpPr>
          <p:nvPr/>
        </p:nvCxnSpPr>
        <p:spPr>
          <a:xfrm>
            <a:off x="5448474" y="6314889"/>
            <a:ext cx="0" cy="10109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CDC6736-2518-40FA-802F-DBCF44CCB0F9}"/>
              </a:ext>
            </a:extLst>
          </p:cNvPr>
          <p:cNvCxnSpPr>
            <a:cxnSpLocks/>
          </p:cNvCxnSpPr>
          <p:nvPr/>
        </p:nvCxnSpPr>
        <p:spPr>
          <a:xfrm>
            <a:off x="5439911" y="6314889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5F5C8E52-2F3B-4A2E-B01B-5A4DC34504D0}"/>
              </a:ext>
            </a:extLst>
          </p:cNvPr>
          <p:cNvSpPr/>
          <p:nvPr/>
        </p:nvSpPr>
        <p:spPr>
          <a:xfrm>
            <a:off x="6088436" y="7193751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84C1076-727F-4996-9924-9AF99709CDC8}"/>
              </a:ext>
            </a:extLst>
          </p:cNvPr>
          <p:cNvSpPr/>
          <p:nvPr/>
        </p:nvSpPr>
        <p:spPr>
          <a:xfrm>
            <a:off x="6916024" y="7189723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417741B-4A45-467D-8E3E-A559C3EA1D12}"/>
              </a:ext>
            </a:extLst>
          </p:cNvPr>
          <p:cNvCxnSpPr>
            <a:cxnSpLocks/>
          </p:cNvCxnSpPr>
          <p:nvPr/>
        </p:nvCxnSpPr>
        <p:spPr>
          <a:xfrm>
            <a:off x="7099949" y="7307736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6AF923E-1B7D-431D-8E3F-C4BE50DB7C20}"/>
              </a:ext>
            </a:extLst>
          </p:cNvPr>
          <p:cNvCxnSpPr>
            <a:cxnSpLocks/>
          </p:cNvCxnSpPr>
          <p:nvPr/>
        </p:nvCxnSpPr>
        <p:spPr>
          <a:xfrm>
            <a:off x="5443093" y="7307736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C9462A1-D077-4C5F-BBE9-7AEAA9D74DB8}"/>
              </a:ext>
            </a:extLst>
          </p:cNvPr>
          <p:cNvCxnSpPr>
            <a:cxnSpLocks/>
          </p:cNvCxnSpPr>
          <p:nvPr/>
        </p:nvCxnSpPr>
        <p:spPr>
          <a:xfrm>
            <a:off x="7756254" y="6289304"/>
            <a:ext cx="0" cy="10109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43763FE-9325-471D-9427-C72B80EA104F}"/>
              </a:ext>
            </a:extLst>
          </p:cNvPr>
          <p:cNvCxnSpPr>
            <a:cxnSpLocks/>
          </p:cNvCxnSpPr>
          <p:nvPr/>
        </p:nvCxnSpPr>
        <p:spPr>
          <a:xfrm>
            <a:off x="7747615" y="6804507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B3A1EE04-4F16-40FB-AEA2-1865C9DBDB48}"/>
                  </a:ext>
                </a:extLst>
              </p:cNvPr>
              <p:cNvSpPr/>
              <p:nvPr/>
            </p:nvSpPr>
            <p:spPr>
              <a:xfrm>
                <a:off x="6250289" y="7023082"/>
                <a:ext cx="614271" cy="513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p</a:t>
                </a:r>
              </a:p>
            </p:txBody>
          </p:sp>
        </mc:Choice>
        <mc:Fallback xmlns=""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B3A1EE04-4F16-40FB-AEA2-1865C9DBDB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289" y="7023082"/>
                <a:ext cx="614271" cy="513282"/>
              </a:xfrm>
              <a:prstGeom prst="rect">
                <a:avLst/>
              </a:prstGeom>
              <a:blipFill>
                <a:blip r:embed="rId3"/>
                <a:stretch>
                  <a:fillRect t="-5952" r="-16832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0B49F415-0DAE-4AEA-BEB1-8B213A5B7ECB}"/>
                  </a:ext>
                </a:extLst>
              </p:cNvPr>
              <p:cNvSpPr/>
              <p:nvPr/>
            </p:nvSpPr>
            <p:spPr>
              <a:xfrm>
                <a:off x="6283542" y="6030235"/>
                <a:ext cx="67197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s-CO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0B49F415-0DAE-4AEA-BEB1-8B213A5B7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542" y="6030235"/>
                <a:ext cx="6719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966A744-B803-432D-9665-B4D18FC25A7A}"/>
              </a:ext>
            </a:extLst>
          </p:cNvPr>
          <p:cNvCxnSpPr>
            <a:cxnSpLocks/>
          </p:cNvCxnSpPr>
          <p:nvPr/>
        </p:nvCxnSpPr>
        <p:spPr>
          <a:xfrm>
            <a:off x="8976866" y="6804507"/>
            <a:ext cx="659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44C4F327-BE31-4C03-800F-2B2DB98C60CC}"/>
                  </a:ext>
                </a:extLst>
              </p:cNvPr>
              <p:cNvSpPr/>
              <p:nvPr/>
            </p:nvSpPr>
            <p:spPr>
              <a:xfrm>
                <a:off x="8456406" y="6481673"/>
                <a:ext cx="47115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44C4F327-BE31-4C03-800F-2B2DB98C60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406" y="6481673"/>
                <a:ext cx="47115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760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 animBg="1"/>
      <p:bldP spid="13" grpId="0" animBg="1"/>
      <p:bldP spid="14" grpId="0" animBg="1"/>
      <p:bldP spid="2" grpId="0"/>
      <p:bldP spid="21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E21C141-6A7D-4C9C-AB39-5D5E8C0C3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034" y="3455690"/>
            <a:ext cx="10667693" cy="347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40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E94C0-DB12-4987-9F5B-36161D405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328" y="4443835"/>
            <a:ext cx="11098610" cy="1044453"/>
          </a:xfrm>
        </p:spPr>
        <p:txBody>
          <a:bodyPr/>
          <a:lstStyle/>
          <a:p>
            <a:r>
              <a:rPr lang="en-US" dirty="0"/>
              <a:t>TEORIA DE CONJUNTOS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0BF296-0CB7-48C4-88D5-E69E2DE045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PARTE 1</a:t>
            </a:r>
          </a:p>
        </p:txBody>
      </p:sp>
    </p:spTree>
    <p:extLst>
      <p:ext uri="{BB962C8B-B14F-4D97-AF65-F5344CB8AC3E}">
        <p14:creationId xmlns:p14="http://schemas.microsoft.com/office/powerpoint/2010/main" val="3007084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Introducción a los conjuntos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2CB7BA7-929F-4527-B651-C40FB3ECB9E7}"/>
                  </a:ext>
                </a:extLst>
              </p:cNvPr>
              <p:cNvSpPr txBox="1"/>
              <p:nvPr/>
            </p:nvSpPr>
            <p:spPr>
              <a:xfrm>
                <a:off x="3559940" y="4784708"/>
                <a:ext cx="190347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1,2,3,4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2CB7BA7-929F-4527-B651-C40FB3ECB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940" y="4784708"/>
                <a:ext cx="1903470" cy="395493"/>
              </a:xfrm>
              <a:prstGeom prst="rect">
                <a:avLst/>
              </a:prstGeom>
              <a:blipFill>
                <a:blip r:embed="rId2"/>
                <a:stretch>
                  <a:fillRect l="-3846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A07150D2-2D0A-4D7A-9CA9-01EBA12AE094}"/>
              </a:ext>
            </a:extLst>
          </p:cNvPr>
          <p:cNvSpPr txBox="1"/>
          <p:nvPr/>
        </p:nvSpPr>
        <p:spPr>
          <a:xfrm>
            <a:off x="904478" y="3096019"/>
            <a:ext cx="4235390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Grupo de </a:t>
            </a:r>
            <a:r>
              <a:rPr lang="en-US" dirty="0" err="1"/>
              <a:t>objetos</a:t>
            </a:r>
            <a:r>
              <a:rPr lang="en-US" dirty="0"/>
              <a:t> o </a:t>
            </a:r>
            <a:r>
              <a:rPr lang="en-US" dirty="0" err="1"/>
              <a:t>elementos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D1D2343-C403-4B55-B18C-B604D182D229}"/>
                  </a:ext>
                </a:extLst>
              </p:cNvPr>
              <p:cNvSpPr txBox="1"/>
              <p:nvPr/>
            </p:nvSpPr>
            <p:spPr>
              <a:xfrm>
                <a:off x="5679849" y="4175770"/>
                <a:ext cx="1666738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D1D2343-C403-4B55-B18C-B604D182D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849" y="4175770"/>
                <a:ext cx="1666738" cy="395493"/>
              </a:xfrm>
              <a:prstGeom prst="rect">
                <a:avLst/>
              </a:prstGeom>
              <a:blipFill>
                <a:blip r:embed="rId3"/>
                <a:stretch>
                  <a:fillRect l="-4396" r="-3663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9DEB5B2-7EDB-48F4-9457-AA3AACBF9E05}"/>
                  </a:ext>
                </a:extLst>
              </p:cNvPr>
              <p:cNvSpPr txBox="1"/>
              <p:nvPr/>
            </p:nvSpPr>
            <p:spPr>
              <a:xfrm>
                <a:off x="7589987" y="4784708"/>
                <a:ext cx="190347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1,3,4,2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9DEB5B2-7EDB-48F4-9457-AA3AACBF9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987" y="4784708"/>
                <a:ext cx="1903470" cy="395493"/>
              </a:xfrm>
              <a:prstGeom prst="rect">
                <a:avLst/>
              </a:prstGeom>
              <a:blipFill>
                <a:blip r:embed="rId4"/>
                <a:stretch>
                  <a:fillRect l="-3526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E6052F0-C96F-4242-AC44-B0F484A13C9D}"/>
                  </a:ext>
                </a:extLst>
              </p:cNvPr>
              <p:cNvSpPr txBox="1"/>
              <p:nvPr/>
            </p:nvSpPr>
            <p:spPr>
              <a:xfrm>
                <a:off x="5436449" y="5399906"/>
                <a:ext cx="2153538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1,2,2,3,4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E6052F0-C96F-4242-AC44-B0F484A13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449" y="5399906"/>
                <a:ext cx="2153538" cy="395493"/>
              </a:xfrm>
              <a:prstGeom prst="rect">
                <a:avLst/>
              </a:prstGeom>
              <a:blipFill>
                <a:blip r:embed="rId5"/>
                <a:stretch>
                  <a:fillRect l="-3116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adroTexto 9">
            <a:extLst>
              <a:ext uri="{FF2B5EF4-FFF2-40B4-BE49-F238E27FC236}">
                <a16:creationId xmlns:a16="http://schemas.microsoft.com/office/drawing/2014/main" id="{A4B507B0-1E29-43AE-A7CB-6448597F4D55}"/>
              </a:ext>
            </a:extLst>
          </p:cNvPr>
          <p:cNvSpPr txBox="1"/>
          <p:nvPr/>
        </p:nvSpPr>
        <p:spPr>
          <a:xfrm>
            <a:off x="6168554" y="3096019"/>
            <a:ext cx="2215607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Números</a:t>
            </a:r>
            <a:r>
              <a:rPr lang="en-US" dirty="0"/>
              <a:t> pares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4FAD223-9D72-4CEE-9725-585E44DDDDCB}"/>
              </a:ext>
            </a:extLst>
          </p:cNvPr>
          <p:cNvSpPr txBox="1"/>
          <p:nvPr/>
        </p:nvSpPr>
        <p:spPr>
          <a:xfrm>
            <a:off x="9120882" y="3080153"/>
            <a:ext cx="1192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Vocales</a:t>
            </a:r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32A2AE8-C6B6-4A28-82A6-C29744F83540}"/>
              </a:ext>
            </a:extLst>
          </p:cNvPr>
          <p:cNvSpPr/>
          <p:nvPr/>
        </p:nvSpPr>
        <p:spPr>
          <a:xfrm>
            <a:off x="4944418" y="6239321"/>
            <a:ext cx="652781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4400" b="1" dirty="0">
                <a:solidFill>
                  <a:srgbClr val="000000"/>
                </a:solidFill>
                <a:latin typeface="Lato Black" charset="0"/>
              </a:rPr>
              <a:t>Relación de pertenencia</a:t>
            </a:r>
            <a:endParaRPr lang="en-US" sz="4400" b="1" dirty="0">
              <a:solidFill>
                <a:srgbClr val="000000"/>
              </a:solidFill>
              <a:latin typeface="Lato Black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F87EC65-BB2B-4CD5-86EF-0FA4F3BA4C4C}"/>
                  </a:ext>
                </a:extLst>
              </p:cNvPr>
              <p:cNvSpPr txBox="1"/>
              <p:nvPr/>
            </p:nvSpPr>
            <p:spPr>
              <a:xfrm>
                <a:off x="5951347" y="7303555"/>
                <a:ext cx="43441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F87EC65-BB2B-4CD5-86EF-0FA4F3BA4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347" y="7303555"/>
                <a:ext cx="434413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9882E5C-166E-4CAE-BF18-886C4B744609}"/>
                  </a:ext>
                </a:extLst>
              </p:cNvPr>
              <p:cNvSpPr txBox="1"/>
              <p:nvPr/>
            </p:nvSpPr>
            <p:spPr>
              <a:xfrm>
                <a:off x="9717071" y="7303555"/>
                <a:ext cx="44403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∉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9882E5C-166E-4CAE-BF18-886C4B744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7071" y="7303555"/>
                <a:ext cx="444031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B52059FE-532E-4E2D-9C39-0636AED968C4}"/>
                  </a:ext>
                </a:extLst>
              </p:cNvPr>
              <p:cNvSpPr/>
              <p:nvPr/>
            </p:nvSpPr>
            <p:spPr>
              <a:xfrm>
                <a:off x="5242837" y="8171589"/>
                <a:ext cx="983154" cy="9187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b="1" dirty="0"/>
                  <a:t> A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B52059FE-532E-4E2D-9C39-0636AED968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837" y="8171589"/>
                <a:ext cx="983154" cy="918713"/>
              </a:xfrm>
              <a:prstGeom prst="rect">
                <a:avLst/>
              </a:prstGeom>
              <a:blipFill>
                <a:blip r:embed="rId8"/>
                <a:stretch>
                  <a:fillRect t="-5960" r="-11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95996950-1608-432B-B0C6-CBFCF56571DB}"/>
                  </a:ext>
                </a:extLst>
              </p:cNvPr>
              <p:cNvSpPr/>
              <p:nvPr/>
            </p:nvSpPr>
            <p:spPr>
              <a:xfrm>
                <a:off x="5242837" y="8755669"/>
                <a:ext cx="983154" cy="9187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b="1" dirty="0"/>
                  <a:t> A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95996950-1608-432B-B0C6-CBFCF5657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837" y="8755669"/>
                <a:ext cx="983154" cy="918713"/>
              </a:xfrm>
              <a:prstGeom prst="rect">
                <a:avLst/>
              </a:prstGeom>
              <a:blipFill>
                <a:blip r:embed="rId9"/>
                <a:stretch>
                  <a:fillRect t="-5960" r="-11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E448364C-6441-4DDE-99DD-83B7776F8A2F}"/>
                  </a:ext>
                </a:extLst>
              </p:cNvPr>
              <p:cNvSpPr/>
              <p:nvPr/>
            </p:nvSpPr>
            <p:spPr>
              <a:xfrm>
                <a:off x="6536190" y="8171589"/>
                <a:ext cx="983154" cy="9187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b="1" dirty="0"/>
                  <a:t> A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E448364C-6441-4DDE-99DD-83B7776F8A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190" y="8171589"/>
                <a:ext cx="983154" cy="918713"/>
              </a:xfrm>
              <a:prstGeom prst="rect">
                <a:avLst/>
              </a:prstGeom>
              <a:blipFill>
                <a:blip r:embed="rId10"/>
                <a:stretch>
                  <a:fillRect t="-5960" r="-11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9229B173-B563-46EF-8F06-BE41175BA636}"/>
                  </a:ext>
                </a:extLst>
              </p:cNvPr>
              <p:cNvSpPr/>
              <p:nvPr/>
            </p:nvSpPr>
            <p:spPr>
              <a:xfrm>
                <a:off x="6552386" y="8749947"/>
                <a:ext cx="983154" cy="9187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b="1" dirty="0"/>
                  <a:t> A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9229B173-B563-46EF-8F06-BE41175BA6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386" y="8749947"/>
                <a:ext cx="983154" cy="918713"/>
              </a:xfrm>
              <a:prstGeom prst="rect">
                <a:avLst/>
              </a:prstGeom>
              <a:blipFill>
                <a:blip r:embed="rId11"/>
                <a:stretch>
                  <a:fillRect t="-5960" r="-11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4182247A-5FC8-4D4F-8835-801E0B208D07}"/>
                  </a:ext>
                </a:extLst>
              </p:cNvPr>
              <p:cNvSpPr/>
              <p:nvPr/>
            </p:nvSpPr>
            <p:spPr>
              <a:xfrm>
                <a:off x="8774143" y="8171589"/>
                <a:ext cx="1528810" cy="9187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lang="en-US" sz="2800" b="1" dirty="0"/>
                  <a:t> A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4182247A-5FC8-4D4F-8835-801E0B208D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143" y="8171589"/>
                <a:ext cx="1528810" cy="918713"/>
              </a:xfrm>
              <a:prstGeom prst="rect">
                <a:avLst/>
              </a:prstGeom>
              <a:blipFill>
                <a:blip r:embed="rId12"/>
                <a:stretch>
                  <a:fillRect t="-5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0E8E77C0-1416-47DE-99BC-94B900B481A1}"/>
                  </a:ext>
                </a:extLst>
              </p:cNvPr>
              <p:cNvSpPr/>
              <p:nvPr/>
            </p:nvSpPr>
            <p:spPr>
              <a:xfrm>
                <a:off x="10161102" y="8171589"/>
                <a:ext cx="1528810" cy="9187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ea typeface="Cambria Math" panose="02040503050406030204" pitchFamily="18" charset="0"/>
                  </a:rPr>
                  <a:t>4.5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s-CO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/>
                  <a:t>A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0E8E77C0-1416-47DE-99BC-94B900B481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102" y="8171589"/>
                <a:ext cx="1528810" cy="918713"/>
              </a:xfrm>
              <a:prstGeom prst="rect">
                <a:avLst/>
              </a:prstGeom>
              <a:blipFill>
                <a:blip r:embed="rId13"/>
                <a:stretch>
                  <a:fillRect l="-8367" t="-5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19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0" grpId="0"/>
      <p:bldP spid="14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218154"/>
            <a:ext cx="11699251" cy="1266052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Determinación de un conjunto y cardinalidad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9A23057-240E-4ED3-B08F-B2137E57D036}"/>
              </a:ext>
            </a:extLst>
          </p:cNvPr>
          <p:cNvSpPr/>
          <p:nvPr/>
        </p:nvSpPr>
        <p:spPr>
          <a:xfrm>
            <a:off x="1851624" y="3127421"/>
            <a:ext cx="3394763" cy="65665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Por </a:t>
            </a:r>
            <a:r>
              <a:rPr lang="en-US" dirty="0" err="1">
                <a:solidFill>
                  <a:schemeClr val="tx1"/>
                </a:solidFill>
              </a:rPr>
              <a:t>extensión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7002268-53CE-45B9-8975-D376C291B85D}"/>
              </a:ext>
            </a:extLst>
          </p:cNvPr>
          <p:cNvSpPr/>
          <p:nvPr/>
        </p:nvSpPr>
        <p:spPr>
          <a:xfrm>
            <a:off x="7248674" y="3127421"/>
            <a:ext cx="3394763" cy="65665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Por </a:t>
            </a:r>
            <a:r>
              <a:rPr lang="en-US" dirty="0" err="1">
                <a:solidFill>
                  <a:schemeClr val="tx1"/>
                </a:solidFill>
              </a:rPr>
              <a:t>compresión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714F354F-51A4-438A-80A1-5FE4D5C21748}"/>
                  </a:ext>
                </a:extLst>
              </p:cNvPr>
              <p:cNvSpPr txBox="1"/>
              <p:nvPr/>
            </p:nvSpPr>
            <p:spPr>
              <a:xfrm>
                <a:off x="2712170" y="5371612"/>
                <a:ext cx="2332177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714F354F-51A4-438A-80A1-5FE4D5C21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170" y="5371612"/>
                <a:ext cx="2332177" cy="395493"/>
              </a:xfrm>
              <a:prstGeom prst="rect">
                <a:avLst/>
              </a:prstGeom>
              <a:blipFill>
                <a:blip r:embed="rId2"/>
                <a:stretch>
                  <a:fillRect l="-2880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C9A41C4E-F8FF-4FD5-9D7D-5EB770A51A3F}"/>
                  </a:ext>
                </a:extLst>
              </p:cNvPr>
              <p:cNvSpPr txBox="1"/>
              <p:nvPr/>
            </p:nvSpPr>
            <p:spPr>
              <a:xfrm>
                <a:off x="2712170" y="4500357"/>
                <a:ext cx="190347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2,4,6,8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C9A41C4E-F8FF-4FD5-9D7D-5EB770A51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170" y="4500357"/>
                <a:ext cx="1903470" cy="395493"/>
              </a:xfrm>
              <a:prstGeom prst="rect">
                <a:avLst/>
              </a:prstGeom>
              <a:blipFill>
                <a:blip r:embed="rId3"/>
                <a:stretch>
                  <a:fillRect l="-3846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1EDA0F9B-DC3A-4646-B756-75A83AE0538C}"/>
                  </a:ext>
                </a:extLst>
              </p:cNvPr>
              <p:cNvSpPr txBox="1"/>
              <p:nvPr/>
            </p:nvSpPr>
            <p:spPr>
              <a:xfrm>
                <a:off x="5706057" y="4496795"/>
                <a:ext cx="7118231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𝑢𝑛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𝑒𝑛𝑡𝑒𝑟𝑜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𝑝𝑎𝑟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𝑝𝑜𝑠𝑖𝑡𝑖𝑣𝑜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∧1&lt;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&lt;9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1EDA0F9B-DC3A-4646-B756-75A83AE05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057" y="4496795"/>
                <a:ext cx="7118231" cy="395493"/>
              </a:xfrm>
              <a:prstGeom prst="rect">
                <a:avLst/>
              </a:prstGeom>
              <a:blipFill>
                <a:blip r:embed="rId4"/>
                <a:stretch>
                  <a:fillRect l="-514" t="-1538" b="-3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62A2784E-2A48-476F-B2A1-6D364A947FAA}"/>
                  </a:ext>
                </a:extLst>
              </p:cNvPr>
              <p:cNvSpPr txBox="1"/>
              <p:nvPr/>
            </p:nvSpPr>
            <p:spPr>
              <a:xfrm>
                <a:off x="5711263" y="5371611"/>
                <a:ext cx="3374577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𝑢𝑛𝑎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𝑣𝑜𝑐𝑎𝑙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62A2784E-2A48-476F-B2A1-6D364A947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263" y="5371611"/>
                <a:ext cx="3374577" cy="395493"/>
              </a:xfrm>
              <a:prstGeom prst="rect">
                <a:avLst/>
              </a:prstGeom>
              <a:blipFill>
                <a:blip r:embed="rId5"/>
                <a:stretch>
                  <a:fillRect l="-1808" t="-1538" b="-3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6022C235-CF26-4BCF-A1CB-94DB2226AD95}"/>
              </a:ext>
            </a:extLst>
          </p:cNvPr>
          <p:cNvSpPr/>
          <p:nvPr/>
        </p:nvSpPr>
        <p:spPr>
          <a:xfrm>
            <a:off x="3346965" y="7026312"/>
            <a:ext cx="3394763" cy="65665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Finitos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3220DCC0-7E7A-4FE3-9BD5-BE370B1DCD6E}"/>
              </a:ext>
            </a:extLst>
          </p:cNvPr>
          <p:cNvSpPr/>
          <p:nvPr/>
        </p:nvSpPr>
        <p:spPr>
          <a:xfrm>
            <a:off x="7968754" y="7026311"/>
            <a:ext cx="3394763" cy="65665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Infinitos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1979818-9712-4B10-8D03-FEAB6134070E}"/>
                  </a:ext>
                </a:extLst>
              </p:cNvPr>
              <p:cNvSpPr txBox="1"/>
              <p:nvPr/>
            </p:nvSpPr>
            <p:spPr>
              <a:xfrm>
                <a:off x="5767508" y="6193411"/>
                <a:ext cx="504259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𝑢𝑛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𝑎𝑛𝑖𝑚𝑎𝑙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𝑑𝑜𝑚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𝑠𝑡𝑖𝑐𝑜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1979818-9712-4B10-8D03-FEAB61340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508" y="6193411"/>
                <a:ext cx="5042599" cy="395493"/>
              </a:xfrm>
              <a:prstGeom prst="rect">
                <a:avLst/>
              </a:prstGeom>
              <a:blipFill>
                <a:blip r:embed="rId6"/>
                <a:stretch>
                  <a:fillRect l="-967" t="-1538" b="-3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3536F6A-870B-45FB-86A8-1F2A3F3BC606}"/>
                  </a:ext>
                </a:extLst>
              </p:cNvPr>
              <p:cNvSpPr txBox="1"/>
              <p:nvPr/>
            </p:nvSpPr>
            <p:spPr>
              <a:xfrm>
                <a:off x="1127994" y="6193411"/>
                <a:ext cx="5740697" cy="3954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s-CO" b="0" dirty="0"/>
                  <a:t>C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𝑝𝑒𝑟𝑟𝑜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𝑔𝑎𝑡𝑜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𝑝𝑎𝑗𝑎𝑟𝑜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𝑝𝑒𝑧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3536F6A-870B-45FB-86A8-1F2A3F3BC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994" y="6193411"/>
                <a:ext cx="5740697" cy="395493"/>
              </a:xfrm>
              <a:prstGeom prst="rect">
                <a:avLst/>
              </a:prstGeom>
              <a:blipFill>
                <a:blip r:embed="rId7"/>
                <a:stretch>
                  <a:fillRect l="-3503" t="-26154" b="-5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E1E9B8E7-92F5-4D2B-9A13-B7C1E394656D}"/>
                  </a:ext>
                </a:extLst>
              </p:cNvPr>
              <p:cNvSpPr/>
              <p:nvPr/>
            </p:nvSpPr>
            <p:spPr>
              <a:xfrm>
                <a:off x="8616826" y="8297399"/>
                <a:ext cx="1286314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E1E9B8E7-92F5-4D2B-9A13-B7C1E39465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826" y="8297399"/>
                <a:ext cx="1286314" cy="4878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2462F899-8322-45F1-A3BA-EF2E3D507F18}"/>
                  </a:ext>
                </a:extLst>
              </p:cNvPr>
              <p:cNvSpPr/>
              <p:nvPr/>
            </p:nvSpPr>
            <p:spPr>
              <a:xfrm>
                <a:off x="8617985" y="9029761"/>
                <a:ext cx="1291251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s-CO" i="1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2462F899-8322-45F1-A3BA-EF2E3D507F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985" y="9029761"/>
                <a:ext cx="1291251" cy="4878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33B4B37D-ACE2-4138-B8C5-1140C4E03DAB}"/>
              </a:ext>
            </a:extLst>
          </p:cNvPr>
          <p:cNvSpPr/>
          <p:nvPr/>
        </p:nvSpPr>
        <p:spPr>
          <a:xfrm>
            <a:off x="6263404" y="8632317"/>
            <a:ext cx="19705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cardinalidad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50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2" grpId="0" animBg="1"/>
      <p:bldP spid="23" grpId="0"/>
      <p:bldP spid="24" grpId="0"/>
      <p:bldP spid="26" grpId="0"/>
      <p:bldP spid="27" grpId="0"/>
      <p:bldP spid="28" grpId="0" animBg="1"/>
      <p:bldP spid="29" grpId="0" animBg="1"/>
      <p:bldP spid="11" grpId="0"/>
      <p:bldP spid="12" grpId="0"/>
      <p:bldP spid="2" grpId="0"/>
      <p:bldP spid="3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Subconjuntos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714F354F-51A4-438A-80A1-5FE4D5C21748}"/>
                  </a:ext>
                </a:extLst>
              </p:cNvPr>
              <p:cNvSpPr txBox="1"/>
              <p:nvPr/>
            </p:nvSpPr>
            <p:spPr>
              <a:xfrm>
                <a:off x="5705450" y="5010494"/>
                <a:ext cx="1368152" cy="3954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714F354F-51A4-438A-80A1-5FE4D5C21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450" y="5010494"/>
                <a:ext cx="1368152" cy="395493"/>
              </a:xfrm>
              <a:prstGeom prst="rect">
                <a:avLst/>
              </a:prstGeom>
              <a:blipFill>
                <a:blip r:embed="rId2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C9A41C4E-F8FF-4FD5-9D7D-5EB770A51A3F}"/>
                  </a:ext>
                </a:extLst>
              </p:cNvPr>
              <p:cNvSpPr txBox="1"/>
              <p:nvPr/>
            </p:nvSpPr>
            <p:spPr>
              <a:xfrm>
                <a:off x="4072144" y="4287913"/>
                <a:ext cx="2103396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𝑣𝑜𝑐𝑎𝑙𝑒𝑠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C9A41C4E-F8FF-4FD5-9D7D-5EB770A51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144" y="4287913"/>
                <a:ext cx="2103396" cy="395493"/>
              </a:xfrm>
              <a:prstGeom prst="rect">
                <a:avLst/>
              </a:prstGeom>
              <a:blipFill>
                <a:blip r:embed="rId3"/>
                <a:stretch>
                  <a:fillRect l="-2899"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F2761480-6B23-4763-A516-F8BAB40494A6}"/>
                  </a:ext>
                </a:extLst>
              </p:cNvPr>
              <p:cNvSpPr/>
              <p:nvPr/>
            </p:nvSpPr>
            <p:spPr>
              <a:xfrm>
                <a:off x="-137755" y="2799489"/>
                <a:ext cx="13332698" cy="8833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𝑆𝑢𝑝𝑜𝑛𝑔𝑎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𝑞𝑢𝑒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𝑠𝑜𝑛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𝑐𝑜𝑛𝑗𝑢𝑛𝑡𝑜𝑠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𝑡𝑜𝑑𝑜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𝑒𝑙𝑒𝑚𝑒𝑛𝑡𝑜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𝑒𝑠𝑡𝑎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𝑐𝑜𝑛𝑡𝑒𝑛𝑖𝑑𝑜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𝑠𝑒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𝑑𝑖𝑐𝑒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𝑞𝑢𝑒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𝑢𝑛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𝑠𝑢𝑏𝑐𝑜𝑛𝑗𝑢𝑛𝑡𝑜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𝑠𝑒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𝑟𝑒𝑝𝑟𝑒𝑠𝑒𝑛𝑡𝑎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𝑐𝑜𝑚𝑜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F2761480-6B23-4763-A516-F8BAB4049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7755" y="2799489"/>
                <a:ext cx="13332698" cy="883319"/>
              </a:xfrm>
              <a:prstGeom prst="rect">
                <a:avLst/>
              </a:prstGeom>
              <a:blipFill>
                <a:blip r:embed="rId4"/>
                <a:stretch>
                  <a:fillRect b="-9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35C93223-D9C9-4156-9A5D-58772EA84AE7}"/>
                  </a:ext>
                </a:extLst>
              </p:cNvPr>
              <p:cNvSpPr txBox="1"/>
              <p:nvPr/>
            </p:nvSpPr>
            <p:spPr>
              <a:xfrm>
                <a:off x="6488815" y="4287677"/>
                <a:ext cx="2632067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𝑎𝑏𝑒𝑐𝑒𝑑𝑎𝑟𝑖𝑜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35C93223-D9C9-4156-9A5D-58772EA84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815" y="4287677"/>
                <a:ext cx="2632067" cy="395493"/>
              </a:xfrm>
              <a:prstGeom prst="rect">
                <a:avLst/>
              </a:prstGeom>
              <a:blipFill>
                <a:blip r:embed="rId5"/>
                <a:stretch>
                  <a:fillRect l="-231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A4C33EF-BAB3-4161-A541-48AC3B693FC8}"/>
                  </a:ext>
                </a:extLst>
              </p:cNvPr>
              <p:cNvSpPr txBox="1"/>
              <p:nvPr/>
            </p:nvSpPr>
            <p:spPr>
              <a:xfrm>
                <a:off x="6079753" y="3653880"/>
                <a:ext cx="4488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A4C33EF-BAB3-4161-A541-48AC3B693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753" y="3653880"/>
                <a:ext cx="448841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9C24498-16A7-4503-B409-66C92504EC08}"/>
                  </a:ext>
                </a:extLst>
              </p:cNvPr>
              <p:cNvSpPr txBox="1"/>
              <p:nvPr/>
            </p:nvSpPr>
            <p:spPr>
              <a:xfrm>
                <a:off x="5705450" y="6931184"/>
                <a:ext cx="136815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s-CO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9C24498-16A7-4503-B409-66C92504E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450" y="6931184"/>
                <a:ext cx="1368152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35E1A333-C0EA-4769-B2A1-C25B3C16E2E3}"/>
                  </a:ext>
                </a:extLst>
              </p:cNvPr>
              <p:cNvSpPr txBox="1"/>
              <p:nvPr/>
            </p:nvSpPr>
            <p:spPr>
              <a:xfrm>
                <a:off x="4072144" y="6208603"/>
                <a:ext cx="2153603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35E1A333-C0EA-4769-B2A1-C25B3C16E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144" y="6208603"/>
                <a:ext cx="2153603" cy="395493"/>
              </a:xfrm>
              <a:prstGeom prst="rect">
                <a:avLst/>
              </a:prstGeom>
              <a:blipFill>
                <a:blip r:embed="rId8"/>
                <a:stretch>
                  <a:fillRect l="-283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D39CDE5-0F92-48CE-9A28-ACD07F86A46D}"/>
                  </a:ext>
                </a:extLst>
              </p:cNvPr>
              <p:cNvSpPr txBox="1"/>
              <p:nvPr/>
            </p:nvSpPr>
            <p:spPr>
              <a:xfrm>
                <a:off x="6528594" y="6219370"/>
                <a:ext cx="1429046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D39CDE5-0F92-48CE-9A28-ACD07F86A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594" y="6219370"/>
                <a:ext cx="1429046" cy="395493"/>
              </a:xfrm>
              <a:prstGeom prst="rect">
                <a:avLst/>
              </a:prstGeom>
              <a:blipFill>
                <a:blip r:embed="rId9"/>
                <a:stretch>
                  <a:fillRect l="-5128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390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  <p:bldP spid="13" grpId="0"/>
      <p:bldP spid="32" grpId="0"/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Conjuntos especiales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9A23057-240E-4ED3-B08F-B2137E57D036}"/>
              </a:ext>
            </a:extLst>
          </p:cNvPr>
          <p:cNvSpPr/>
          <p:nvPr/>
        </p:nvSpPr>
        <p:spPr>
          <a:xfrm>
            <a:off x="1851624" y="3127421"/>
            <a:ext cx="3394763" cy="65665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Conjunto </a:t>
            </a:r>
            <a:r>
              <a:rPr lang="en-US" dirty="0" err="1">
                <a:solidFill>
                  <a:schemeClr val="tx1"/>
                </a:solidFill>
              </a:rPr>
              <a:t>nulo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7002268-53CE-45B9-8975-D376C291B85D}"/>
              </a:ext>
            </a:extLst>
          </p:cNvPr>
          <p:cNvSpPr/>
          <p:nvPr/>
        </p:nvSpPr>
        <p:spPr>
          <a:xfrm>
            <a:off x="7248674" y="3127421"/>
            <a:ext cx="3394763" cy="65665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Conjunto </a:t>
            </a:r>
            <a:r>
              <a:rPr lang="en-US" dirty="0" err="1">
                <a:solidFill>
                  <a:schemeClr val="tx1"/>
                </a:solidFill>
              </a:rPr>
              <a:t>unitario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C9A41C4E-F8FF-4FD5-9D7D-5EB770A51A3F}"/>
                  </a:ext>
                </a:extLst>
              </p:cNvPr>
              <p:cNvSpPr txBox="1"/>
              <p:nvPr/>
            </p:nvSpPr>
            <p:spPr>
              <a:xfrm>
                <a:off x="1055886" y="4421082"/>
                <a:ext cx="4986237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𝑁𝑢𝑚𝑒𝑟𝑜𝑠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𝑝𝑎𝑟𝑒𝑠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1&lt;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&lt;1.5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C9A41C4E-F8FF-4FD5-9D7D-5EB770A51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886" y="4421082"/>
                <a:ext cx="4986237" cy="395493"/>
              </a:xfrm>
              <a:prstGeom prst="rect">
                <a:avLst/>
              </a:prstGeom>
              <a:blipFill>
                <a:blip r:embed="rId2"/>
                <a:stretch>
                  <a:fillRect l="-978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A4C5CCDE-7186-4A50-AE9C-5127EB22243F}"/>
                  </a:ext>
                </a:extLst>
              </p:cNvPr>
              <p:cNvSpPr/>
              <p:nvPr/>
            </p:nvSpPr>
            <p:spPr>
              <a:xfrm>
                <a:off x="1395807" y="5670432"/>
                <a:ext cx="2475037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A4C5CCDE-7186-4A50-AE9C-5127EB2224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807" y="5670432"/>
                <a:ext cx="2475037" cy="487826"/>
              </a:xfrm>
              <a:prstGeom prst="rect">
                <a:avLst/>
              </a:prstGeom>
              <a:blipFill>
                <a:blip r:embed="rId3"/>
                <a:stretch>
                  <a:fillRect l="-493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8271BD78-76A0-4240-BAC7-97E53470E394}"/>
                  </a:ext>
                </a:extLst>
              </p:cNvPr>
              <p:cNvSpPr/>
              <p:nvPr/>
            </p:nvSpPr>
            <p:spPr>
              <a:xfrm>
                <a:off x="2067594" y="4924697"/>
                <a:ext cx="1131464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8271BD78-76A0-4240-BAC7-97E53470E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594" y="4924697"/>
                <a:ext cx="1131464" cy="487826"/>
              </a:xfrm>
              <a:prstGeom prst="rect">
                <a:avLst/>
              </a:prstGeom>
              <a:blipFill>
                <a:blip r:embed="rId4"/>
                <a:stretch>
                  <a:fillRect r="-1075" b="-1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6CB2169E-641D-4B91-8056-EF6E1C867A0F}"/>
                  </a:ext>
                </a:extLst>
              </p:cNvPr>
              <p:cNvSpPr/>
              <p:nvPr/>
            </p:nvSpPr>
            <p:spPr>
              <a:xfrm>
                <a:off x="1851624" y="6454321"/>
                <a:ext cx="1406539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≠</m:t>
                      </m:r>
                      <m:d>
                        <m:dPr>
                          <m:begChr m:val="{"/>
                          <m:endChr m:val="}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6CB2169E-641D-4B91-8056-EF6E1C867A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624" y="6454321"/>
                <a:ext cx="1406539" cy="487826"/>
              </a:xfrm>
              <a:prstGeom prst="rect">
                <a:avLst/>
              </a:prstGeom>
              <a:blipFill>
                <a:blip r:embed="rId5"/>
                <a:stretch>
                  <a:fillRect l="-1304" b="-1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FA46F8C-015C-458B-8611-87061A0CABA4}"/>
                  </a:ext>
                </a:extLst>
              </p:cNvPr>
              <p:cNvSpPr txBox="1"/>
              <p:nvPr/>
            </p:nvSpPr>
            <p:spPr>
              <a:xfrm>
                <a:off x="6888634" y="4421082"/>
                <a:ext cx="1153264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FA46F8C-015C-458B-8611-87061A0CA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634" y="4421082"/>
                <a:ext cx="1153264" cy="395493"/>
              </a:xfrm>
              <a:prstGeom prst="rect">
                <a:avLst/>
              </a:prstGeom>
              <a:blipFill>
                <a:blip r:embed="rId6"/>
                <a:stretch>
                  <a:fillRect l="-5820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A7E3943-C28A-4298-A859-5E7B02B9DB86}"/>
                  </a:ext>
                </a:extLst>
              </p:cNvPr>
              <p:cNvSpPr txBox="1"/>
              <p:nvPr/>
            </p:nvSpPr>
            <p:spPr>
              <a:xfrm>
                <a:off x="6888634" y="5013756"/>
                <a:ext cx="1617366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𝑎𝑧𝑢𝑙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A7E3943-C28A-4298-A859-5E7B02B9D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634" y="5013756"/>
                <a:ext cx="1617366" cy="395493"/>
              </a:xfrm>
              <a:prstGeom prst="rect">
                <a:avLst/>
              </a:prstGeom>
              <a:blipFill>
                <a:blip r:embed="rId7"/>
                <a:stretch>
                  <a:fillRect l="-415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DD8B8282-3C69-4E92-8D6F-247AE785801C}"/>
                  </a:ext>
                </a:extLst>
              </p:cNvPr>
              <p:cNvSpPr txBox="1"/>
              <p:nvPr/>
            </p:nvSpPr>
            <p:spPr>
              <a:xfrm>
                <a:off x="6888634" y="5670432"/>
                <a:ext cx="2086212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𝑏𝑎𝑙𝑙𝑒𝑛𝑎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DD8B8282-3C69-4E92-8D6F-247AE7858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634" y="5670432"/>
                <a:ext cx="2086212" cy="395493"/>
              </a:xfrm>
              <a:prstGeom prst="rect">
                <a:avLst/>
              </a:prstGeom>
              <a:blipFill>
                <a:blip r:embed="rId8"/>
                <a:stretch>
                  <a:fillRect l="-292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D5946A8B-7DA6-44D7-BC94-4FD74178B6FA}"/>
              </a:ext>
            </a:extLst>
          </p:cNvPr>
          <p:cNvSpPr/>
          <p:nvPr/>
        </p:nvSpPr>
        <p:spPr>
          <a:xfrm>
            <a:off x="7248673" y="6735810"/>
            <a:ext cx="3394763" cy="65665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Conjunto Universal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B46BF08B-7167-4C63-B178-A94E956A6672}"/>
                  </a:ext>
                </a:extLst>
              </p:cNvPr>
              <p:cNvSpPr txBox="1"/>
              <p:nvPr/>
            </p:nvSpPr>
            <p:spPr>
              <a:xfrm>
                <a:off x="5088434" y="7873355"/>
                <a:ext cx="1403333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B46BF08B-7167-4C63-B178-A94E956A6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434" y="7873355"/>
                <a:ext cx="1403333" cy="395493"/>
              </a:xfrm>
              <a:prstGeom prst="rect">
                <a:avLst/>
              </a:prstGeom>
              <a:blipFill>
                <a:blip r:embed="rId9"/>
                <a:stretch>
                  <a:fillRect l="-521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26A2601E-B81C-4EDC-896B-C88D657B975E}"/>
                  </a:ext>
                </a:extLst>
              </p:cNvPr>
              <p:cNvSpPr txBox="1"/>
              <p:nvPr/>
            </p:nvSpPr>
            <p:spPr>
              <a:xfrm>
                <a:off x="7120685" y="7864603"/>
                <a:ext cx="166705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5,6,7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26A2601E-B81C-4EDC-896B-C88D657B9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685" y="7864603"/>
                <a:ext cx="1667059" cy="395493"/>
              </a:xfrm>
              <a:prstGeom prst="rect">
                <a:avLst/>
              </a:prstGeom>
              <a:blipFill>
                <a:blip r:embed="rId10"/>
                <a:stretch>
                  <a:fillRect l="-401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929179E-7C6E-4140-BD42-F1CCCA9C34B5}"/>
                  </a:ext>
                </a:extLst>
              </p:cNvPr>
              <p:cNvSpPr txBox="1"/>
              <p:nvPr/>
            </p:nvSpPr>
            <p:spPr>
              <a:xfrm>
                <a:off x="9552930" y="7864602"/>
                <a:ext cx="2153603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1,3,5,7,9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929179E-7C6E-4140-BD42-F1CCCA9C3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930" y="7864602"/>
                <a:ext cx="2153603" cy="395493"/>
              </a:xfrm>
              <a:prstGeom prst="rect">
                <a:avLst/>
              </a:prstGeom>
              <a:blipFill>
                <a:blip r:embed="rId11"/>
                <a:stretch>
                  <a:fillRect l="-283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BB505729-F10A-47DD-AE5B-02C469ECEA19}"/>
                  </a:ext>
                </a:extLst>
              </p:cNvPr>
              <p:cNvSpPr txBox="1"/>
              <p:nvPr/>
            </p:nvSpPr>
            <p:spPr>
              <a:xfrm>
                <a:off x="6631736" y="8750030"/>
                <a:ext cx="5818772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𝑢𝑛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𝑛𝑢𝑚𝑒𝑟𝑜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𝑛𝑎𝑡𝑢𝑟𝑎𝑙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&lt;10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BB505729-F10A-47DD-AE5B-02C469ECE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736" y="8750030"/>
                <a:ext cx="5818772" cy="395493"/>
              </a:xfrm>
              <a:prstGeom prst="rect">
                <a:avLst/>
              </a:prstGeom>
              <a:blipFill>
                <a:blip r:embed="rId12"/>
                <a:stretch>
                  <a:fillRect b="-3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112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2" grpId="0" animBg="1"/>
      <p:bldP spid="24" grpId="0"/>
      <p:bldP spid="6" grpId="0"/>
      <p:bldP spid="18" grpId="0"/>
      <p:bldP spid="19" grpId="0"/>
      <p:bldP spid="20" grpId="0"/>
      <p:bldP spid="21" grpId="0" animBg="1"/>
      <p:bldP spid="25" grpId="0"/>
      <p:bldP spid="30" grpId="0"/>
      <p:bldP spid="31" grpId="0"/>
      <p:bldP spid="3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Operaciones entre conjuntos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: esquinas redondeadas 3">
                <a:extLst>
                  <a:ext uri="{FF2B5EF4-FFF2-40B4-BE49-F238E27FC236}">
                    <a16:creationId xmlns:a16="http://schemas.microsoft.com/office/drawing/2014/main" id="{C9A23057-240E-4ED3-B08F-B2137E57D036}"/>
                  </a:ext>
                </a:extLst>
              </p:cNvPr>
              <p:cNvSpPr/>
              <p:nvPr/>
            </p:nvSpPr>
            <p:spPr>
              <a:xfrm>
                <a:off x="378363" y="3625908"/>
                <a:ext cx="3394763" cy="65665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Unión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ángulo: esquinas redondeadas 3">
                <a:extLst>
                  <a:ext uri="{FF2B5EF4-FFF2-40B4-BE49-F238E27FC236}">
                    <a16:creationId xmlns:a16="http://schemas.microsoft.com/office/drawing/2014/main" id="{C9A23057-240E-4ED3-B08F-B2137E57D0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63" y="3625908"/>
                <a:ext cx="3394763" cy="656655"/>
              </a:xfrm>
              <a:prstGeom prst="round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7002268-53CE-45B9-8975-D376C291B85D}"/>
              </a:ext>
            </a:extLst>
          </p:cNvPr>
          <p:cNvSpPr/>
          <p:nvPr/>
        </p:nvSpPr>
        <p:spPr>
          <a:xfrm>
            <a:off x="9055745" y="3657797"/>
            <a:ext cx="3394763" cy="65665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Resta</a:t>
            </a:r>
            <a:r>
              <a:rPr lang="en-US" dirty="0">
                <a:solidFill>
                  <a:schemeClr val="tx1"/>
                </a:solidFill>
              </a:rPr>
              <a:t>     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ángulo: esquinas redondeadas 20">
                <a:extLst>
                  <a:ext uri="{FF2B5EF4-FFF2-40B4-BE49-F238E27FC236}">
                    <a16:creationId xmlns:a16="http://schemas.microsoft.com/office/drawing/2014/main" id="{D5946A8B-7DA6-44D7-BC94-4FD74178B6FA}"/>
                  </a:ext>
                </a:extLst>
              </p:cNvPr>
              <p:cNvSpPr/>
              <p:nvPr/>
            </p:nvSpPr>
            <p:spPr>
              <a:xfrm>
                <a:off x="1471753" y="5662515"/>
                <a:ext cx="3394763" cy="65665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Complemento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CO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s-CO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s-CO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CO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ángulo: esquinas redondeadas 20">
                <a:extLst>
                  <a:ext uri="{FF2B5EF4-FFF2-40B4-BE49-F238E27FC236}">
                    <a16:creationId xmlns:a16="http://schemas.microsoft.com/office/drawing/2014/main" id="{D5946A8B-7DA6-44D7-BC94-4FD74178B6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753" y="5662515"/>
                <a:ext cx="3394763" cy="656655"/>
              </a:xfrm>
              <a:prstGeom prst="round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BB505729-F10A-47DD-AE5B-02C469ECEA19}"/>
                  </a:ext>
                </a:extLst>
              </p:cNvPr>
              <p:cNvSpPr txBox="1"/>
              <p:nvPr/>
            </p:nvSpPr>
            <p:spPr>
              <a:xfrm>
                <a:off x="6631736" y="8750030"/>
                <a:ext cx="5818772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𝑢𝑛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𝑛𝑢𝑚𝑒𝑟𝑜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𝑛𝑎𝑡𝑢𝑟𝑎𝑙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 &lt;10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BB505729-F10A-47DD-AE5B-02C469ECE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736" y="8750030"/>
                <a:ext cx="5818772" cy="395493"/>
              </a:xfrm>
              <a:prstGeom prst="rect">
                <a:avLst/>
              </a:prstGeom>
              <a:blipFill>
                <a:blip r:embed="rId4"/>
                <a:stretch>
                  <a:fillRect b="-3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8ED6054-EC96-4B41-8872-6F6CE2F73B64}"/>
                  </a:ext>
                </a:extLst>
              </p:cNvPr>
              <p:cNvSpPr txBox="1"/>
              <p:nvPr/>
            </p:nvSpPr>
            <p:spPr>
              <a:xfrm>
                <a:off x="5016426" y="2775978"/>
                <a:ext cx="234993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2,4,6,8,10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8ED6054-EC96-4B41-8872-6F6CE2F73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426" y="2775978"/>
                <a:ext cx="2349939" cy="395493"/>
              </a:xfrm>
              <a:prstGeom prst="rect">
                <a:avLst/>
              </a:prstGeom>
              <a:blipFill>
                <a:blip r:embed="rId5"/>
                <a:stretch>
                  <a:fillRect l="-2857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1192457-6C01-40E2-96B1-7B51C2C4A3AA}"/>
                  </a:ext>
                </a:extLst>
              </p:cNvPr>
              <p:cNvSpPr txBox="1"/>
              <p:nvPr/>
            </p:nvSpPr>
            <p:spPr>
              <a:xfrm>
                <a:off x="1272010" y="2775978"/>
                <a:ext cx="258634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5,6,7,8,9,10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1192457-6C01-40E2-96B1-7B51C2C4A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010" y="2775978"/>
                <a:ext cx="2586349" cy="395493"/>
              </a:xfrm>
              <a:prstGeom prst="rect">
                <a:avLst/>
              </a:prstGeom>
              <a:blipFill>
                <a:blip r:embed="rId6"/>
                <a:stretch>
                  <a:fillRect l="-259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A2FF4712-07E5-41F6-BFD7-BEAF24B187DE}"/>
                  </a:ext>
                </a:extLst>
              </p:cNvPr>
              <p:cNvSpPr txBox="1"/>
              <p:nvPr/>
            </p:nvSpPr>
            <p:spPr>
              <a:xfrm>
                <a:off x="1987748" y="6614141"/>
                <a:ext cx="2773965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1,2,3,4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A2FF4712-07E5-41F6-BFD7-BEAF24B18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748" y="6614141"/>
                <a:ext cx="2773965" cy="395493"/>
              </a:xfrm>
              <a:prstGeom prst="rect">
                <a:avLst/>
              </a:prstGeom>
              <a:blipFill>
                <a:blip r:embed="rId7"/>
                <a:stretch>
                  <a:fillRect l="-2198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30FEB44-9C6E-472E-8CCD-AC79517BD59A}"/>
                  </a:ext>
                </a:extLst>
              </p:cNvPr>
              <p:cNvSpPr txBox="1"/>
              <p:nvPr/>
            </p:nvSpPr>
            <p:spPr>
              <a:xfrm>
                <a:off x="8841443" y="2772443"/>
                <a:ext cx="3609065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1,2,3,4,5,6,7,8,9,10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30FEB44-9C6E-472E-8CCD-AC79517BD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1443" y="2772443"/>
                <a:ext cx="3609065" cy="395493"/>
              </a:xfrm>
              <a:prstGeom prst="rect">
                <a:avLst/>
              </a:prstGeom>
              <a:blipFill>
                <a:blip r:embed="rId8"/>
                <a:stretch>
                  <a:fillRect l="-1520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8792103F-7C70-4C8C-8676-1BEB94035090}"/>
                  </a:ext>
                </a:extLst>
              </p:cNvPr>
              <p:cNvSpPr txBox="1"/>
              <p:nvPr/>
            </p:nvSpPr>
            <p:spPr>
              <a:xfrm>
                <a:off x="156923" y="4738832"/>
                <a:ext cx="368261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2,4,5,6,7,8,9,10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8792103F-7C70-4C8C-8676-1BEB94035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23" y="4738832"/>
                <a:ext cx="3682610" cy="395493"/>
              </a:xfrm>
              <a:prstGeom prst="rect">
                <a:avLst/>
              </a:prstGeom>
              <a:blipFill>
                <a:blip r:embed="rId9"/>
                <a:stretch>
                  <a:fillRect l="-16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ángulo: esquinas redondeadas 32">
                <a:extLst>
                  <a:ext uri="{FF2B5EF4-FFF2-40B4-BE49-F238E27FC236}">
                    <a16:creationId xmlns:a16="http://schemas.microsoft.com/office/drawing/2014/main" id="{128F406D-8171-44AE-BC38-6790005AFC3B}"/>
                  </a:ext>
                </a:extLst>
              </p:cNvPr>
              <p:cNvSpPr/>
              <p:nvPr/>
            </p:nvSpPr>
            <p:spPr>
              <a:xfrm>
                <a:off x="4610895" y="3664189"/>
                <a:ext cx="3394763" cy="65665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Intersección</a:t>
                </a:r>
                <a:r>
                  <a:rPr lang="en-US" dirty="0">
                    <a:solidFill>
                      <a:schemeClr val="tx1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ángulo: esquinas redondeadas 32">
                <a:extLst>
                  <a:ext uri="{FF2B5EF4-FFF2-40B4-BE49-F238E27FC236}">
                    <a16:creationId xmlns:a16="http://schemas.microsoft.com/office/drawing/2014/main" id="{128F406D-8171-44AE-BC38-6790005AFC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895" y="3664189"/>
                <a:ext cx="3394763" cy="656655"/>
              </a:xfrm>
              <a:prstGeom prst="round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2243149D-E170-4993-B6C4-39FE2D3BC565}"/>
                  </a:ext>
                </a:extLst>
              </p:cNvPr>
              <p:cNvSpPr txBox="1"/>
              <p:nvPr/>
            </p:nvSpPr>
            <p:spPr>
              <a:xfrm>
                <a:off x="4975261" y="4738832"/>
                <a:ext cx="2432268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6,8,10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2243149D-E170-4993-B6C4-39FE2D3BC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261" y="4738832"/>
                <a:ext cx="2432268" cy="395493"/>
              </a:xfrm>
              <a:prstGeom prst="rect">
                <a:avLst/>
              </a:prstGeom>
              <a:blipFill>
                <a:blip r:embed="rId11"/>
                <a:stretch>
                  <a:fillRect l="-2506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05C0FE8B-1BB2-46C8-AE67-DA0DE0C3247C}"/>
                  </a:ext>
                </a:extLst>
              </p:cNvPr>
              <p:cNvSpPr txBox="1"/>
              <p:nvPr/>
            </p:nvSpPr>
            <p:spPr>
              <a:xfrm>
                <a:off x="9623955" y="4738832"/>
                <a:ext cx="2271968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5,7,9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05C0FE8B-1BB2-46C8-AE67-DA0DE0C32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955" y="4738832"/>
                <a:ext cx="2271968" cy="395493"/>
              </a:xfrm>
              <a:prstGeom prst="rect">
                <a:avLst/>
              </a:prstGeom>
              <a:blipFill>
                <a:blip r:embed="rId12"/>
                <a:stretch>
                  <a:fillRect l="-2957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AF50A67B-6811-466F-99B0-3738C421DFF0}"/>
                  </a:ext>
                </a:extLst>
              </p:cNvPr>
              <p:cNvSpPr txBox="1"/>
              <p:nvPr/>
            </p:nvSpPr>
            <p:spPr>
              <a:xfrm>
                <a:off x="9631049" y="5267022"/>
                <a:ext cx="202190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AF50A67B-6811-466F-99B0-3738C421D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049" y="5267022"/>
                <a:ext cx="2021900" cy="395493"/>
              </a:xfrm>
              <a:prstGeom prst="rect">
                <a:avLst/>
              </a:prstGeom>
              <a:blipFill>
                <a:blip r:embed="rId13"/>
                <a:stretch>
                  <a:fillRect l="-3313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FE5E2CFE-D583-44EA-A435-978116DBF6C5}"/>
                  </a:ext>
                </a:extLst>
              </p:cNvPr>
              <p:cNvSpPr txBox="1"/>
              <p:nvPr/>
            </p:nvSpPr>
            <p:spPr>
              <a:xfrm>
                <a:off x="1998228" y="7229110"/>
                <a:ext cx="2265812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1,3,5,7,9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FE5E2CFE-D583-44EA-A435-978116DB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228" y="7229110"/>
                <a:ext cx="2265812" cy="395493"/>
              </a:xfrm>
              <a:prstGeom prst="rect">
                <a:avLst/>
              </a:prstGeom>
              <a:blipFill>
                <a:blip r:embed="rId14"/>
                <a:stretch>
                  <a:fillRect l="-2965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25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2" grpId="0" animBg="1"/>
      <p:bldP spid="21" grpId="0" animBg="1"/>
      <p:bldP spid="32" grpId="0"/>
      <p:bldP spid="17" grpId="0"/>
      <p:bldP spid="23" grpId="0"/>
      <p:bldP spid="33" grpId="0" animBg="1"/>
      <p:bldP spid="34" grpId="0"/>
      <p:bldP spid="3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9B4F78B-4AE4-4108-AE87-9A7810F3A0C1}"/>
              </a:ext>
            </a:extLst>
          </p:cNvPr>
          <p:cNvSpPr/>
          <p:nvPr/>
        </p:nvSpPr>
        <p:spPr>
          <a:xfrm>
            <a:off x="3343553" y="4045438"/>
            <a:ext cx="6840760" cy="3672408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Representación gráfica de conjuntos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8ED6054-EC96-4B41-8872-6F6CE2F73B64}"/>
                  </a:ext>
                </a:extLst>
              </p:cNvPr>
              <p:cNvSpPr txBox="1"/>
              <p:nvPr/>
            </p:nvSpPr>
            <p:spPr>
              <a:xfrm>
                <a:off x="5016426" y="2775978"/>
                <a:ext cx="234993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2,4,6,8,10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8ED6054-EC96-4B41-8872-6F6CE2F73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426" y="2775978"/>
                <a:ext cx="2349939" cy="395493"/>
              </a:xfrm>
              <a:prstGeom prst="rect">
                <a:avLst/>
              </a:prstGeom>
              <a:blipFill>
                <a:blip r:embed="rId2"/>
                <a:stretch>
                  <a:fillRect l="-2857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1192457-6C01-40E2-96B1-7B51C2C4A3AA}"/>
                  </a:ext>
                </a:extLst>
              </p:cNvPr>
              <p:cNvSpPr txBox="1"/>
              <p:nvPr/>
            </p:nvSpPr>
            <p:spPr>
              <a:xfrm>
                <a:off x="1316491" y="2775977"/>
                <a:ext cx="258634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5,6,7,8,9,10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1192457-6C01-40E2-96B1-7B51C2C4A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491" y="2775977"/>
                <a:ext cx="2586349" cy="395493"/>
              </a:xfrm>
              <a:prstGeom prst="rect">
                <a:avLst/>
              </a:prstGeom>
              <a:blipFill>
                <a:blip r:embed="rId3"/>
                <a:stretch>
                  <a:fillRect l="-259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30FEB44-9C6E-472E-8CCD-AC79517BD59A}"/>
                  </a:ext>
                </a:extLst>
              </p:cNvPr>
              <p:cNvSpPr txBox="1"/>
              <p:nvPr/>
            </p:nvSpPr>
            <p:spPr>
              <a:xfrm>
                <a:off x="8148837" y="2775978"/>
                <a:ext cx="4041876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1,2,3,4,5,6,7,8,9,10,11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30FEB44-9C6E-472E-8CCD-AC79517BD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837" y="2775978"/>
                <a:ext cx="4041876" cy="395493"/>
              </a:xfrm>
              <a:prstGeom prst="rect">
                <a:avLst/>
              </a:prstGeom>
              <a:blipFill>
                <a:blip r:embed="rId4"/>
                <a:stretch>
                  <a:fillRect l="-150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lipse 1">
            <a:extLst>
              <a:ext uri="{FF2B5EF4-FFF2-40B4-BE49-F238E27FC236}">
                <a16:creationId xmlns:a16="http://schemas.microsoft.com/office/drawing/2014/main" id="{E0E307F0-7839-448D-9DBD-C6F908270936}"/>
              </a:ext>
            </a:extLst>
          </p:cNvPr>
          <p:cNvSpPr/>
          <p:nvPr/>
        </p:nvSpPr>
        <p:spPr>
          <a:xfrm>
            <a:off x="4764297" y="4987111"/>
            <a:ext cx="2586349" cy="2448272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C5C26A-C28E-491B-B7EC-88519EB6224A}"/>
              </a:ext>
            </a:extLst>
          </p:cNvPr>
          <p:cNvSpPr txBox="1"/>
          <p:nvPr/>
        </p:nvSpPr>
        <p:spPr>
          <a:xfrm>
            <a:off x="5675786" y="5247254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A30094-6722-4876-9BDE-5F41D7AA116A}"/>
              </a:ext>
            </a:extLst>
          </p:cNvPr>
          <p:cNvSpPr txBox="1"/>
          <p:nvPr/>
        </p:nvSpPr>
        <p:spPr>
          <a:xfrm>
            <a:off x="6644460" y="5450693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D1C0B99-C2B5-4CD2-AF4F-9ABFCBBF2FA1}"/>
              </a:ext>
            </a:extLst>
          </p:cNvPr>
          <p:cNvSpPr txBox="1"/>
          <p:nvPr/>
        </p:nvSpPr>
        <p:spPr>
          <a:xfrm>
            <a:off x="6820149" y="6059789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71971D0-38F8-4AD5-9832-A34D297B31D9}"/>
              </a:ext>
            </a:extLst>
          </p:cNvPr>
          <p:cNvSpPr txBox="1"/>
          <p:nvPr/>
        </p:nvSpPr>
        <p:spPr>
          <a:xfrm>
            <a:off x="6504888" y="6668885"/>
            <a:ext cx="518091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838EB37-86CD-4BA2-A143-53E965DD851B}"/>
              </a:ext>
            </a:extLst>
          </p:cNvPr>
          <p:cNvSpPr txBox="1"/>
          <p:nvPr/>
        </p:nvSpPr>
        <p:spPr>
          <a:xfrm>
            <a:off x="5020715" y="6106587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894FA97-DEA0-4090-85AA-D5D2DB23DB0E}"/>
              </a:ext>
            </a:extLst>
          </p:cNvPr>
          <p:cNvSpPr txBox="1"/>
          <p:nvPr/>
        </p:nvSpPr>
        <p:spPr>
          <a:xfrm>
            <a:off x="5755534" y="6668885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55E1AA3-0F7E-4793-A0DE-AFE998B8803C}"/>
                  </a:ext>
                </a:extLst>
              </p:cNvPr>
              <p:cNvSpPr/>
              <p:nvPr/>
            </p:nvSpPr>
            <p:spPr>
              <a:xfrm>
                <a:off x="5822471" y="4292526"/>
                <a:ext cx="470000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55E1AA3-0F7E-4793-A0DE-AFE998B880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471" y="4292526"/>
                <a:ext cx="470000" cy="4878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ipse 29">
            <a:extLst>
              <a:ext uri="{FF2B5EF4-FFF2-40B4-BE49-F238E27FC236}">
                <a16:creationId xmlns:a16="http://schemas.microsoft.com/office/drawing/2014/main" id="{DFF75B9D-AD52-4231-9742-BD20A0E6906D}"/>
              </a:ext>
            </a:extLst>
          </p:cNvPr>
          <p:cNvSpPr/>
          <p:nvPr/>
        </p:nvSpPr>
        <p:spPr>
          <a:xfrm>
            <a:off x="6179831" y="5024963"/>
            <a:ext cx="2586349" cy="2448272"/>
          </a:xfrm>
          <a:prstGeom prst="ellipse">
            <a:avLst/>
          </a:prstGeom>
          <a:solidFill>
            <a:schemeClr val="accent6">
              <a:lumMod val="60000"/>
              <a:lumOff val="40000"/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3BF8F15-FF5A-498E-A4D5-213E2197586C}"/>
              </a:ext>
            </a:extLst>
          </p:cNvPr>
          <p:cNvSpPr txBox="1"/>
          <p:nvPr/>
        </p:nvSpPr>
        <p:spPr>
          <a:xfrm>
            <a:off x="7312109" y="5146197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D8B335A-62DF-4069-BE3D-AC8107146D30}"/>
              </a:ext>
            </a:extLst>
          </p:cNvPr>
          <p:cNvSpPr txBox="1"/>
          <p:nvPr/>
        </p:nvSpPr>
        <p:spPr>
          <a:xfrm>
            <a:off x="7752909" y="6424972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929E3F63-8A99-4C4B-AEB2-F3E6CA355CF1}"/>
                  </a:ext>
                </a:extLst>
              </p:cNvPr>
              <p:cNvSpPr/>
              <p:nvPr/>
            </p:nvSpPr>
            <p:spPr>
              <a:xfrm>
                <a:off x="7269250" y="4292526"/>
                <a:ext cx="483659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929E3F63-8A99-4C4B-AEB2-F3E6CA355C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250" y="4292526"/>
                <a:ext cx="483659" cy="4878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B0C9FCC-0C5A-4227-885A-151E94C0119E}"/>
                  </a:ext>
                </a:extLst>
              </p:cNvPr>
              <p:cNvSpPr/>
              <p:nvPr/>
            </p:nvSpPr>
            <p:spPr>
              <a:xfrm>
                <a:off x="3662754" y="4045438"/>
                <a:ext cx="492443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B0C9FCC-0C5A-4227-885A-151E94C011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754" y="4045438"/>
                <a:ext cx="492443" cy="4878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>
            <a:extLst>
              <a:ext uri="{FF2B5EF4-FFF2-40B4-BE49-F238E27FC236}">
                <a16:creationId xmlns:a16="http://schemas.microsoft.com/office/drawing/2014/main" id="{EC31CFE2-5B6C-4E8D-9496-CE8DAF01D39F}"/>
              </a:ext>
            </a:extLst>
          </p:cNvPr>
          <p:cNvSpPr/>
          <p:nvPr/>
        </p:nvSpPr>
        <p:spPr>
          <a:xfrm>
            <a:off x="9025984" y="4962867"/>
            <a:ext cx="518091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109BC91-E6C0-4693-B793-A125EC8EF616}"/>
              </a:ext>
            </a:extLst>
          </p:cNvPr>
          <p:cNvSpPr/>
          <p:nvPr/>
        </p:nvSpPr>
        <p:spPr>
          <a:xfrm>
            <a:off x="3903614" y="6424972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F6CC918-43F1-49E2-A3AB-4AFA93557C21}"/>
              </a:ext>
            </a:extLst>
          </p:cNvPr>
          <p:cNvSpPr/>
          <p:nvPr/>
        </p:nvSpPr>
        <p:spPr>
          <a:xfrm>
            <a:off x="4031205" y="4731915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8513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/>
      <p:bldP spid="23" grpId="0"/>
      <p:bldP spid="28" grpId="0"/>
      <p:bldP spid="2" grpId="0" animBg="1"/>
      <p:bldP spid="3" grpId="0"/>
      <p:bldP spid="19" grpId="0"/>
      <p:bldP spid="20" grpId="0"/>
      <p:bldP spid="24" grpId="0"/>
      <p:bldP spid="25" grpId="0"/>
      <p:bldP spid="27" grpId="0"/>
      <p:bldP spid="6" grpId="0"/>
      <p:bldP spid="30" grpId="0" animBg="1"/>
      <p:bldP spid="31" grpId="0"/>
      <p:bldP spid="38" grpId="0"/>
      <p:bldP spid="43" grpId="0"/>
      <p:bldP spid="8" grpId="0"/>
      <p:bldP spid="9" grpId="0"/>
      <p:bldP spid="10" grpId="0"/>
      <p:bldP spid="4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9B4F78B-4AE4-4108-AE87-9A7810F3A0C1}"/>
              </a:ext>
            </a:extLst>
          </p:cNvPr>
          <p:cNvSpPr/>
          <p:nvPr/>
        </p:nvSpPr>
        <p:spPr>
          <a:xfrm>
            <a:off x="3343553" y="4391794"/>
            <a:ext cx="6840760" cy="3672408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5678540" y="1425813"/>
            <a:ext cx="1951708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Unión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8ED6054-EC96-4B41-8872-6F6CE2F73B64}"/>
                  </a:ext>
                </a:extLst>
              </p:cNvPr>
              <p:cNvSpPr txBox="1"/>
              <p:nvPr/>
            </p:nvSpPr>
            <p:spPr>
              <a:xfrm>
                <a:off x="5016426" y="2775978"/>
                <a:ext cx="234993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2,4,6,8,10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8ED6054-EC96-4B41-8872-6F6CE2F73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426" y="2775978"/>
                <a:ext cx="2349939" cy="395493"/>
              </a:xfrm>
              <a:prstGeom prst="rect">
                <a:avLst/>
              </a:prstGeom>
              <a:blipFill>
                <a:blip r:embed="rId2"/>
                <a:stretch>
                  <a:fillRect l="-2857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1192457-6C01-40E2-96B1-7B51C2C4A3AA}"/>
                  </a:ext>
                </a:extLst>
              </p:cNvPr>
              <p:cNvSpPr txBox="1"/>
              <p:nvPr/>
            </p:nvSpPr>
            <p:spPr>
              <a:xfrm>
                <a:off x="1272010" y="2775978"/>
                <a:ext cx="258634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5,6,7,8,9,10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1192457-6C01-40E2-96B1-7B51C2C4A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010" y="2775978"/>
                <a:ext cx="2586349" cy="395493"/>
              </a:xfrm>
              <a:prstGeom prst="rect">
                <a:avLst/>
              </a:prstGeom>
              <a:blipFill>
                <a:blip r:embed="rId3"/>
                <a:stretch>
                  <a:fillRect l="-259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30FEB44-9C6E-472E-8CCD-AC79517BD59A}"/>
                  </a:ext>
                </a:extLst>
              </p:cNvPr>
              <p:cNvSpPr txBox="1"/>
              <p:nvPr/>
            </p:nvSpPr>
            <p:spPr>
              <a:xfrm>
                <a:off x="8148837" y="2775978"/>
                <a:ext cx="4041876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1,2,3,4,5,6,7,8,9,10,11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30FEB44-9C6E-472E-8CCD-AC79517BD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837" y="2775978"/>
                <a:ext cx="4041876" cy="395493"/>
              </a:xfrm>
              <a:prstGeom prst="rect">
                <a:avLst/>
              </a:prstGeom>
              <a:blipFill>
                <a:blip r:embed="rId4"/>
                <a:stretch>
                  <a:fillRect l="-150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lipse 1">
            <a:extLst>
              <a:ext uri="{FF2B5EF4-FFF2-40B4-BE49-F238E27FC236}">
                <a16:creationId xmlns:a16="http://schemas.microsoft.com/office/drawing/2014/main" id="{E0E307F0-7839-448D-9DBD-C6F908270936}"/>
              </a:ext>
            </a:extLst>
          </p:cNvPr>
          <p:cNvSpPr/>
          <p:nvPr/>
        </p:nvSpPr>
        <p:spPr>
          <a:xfrm>
            <a:off x="4764297" y="5333467"/>
            <a:ext cx="2586349" cy="2448272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55E1AA3-0F7E-4793-A0DE-AFE998B8803C}"/>
                  </a:ext>
                </a:extLst>
              </p:cNvPr>
              <p:cNvSpPr/>
              <p:nvPr/>
            </p:nvSpPr>
            <p:spPr>
              <a:xfrm>
                <a:off x="5822471" y="4638882"/>
                <a:ext cx="470000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55E1AA3-0F7E-4793-A0DE-AFE998B880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471" y="4638882"/>
                <a:ext cx="470000" cy="4878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ipse 29">
            <a:extLst>
              <a:ext uri="{FF2B5EF4-FFF2-40B4-BE49-F238E27FC236}">
                <a16:creationId xmlns:a16="http://schemas.microsoft.com/office/drawing/2014/main" id="{DFF75B9D-AD52-4231-9742-BD20A0E6906D}"/>
              </a:ext>
            </a:extLst>
          </p:cNvPr>
          <p:cNvSpPr/>
          <p:nvPr/>
        </p:nvSpPr>
        <p:spPr>
          <a:xfrm>
            <a:off x="6148985" y="5333467"/>
            <a:ext cx="2586349" cy="2448272"/>
          </a:xfrm>
          <a:prstGeom prst="ellipse">
            <a:avLst/>
          </a:prstGeom>
          <a:solidFill>
            <a:schemeClr val="accent6">
              <a:lumMod val="60000"/>
              <a:lumOff val="40000"/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929E3F63-8A99-4C4B-AEB2-F3E6CA355CF1}"/>
                  </a:ext>
                </a:extLst>
              </p:cNvPr>
              <p:cNvSpPr/>
              <p:nvPr/>
            </p:nvSpPr>
            <p:spPr>
              <a:xfrm>
                <a:off x="7269250" y="4638882"/>
                <a:ext cx="483659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929E3F63-8A99-4C4B-AEB2-F3E6CA355C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250" y="4638882"/>
                <a:ext cx="483659" cy="4878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B0C9FCC-0C5A-4227-885A-151E94C0119E}"/>
                  </a:ext>
                </a:extLst>
              </p:cNvPr>
              <p:cNvSpPr/>
              <p:nvPr/>
            </p:nvSpPr>
            <p:spPr>
              <a:xfrm>
                <a:off x="3662754" y="4391794"/>
                <a:ext cx="492443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B0C9FCC-0C5A-4227-885A-151E94C011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754" y="4391794"/>
                <a:ext cx="492443" cy="4878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upo 38">
            <a:extLst>
              <a:ext uri="{FF2B5EF4-FFF2-40B4-BE49-F238E27FC236}">
                <a16:creationId xmlns:a16="http://schemas.microsoft.com/office/drawing/2014/main" id="{1639689A-AA36-4454-9771-6AC814E3B280}"/>
              </a:ext>
            </a:extLst>
          </p:cNvPr>
          <p:cNvGrpSpPr/>
          <p:nvPr/>
        </p:nvGrpSpPr>
        <p:grpSpPr>
          <a:xfrm>
            <a:off x="4747369" y="5309223"/>
            <a:ext cx="4033128" cy="2448272"/>
            <a:chOff x="436633" y="3518008"/>
            <a:chExt cx="4033128" cy="2448272"/>
          </a:xfrm>
          <a:solidFill>
            <a:srgbClr val="FF0000"/>
          </a:solidFill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AE5D579-5630-4415-AB41-D3424262B70F}"/>
                </a:ext>
              </a:extLst>
            </p:cNvPr>
            <p:cNvSpPr/>
            <p:nvPr/>
          </p:nvSpPr>
          <p:spPr>
            <a:xfrm>
              <a:off x="436633" y="3518008"/>
              <a:ext cx="2586349" cy="244827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45ACF9D2-65F4-4C8C-924D-7015E58B8E96}"/>
                </a:ext>
              </a:extLst>
            </p:cNvPr>
            <p:cNvSpPr/>
            <p:nvPr/>
          </p:nvSpPr>
          <p:spPr>
            <a:xfrm>
              <a:off x="1883412" y="3518008"/>
              <a:ext cx="2586349" cy="244827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E109BC91-E6C0-4693-B793-A125EC8EF616}"/>
              </a:ext>
            </a:extLst>
          </p:cNvPr>
          <p:cNvSpPr/>
          <p:nvPr/>
        </p:nvSpPr>
        <p:spPr>
          <a:xfrm>
            <a:off x="3903614" y="6771328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CC26115-4AAC-4DB8-9DC6-FFF41B0E0C92}"/>
                  </a:ext>
                </a:extLst>
              </p:cNvPr>
              <p:cNvSpPr txBox="1"/>
              <p:nvPr/>
            </p:nvSpPr>
            <p:spPr>
              <a:xfrm>
                <a:off x="4687289" y="3418154"/>
                <a:ext cx="368261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2,4,5,6,7,8,9,10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CC26115-4AAC-4DB8-9DC6-FFF41B0E0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289" y="3418154"/>
                <a:ext cx="3682610" cy="395493"/>
              </a:xfrm>
              <a:prstGeom prst="rect">
                <a:avLst/>
              </a:prstGeom>
              <a:blipFill>
                <a:blip r:embed="rId8"/>
                <a:stretch>
                  <a:fillRect l="-1656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E0C5C26A-C28E-491B-B7EC-88519EB6224A}"/>
              </a:ext>
            </a:extLst>
          </p:cNvPr>
          <p:cNvSpPr txBox="1"/>
          <p:nvPr/>
        </p:nvSpPr>
        <p:spPr>
          <a:xfrm>
            <a:off x="5605046" y="5717571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838EB37-86CD-4BA2-A143-53E965DD851B}"/>
              </a:ext>
            </a:extLst>
          </p:cNvPr>
          <p:cNvSpPr txBox="1"/>
          <p:nvPr/>
        </p:nvSpPr>
        <p:spPr>
          <a:xfrm>
            <a:off x="5020715" y="6452943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894FA97-DEA0-4090-85AA-D5D2DB23DB0E}"/>
              </a:ext>
            </a:extLst>
          </p:cNvPr>
          <p:cNvSpPr txBox="1"/>
          <p:nvPr/>
        </p:nvSpPr>
        <p:spPr>
          <a:xfrm>
            <a:off x="5755534" y="7015241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A30094-6722-4876-9BDE-5F41D7AA116A}"/>
              </a:ext>
            </a:extLst>
          </p:cNvPr>
          <p:cNvSpPr txBox="1"/>
          <p:nvPr/>
        </p:nvSpPr>
        <p:spPr>
          <a:xfrm>
            <a:off x="6644460" y="5797049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D1C0B99-C2B5-4CD2-AF4F-9ABFCBBF2FA1}"/>
              </a:ext>
            </a:extLst>
          </p:cNvPr>
          <p:cNvSpPr txBox="1"/>
          <p:nvPr/>
        </p:nvSpPr>
        <p:spPr>
          <a:xfrm>
            <a:off x="6703620" y="6322811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3BF8F15-FF5A-498E-A4D5-213E2197586C}"/>
              </a:ext>
            </a:extLst>
          </p:cNvPr>
          <p:cNvSpPr txBox="1"/>
          <p:nvPr/>
        </p:nvSpPr>
        <p:spPr>
          <a:xfrm>
            <a:off x="7312109" y="5492553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C31CFE2-5B6C-4E8D-9496-CE8DAF01D39F}"/>
              </a:ext>
            </a:extLst>
          </p:cNvPr>
          <p:cNvSpPr/>
          <p:nvPr/>
        </p:nvSpPr>
        <p:spPr>
          <a:xfrm>
            <a:off x="9025984" y="5309223"/>
            <a:ext cx="518091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D8B335A-62DF-4069-BE3D-AC8107146D30}"/>
              </a:ext>
            </a:extLst>
          </p:cNvPr>
          <p:cNvSpPr txBox="1"/>
          <p:nvPr/>
        </p:nvSpPr>
        <p:spPr>
          <a:xfrm>
            <a:off x="7752909" y="6771328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71971D0-38F8-4AD5-9832-A34D297B31D9}"/>
              </a:ext>
            </a:extLst>
          </p:cNvPr>
          <p:cNvSpPr txBox="1"/>
          <p:nvPr/>
        </p:nvSpPr>
        <p:spPr>
          <a:xfrm>
            <a:off x="6504888" y="7015241"/>
            <a:ext cx="518091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6286FE1C-99D5-4653-929A-68C366421F0D}"/>
              </a:ext>
            </a:extLst>
          </p:cNvPr>
          <p:cNvSpPr/>
          <p:nvPr/>
        </p:nvSpPr>
        <p:spPr>
          <a:xfrm>
            <a:off x="3948370" y="5424814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7678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9B4F78B-4AE4-4108-AE87-9A7810F3A0C1}"/>
              </a:ext>
            </a:extLst>
          </p:cNvPr>
          <p:cNvSpPr/>
          <p:nvPr/>
        </p:nvSpPr>
        <p:spPr>
          <a:xfrm>
            <a:off x="3343553" y="4391794"/>
            <a:ext cx="6840760" cy="3672408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4981018" y="1353306"/>
            <a:ext cx="4041875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Intersección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8ED6054-EC96-4B41-8872-6F6CE2F73B64}"/>
                  </a:ext>
                </a:extLst>
              </p:cNvPr>
              <p:cNvSpPr txBox="1"/>
              <p:nvPr/>
            </p:nvSpPr>
            <p:spPr>
              <a:xfrm>
                <a:off x="5016426" y="2775978"/>
                <a:ext cx="234993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2,4,6,8,10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8ED6054-EC96-4B41-8872-6F6CE2F73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426" y="2775978"/>
                <a:ext cx="2349939" cy="395493"/>
              </a:xfrm>
              <a:prstGeom prst="rect">
                <a:avLst/>
              </a:prstGeom>
              <a:blipFill>
                <a:blip r:embed="rId2"/>
                <a:stretch>
                  <a:fillRect l="-2857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1192457-6C01-40E2-96B1-7B51C2C4A3AA}"/>
                  </a:ext>
                </a:extLst>
              </p:cNvPr>
              <p:cNvSpPr txBox="1"/>
              <p:nvPr/>
            </p:nvSpPr>
            <p:spPr>
              <a:xfrm>
                <a:off x="1272010" y="2775978"/>
                <a:ext cx="258634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5,6,7,8,9,10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1192457-6C01-40E2-96B1-7B51C2C4A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010" y="2775978"/>
                <a:ext cx="2586349" cy="395493"/>
              </a:xfrm>
              <a:prstGeom prst="rect">
                <a:avLst/>
              </a:prstGeom>
              <a:blipFill>
                <a:blip r:embed="rId3"/>
                <a:stretch>
                  <a:fillRect l="-259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30FEB44-9C6E-472E-8CCD-AC79517BD59A}"/>
                  </a:ext>
                </a:extLst>
              </p:cNvPr>
              <p:cNvSpPr txBox="1"/>
              <p:nvPr/>
            </p:nvSpPr>
            <p:spPr>
              <a:xfrm>
                <a:off x="8148837" y="2775978"/>
                <a:ext cx="4041876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1,2,3,4,5,6,7,8,9,10,11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30FEB44-9C6E-472E-8CCD-AC79517BD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837" y="2775978"/>
                <a:ext cx="4041876" cy="395493"/>
              </a:xfrm>
              <a:prstGeom prst="rect">
                <a:avLst/>
              </a:prstGeom>
              <a:blipFill>
                <a:blip r:embed="rId4"/>
                <a:stretch>
                  <a:fillRect l="-150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lipse 1">
            <a:extLst>
              <a:ext uri="{FF2B5EF4-FFF2-40B4-BE49-F238E27FC236}">
                <a16:creationId xmlns:a16="http://schemas.microsoft.com/office/drawing/2014/main" id="{E0E307F0-7839-448D-9DBD-C6F908270936}"/>
              </a:ext>
            </a:extLst>
          </p:cNvPr>
          <p:cNvSpPr/>
          <p:nvPr/>
        </p:nvSpPr>
        <p:spPr>
          <a:xfrm>
            <a:off x="4764297" y="5333467"/>
            <a:ext cx="2586349" cy="2448272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55E1AA3-0F7E-4793-A0DE-AFE998B8803C}"/>
                  </a:ext>
                </a:extLst>
              </p:cNvPr>
              <p:cNvSpPr/>
              <p:nvPr/>
            </p:nvSpPr>
            <p:spPr>
              <a:xfrm>
                <a:off x="5822471" y="4638882"/>
                <a:ext cx="470000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55E1AA3-0F7E-4793-A0DE-AFE998B880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471" y="4638882"/>
                <a:ext cx="470000" cy="4878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ipse 29">
            <a:extLst>
              <a:ext uri="{FF2B5EF4-FFF2-40B4-BE49-F238E27FC236}">
                <a16:creationId xmlns:a16="http://schemas.microsoft.com/office/drawing/2014/main" id="{DFF75B9D-AD52-4231-9742-BD20A0E6906D}"/>
              </a:ext>
            </a:extLst>
          </p:cNvPr>
          <p:cNvSpPr/>
          <p:nvPr/>
        </p:nvSpPr>
        <p:spPr>
          <a:xfrm>
            <a:off x="6126794" y="5309223"/>
            <a:ext cx="2586349" cy="2448272"/>
          </a:xfrm>
          <a:prstGeom prst="ellipse">
            <a:avLst/>
          </a:prstGeom>
          <a:solidFill>
            <a:schemeClr val="accent6">
              <a:lumMod val="60000"/>
              <a:lumOff val="40000"/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929E3F63-8A99-4C4B-AEB2-F3E6CA355CF1}"/>
                  </a:ext>
                </a:extLst>
              </p:cNvPr>
              <p:cNvSpPr/>
              <p:nvPr/>
            </p:nvSpPr>
            <p:spPr>
              <a:xfrm>
                <a:off x="7269250" y="4638882"/>
                <a:ext cx="483659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929E3F63-8A99-4C4B-AEB2-F3E6CA355C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250" y="4638882"/>
                <a:ext cx="483659" cy="4878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B0C9FCC-0C5A-4227-885A-151E94C0119E}"/>
                  </a:ext>
                </a:extLst>
              </p:cNvPr>
              <p:cNvSpPr/>
              <p:nvPr/>
            </p:nvSpPr>
            <p:spPr>
              <a:xfrm>
                <a:off x="3662754" y="4391794"/>
                <a:ext cx="492443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B0C9FCC-0C5A-4227-885A-151E94C011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754" y="4391794"/>
                <a:ext cx="492443" cy="4878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id="{E109BC91-E6C0-4693-B793-A125EC8EF616}"/>
              </a:ext>
            </a:extLst>
          </p:cNvPr>
          <p:cNvSpPr/>
          <p:nvPr/>
        </p:nvSpPr>
        <p:spPr>
          <a:xfrm>
            <a:off x="3903614" y="6771328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CC26115-4AAC-4DB8-9DC6-FFF41B0E0C92}"/>
                  </a:ext>
                </a:extLst>
              </p:cNvPr>
              <p:cNvSpPr txBox="1"/>
              <p:nvPr/>
            </p:nvSpPr>
            <p:spPr>
              <a:xfrm>
                <a:off x="5288754" y="3466789"/>
                <a:ext cx="2432268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6,8,10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CC26115-4AAC-4DB8-9DC6-FFF41B0E0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754" y="3466789"/>
                <a:ext cx="2432268" cy="395493"/>
              </a:xfrm>
              <a:prstGeom prst="rect">
                <a:avLst/>
              </a:prstGeom>
              <a:blipFill>
                <a:blip r:embed="rId8"/>
                <a:stretch>
                  <a:fillRect l="-2757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E0C5C26A-C28E-491B-B7EC-88519EB6224A}"/>
              </a:ext>
            </a:extLst>
          </p:cNvPr>
          <p:cNvSpPr txBox="1"/>
          <p:nvPr/>
        </p:nvSpPr>
        <p:spPr>
          <a:xfrm>
            <a:off x="5605046" y="5717571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838EB37-86CD-4BA2-A143-53E965DD851B}"/>
              </a:ext>
            </a:extLst>
          </p:cNvPr>
          <p:cNvSpPr txBox="1"/>
          <p:nvPr/>
        </p:nvSpPr>
        <p:spPr>
          <a:xfrm>
            <a:off x="5020715" y="6452943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894FA97-DEA0-4090-85AA-D5D2DB23DB0E}"/>
              </a:ext>
            </a:extLst>
          </p:cNvPr>
          <p:cNvSpPr txBox="1"/>
          <p:nvPr/>
        </p:nvSpPr>
        <p:spPr>
          <a:xfrm>
            <a:off x="5755534" y="7015241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3BF8F15-FF5A-498E-A4D5-213E2197586C}"/>
              </a:ext>
            </a:extLst>
          </p:cNvPr>
          <p:cNvSpPr txBox="1"/>
          <p:nvPr/>
        </p:nvSpPr>
        <p:spPr>
          <a:xfrm>
            <a:off x="7312109" y="5492553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C31CFE2-5B6C-4E8D-9496-CE8DAF01D39F}"/>
              </a:ext>
            </a:extLst>
          </p:cNvPr>
          <p:cNvSpPr/>
          <p:nvPr/>
        </p:nvSpPr>
        <p:spPr>
          <a:xfrm>
            <a:off x="9025984" y="5309223"/>
            <a:ext cx="518091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D8B335A-62DF-4069-BE3D-AC8107146D30}"/>
              </a:ext>
            </a:extLst>
          </p:cNvPr>
          <p:cNvSpPr txBox="1"/>
          <p:nvPr/>
        </p:nvSpPr>
        <p:spPr>
          <a:xfrm>
            <a:off x="7752909" y="6771328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6D75DB4-456B-4DB9-BCDD-7AA014681271}"/>
              </a:ext>
            </a:extLst>
          </p:cNvPr>
          <p:cNvSpPr/>
          <p:nvPr/>
        </p:nvSpPr>
        <p:spPr>
          <a:xfrm>
            <a:off x="6135913" y="5508703"/>
            <a:ext cx="1256040" cy="2049312"/>
          </a:xfrm>
          <a:prstGeom prst="ellipse">
            <a:avLst/>
          </a:prstGeom>
          <a:solidFill>
            <a:srgbClr val="FF0000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A30094-6722-4876-9BDE-5F41D7AA116A}"/>
              </a:ext>
            </a:extLst>
          </p:cNvPr>
          <p:cNvSpPr txBox="1"/>
          <p:nvPr/>
        </p:nvSpPr>
        <p:spPr>
          <a:xfrm>
            <a:off x="6644460" y="5797049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D1C0B99-C2B5-4CD2-AF4F-9ABFCBBF2FA1}"/>
              </a:ext>
            </a:extLst>
          </p:cNvPr>
          <p:cNvSpPr txBox="1"/>
          <p:nvPr/>
        </p:nvSpPr>
        <p:spPr>
          <a:xfrm>
            <a:off x="6724307" y="6375196"/>
            <a:ext cx="351378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71971D0-38F8-4AD5-9832-A34D297B31D9}"/>
              </a:ext>
            </a:extLst>
          </p:cNvPr>
          <p:cNvSpPr txBox="1"/>
          <p:nvPr/>
        </p:nvSpPr>
        <p:spPr>
          <a:xfrm>
            <a:off x="6504888" y="7015241"/>
            <a:ext cx="518091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531F909-C901-4C5C-84E2-0443DEF653D7}"/>
              </a:ext>
            </a:extLst>
          </p:cNvPr>
          <p:cNvSpPr/>
          <p:nvPr/>
        </p:nvSpPr>
        <p:spPr>
          <a:xfrm>
            <a:off x="3992545" y="5309223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18871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5662934" y="1308367"/>
            <a:ext cx="1547576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Resta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8ED6054-EC96-4B41-8872-6F6CE2F73B64}"/>
                  </a:ext>
                </a:extLst>
              </p:cNvPr>
              <p:cNvSpPr txBox="1"/>
              <p:nvPr/>
            </p:nvSpPr>
            <p:spPr>
              <a:xfrm>
                <a:off x="5016426" y="2775978"/>
                <a:ext cx="234993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2,4,6,8,10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8ED6054-EC96-4B41-8872-6F6CE2F73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426" y="2775978"/>
                <a:ext cx="2349939" cy="395493"/>
              </a:xfrm>
              <a:prstGeom prst="rect">
                <a:avLst/>
              </a:prstGeom>
              <a:blipFill>
                <a:blip r:embed="rId2"/>
                <a:stretch>
                  <a:fillRect l="-2857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1192457-6C01-40E2-96B1-7B51C2C4A3AA}"/>
                  </a:ext>
                </a:extLst>
              </p:cNvPr>
              <p:cNvSpPr txBox="1"/>
              <p:nvPr/>
            </p:nvSpPr>
            <p:spPr>
              <a:xfrm>
                <a:off x="1272010" y="2775978"/>
                <a:ext cx="258634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5,6,7,8,9,10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1192457-6C01-40E2-96B1-7B51C2C4A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010" y="2775978"/>
                <a:ext cx="2586349" cy="395493"/>
              </a:xfrm>
              <a:prstGeom prst="rect">
                <a:avLst/>
              </a:prstGeom>
              <a:blipFill>
                <a:blip r:embed="rId3"/>
                <a:stretch>
                  <a:fillRect l="-259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30FEB44-9C6E-472E-8CCD-AC79517BD59A}"/>
                  </a:ext>
                </a:extLst>
              </p:cNvPr>
              <p:cNvSpPr txBox="1"/>
              <p:nvPr/>
            </p:nvSpPr>
            <p:spPr>
              <a:xfrm>
                <a:off x="8148837" y="2775978"/>
                <a:ext cx="4041876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1,2,3,4,5,6,7,8,9,10,11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30FEB44-9C6E-472E-8CCD-AC79517BD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837" y="2775978"/>
                <a:ext cx="4041876" cy="395493"/>
              </a:xfrm>
              <a:prstGeom prst="rect">
                <a:avLst/>
              </a:prstGeom>
              <a:blipFill>
                <a:blip r:embed="rId4"/>
                <a:stretch>
                  <a:fillRect l="-150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CC26115-4AAC-4DB8-9DC6-FFF41B0E0C92}"/>
                  </a:ext>
                </a:extLst>
              </p:cNvPr>
              <p:cNvSpPr txBox="1"/>
              <p:nvPr/>
            </p:nvSpPr>
            <p:spPr>
              <a:xfrm>
                <a:off x="2056964" y="3524085"/>
                <a:ext cx="227196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5,7,9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CC26115-4AAC-4DB8-9DC6-FFF41B0E0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964" y="3524085"/>
                <a:ext cx="2271969" cy="395493"/>
              </a:xfrm>
              <a:prstGeom prst="rect">
                <a:avLst/>
              </a:prstGeom>
              <a:blipFill>
                <a:blip r:embed="rId5"/>
                <a:stretch>
                  <a:fillRect l="-268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29B4F78B-4AE4-4108-AE87-9A7810F3A0C1}"/>
              </a:ext>
            </a:extLst>
          </p:cNvPr>
          <p:cNvSpPr/>
          <p:nvPr/>
        </p:nvSpPr>
        <p:spPr>
          <a:xfrm>
            <a:off x="1576035" y="4227140"/>
            <a:ext cx="4705301" cy="3139364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E0E307F0-7839-448D-9DBD-C6F908270936}"/>
              </a:ext>
            </a:extLst>
          </p:cNvPr>
          <p:cNvSpPr/>
          <p:nvPr/>
        </p:nvSpPr>
        <p:spPr>
          <a:xfrm>
            <a:off x="1828199" y="4759730"/>
            <a:ext cx="2586349" cy="2448272"/>
          </a:xfrm>
          <a:prstGeom prst="ellipse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55E1AA3-0F7E-4793-A0DE-AFE998B8803C}"/>
                  </a:ext>
                </a:extLst>
              </p:cNvPr>
              <p:cNvSpPr/>
              <p:nvPr/>
            </p:nvSpPr>
            <p:spPr>
              <a:xfrm>
                <a:off x="2818565" y="4249522"/>
                <a:ext cx="470000" cy="487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55E1AA3-0F7E-4793-A0DE-AFE998B880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565" y="4249522"/>
                <a:ext cx="470000" cy="4878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929E3F63-8A99-4C4B-AEB2-F3E6CA355CF1}"/>
                  </a:ext>
                </a:extLst>
              </p:cNvPr>
              <p:cNvSpPr/>
              <p:nvPr/>
            </p:nvSpPr>
            <p:spPr>
              <a:xfrm>
                <a:off x="4555277" y="4249522"/>
                <a:ext cx="483659" cy="487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929E3F63-8A99-4C4B-AEB2-F3E6CA355C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277" y="4249522"/>
                <a:ext cx="483659" cy="4878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B0C9FCC-0C5A-4227-885A-151E94C0119E}"/>
                  </a:ext>
                </a:extLst>
              </p:cNvPr>
              <p:cNvSpPr/>
              <p:nvPr/>
            </p:nvSpPr>
            <p:spPr>
              <a:xfrm>
                <a:off x="1540421" y="4227140"/>
                <a:ext cx="492443" cy="487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B0C9FCC-0C5A-4227-885A-151E94C011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421" y="4227140"/>
                <a:ext cx="492443" cy="4878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id="{E109BC91-E6C0-4693-B793-A125EC8EF616}"/>
              </a:ext>
            </a:extLst>
          </p:cNvPr>
          <p:cNvSpPr/>
          <p:nvPr/>
        </p:nvSpPr>
        <p:spPr>
          <a:xfrm>
            <a:off x="1576035" y="6380447"/>
            <a:ext cx="351378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C31CFE2-5B6C-4E8D-9496-CE8DAF01D39F}"/>
              </a:ext>
            </a:extLst>
          </p:cNvPr>
          <p:cNvSpPr/>
          <p:nvPr/>
        </p:nvSpPr>
        <p:spPr>
          <a:xfrm>
            <a:off x="5568581" y="4380292"/>
            <a:ext cx="518091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385A931-590C-49F8-AF4D-C6D80EC0DD73}"/>
                  </a:ext>
                </a:extLst>
              </p:cNvPr>
              <p:cNvSpPr txBox="1"/>
              <p:nvPr/>
            </p:nvSpPr>
            <p:spPr>
              <a:xfrm>
                <a:off x="8764266" y="3523164"/>
                <a:ext cx="202190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2,4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385A931-590C-49F8-AF4D-C6D80EC0D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266" y="3523164"/>
                <a:ext cx="2021900" cy="395493"/>
              </a:xfrm>
              <a:prstGeom prst="rect">
                <a:avLst/>
              </a:prstGeom>
              <a:blipFill>
                <a:blip r:embed="rId9"/>
                <a:stretch>
                  <a:fillRect l="-3323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Elipse 50">
            <a:extLst>
              <a:ext uri="{FF2B5EF4-FFF2-40B4-BE49-F238E27FC236}">
                <a16:creationId xmlns:a16="http://schemas.microsoft.com/office/drawing/2014/main" id="{2274C2D3-30BE-47F6-9BD4-C72BBDFF0A53}"/>
              </a:ext>
            </a:extLst>
          </p:cNvPr>
          <p:cNvSpPr/>
          <p:nvPr/>
        </p:nvSpPr>
        <p:spPr>
          <a:xfrm>
            <a:off x="1825113" y="4753790"/>
            <a:ext cx="2586349" cy="2448272"/>
          </a:xfrm>
          <a:prstGeom prst="ellipse">
            <a:avLst/>
          </a:prstGeom>
          <a:solidFill>
            <a:srgbClr val="FF0000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DFF75B9D-AD52-4231-9742-BD20A0E6906D}"/>
              </a:ext>
            </a:extLst>
          </p:cNvPr>
          <p:cNvSpPr/>
          <p:nvPr/>
        </p:nvSpPr>
        <p:spPr>
          <a:xfrm>
            <a:off x="3384254" y="4753790"/>
            <a:ext cx="2586349" cy="244827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3BF8F15-FF5A-498E-A4D5-213E2197586C}"/>
              </a:ext>
            </a:extLst>
          </p:cNvPr>
          <p:cNvSpPr txBox="1"/>
          <p:nvPr/>
        </p:nvSpPr>
        <p:spPr>
          <a:xfrm>
            <a:off x="4797106" y="5019506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D8B335A-62DF-4069-BE3D-AC8107146D30}"/>
              </a:ext>
            </a:extLst>
          </p:cNvPr>
          <p:cNvSpPr txBox="1"/>
          <p:nvPr/>
        </p:nvSpPr>
        <p:spPr>
          <a:xfrm>
            <a:off x="4946481" y="6323011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A30094-6722-4876-9BDE-5F41D7AA116A}"/>
              </a:ext>
            </a:extLst>
          </p:cNvPr>
          <p:cNvSpPr txBox="1"/>
          <p:nvPr/>
        </p:nvSpPr>
        <p:spPr>
          <a:xfrm>
            <a:off x="3761471" y="5130641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D1C0B99-C2B5-4CD2-AF4F-9ABFCBBF2FA1}"/>
              </a:ext>
            </a:extLst>
          </p:cNvPr>
          <p:cNvSpPr txBox="1"/>
          <p:nvPr/>
        </p:nvSpPr>
        <p:spPr>
          <a:xfrm>
            <a:off x="3788612" y="5702062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71971D0-38F8-4AD5-9832-A34D297B31D9}"/>
              </a:ext>
            </a:extLst>
          </p:cNvPr>
          <p:cNvSpPr txBox="1"/>
          <p:nvPr/>
        </p:nvSpPr>
        <p:spPr>
          <a:xfrm>
            <a:off x="3621899" y="6348833"/>
            <a:ext cx="518091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16D8F79-3DA6-49BE-9EBE-8555788A1A89}"/>
              </a:ext>
            </a:extLst>
          </p:cNvPr>
          <p:cNvSpPr/>
          <p:nvPr/>
        </p:nvSpPr>
        <p:spPr>
          <a:xfrm>
            <a:off x="7318952" y="4227140"/>
            <a:ext cx="4705301" cy="3139364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ángulo 53">
                <a:extLst>
                  <a:ext uri="{FF2B5EF4-FFF2-40B4-BE49-F238E27FC236}">
                    <a16:creationId xmlns:a16="http://schemas.microsoft.com/office/drawing/2014/main" id="{9010CDD5-111E-4FE1-B0DE-7AD43DC213AB}"/>
                  </a:ext>
                </a:extLst>
              </p:cNvPr>
              <p:cNvSpPr/>
              <p:nvPr/>
            </p:nvSpPr>
            <p:spPr>
              <a:xfrm>
                <a:off x="8561482" y="4249522"/>
                <a:ext cx="470000" cy="487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Rectángulo 53">
                <a:extLst>
                  <a:ext uri="{FF2B5EF4-FFF2-40B4-BE49-F238E27FC236}">
                    <a16:creationId xmlns:a16="http://schemas.microsoft.com/office/drawing/2014/main" id="{9010CDD5-111E-4FE1-B0DE-7AD43DC213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482" y="4249522"/>
                <a:ext cx="470000" cy="4878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ángulo 54">
                <a:extLst>
                  <a:ext uri="{FF2B5EF4-FFF2-40B4-BE49-F238E27FC236}">
                    <a16:creationId xmlns:a16="http://schemas.microsoft.com/office/drawing/2014/main" id="{3A4D351C-00D1-466F-A0EC-165AC123051B}"/>
                  </a:ext>
                </a:extLst>
              </p:cNvPr>
              <p:cNvSpPr/>
              <p:nvPr/>
            </p:nvSpPr>
            <p:spPr>
              <a:xfrm>
                <a:off x="10298194" y="4249522"/>
                <a:ext cx="483659" cy="487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Rectángulo 54">
                <a:extLst>
                  <a:ext uri="{FF2B5EF4-FFF2-40B4-BE49-F238E27FC236}">
                    <a16:creationId xmlns:a16="http://schemas.microsoft.com/office/drawing/2014/main" id="{3A4D351C-00D1-466F-A0EC-165AC12305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94" y="4249522"/>
                <a:ext cx="483659" cy="4878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ángulo 55">
                <a:extLst>
                  <a:ext uri="{FF2B5EF4-FFF2-40B4-BE49-F238E27FC236}">
                    <a16:creationId xmlns:a16="http://schemas.microsoft.com/office/drawing/2014/main" id="{FF6AD70F-9DE7-43CF-868D-35E131B1C173}"/>
                  </a:ext>
                </a:extLst>
              </p:cNvPr>
              <p:cNvSpPr/>
              <p:nvPr/>
            </p:nvSpPr>
            <p:spPr>
              <a:xfrm>
                <a:off x="7283338" y="4227140"/>
                <a:ext cx="492443" cy="487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Rectángulo 55">
                <a:extLst>
                  <a:ext uri="{FF2B5EF4-FFF2-40B4-BE49-F238E27FC236}">
                    <a16:creationId xmlns:a16="http://schemas.microsoft.com/office/drawing/2014/main" id="{FF6AD70F-9DE7-43CF-868D-35E131B1C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338" y="4227140"/>
                <a:ext cx="492443" cy="48782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ángulo 56">
            <a:extLst>
              <a:ext uri="{FF2B5EF4-FFF2-40B4-BE49-F238E27FC236}">
                <a16:creationId xmlns:a16="http://schemas.microsoft.com/office/drawing/2014/main" id="{8EABC413-C9EF-44FD-B8B1-6C70DEAD4AF9}"/>
              </a:ext>
            </a:extLst>
          </p:cNvPr>
          <p:cNvSpPr/>
          <p:nvPr/>
        </p:nvSpPr>
        <p:spPr>
          <a:xfrm>
            <a:off x="7318952" y="6380447"/>
            <a:ext cx="351378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CE07E9D5-7E49-49F5-9EE0-3394DD892D6C}"/>
              </a:ext>
            </a:extLst>
          </p:cNvPr>
          <p:cNvSpPr/>
          <p:nvPr/>
        </p:nvSpPr>
        <p:spPr>
          <a:xfrm>
            <a:off x="11311498" y="4380292"/>
            <a:ext cx="518091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06886536-59EE-403A-A8F5-026DACF77291}"/>
              </a:ext>
            </a:extLst>
          </p:cNvPr>
          <p:cNvSpPr/>
          <p:nvPr/>
        </p:nvSpPr>
        <p:spPr>
          <a:xfrm>
            <a:off x="9127171" y="4753790"/>
            <a:ext cx="2586349" cy="2448272"/>
          </a:xfrm>
          <a:prstGeom prst="ellipse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894FA97-DEA0-4090-85AA-D5D2DB23DB0E}"/>
              </a:ext>
            </a:extLst>
          </p:cNvPr>
          <p:cNvSpPr txBox="1"/>
          <p:nvPr/>
        </p:nvSpPr>
        <p:spPr>
          <a:xfrm>
            <a:off x="2818565" y="6252447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838EB37-86CD-4BA2-A143-53E965DD851B}"/>
              </a:ext>
            </a:extLst>
          </p:cNvPr>
          <p:cNvSpPr txBox="1"/>
          <p:nvPr/>
        </p:nvSpPr>
        <p:spPr>
          <a:xfrm>
            <a:off x="2265502" y="5552909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C5C26A-C28E-491B-B7EC-88519EB6224A}"/>
              </a:ext>
            </a:extLst>
          </p:cNvPr>
          <p:cNvSpPr txBox="1"/>
          <p:nvPr/>
        </p:nvSpPr>
        <p:spPr>
          <a:xfrm>
            <a:off x="2913146" y="4975247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A53E6DCD-DEB3-4BF1-B30E-E240CC3DEAAA}"/>
              </a:ext>
            </a:extLst>
          </p:cNvPr>
          <p:cNvSpPr/>
          <p:nvPr/>
        </p:nvSpPr>
        <p:spPr>
          <a:xfrm>
            <a:off x="9141030" y="4732465"/>
            <a:ext cx="2586349" cy="2448272"/>
          </a:xfrm>
          <a:prstGeom prst="ellipse">
            <a:avLst/>
          </a:prstGeom>
          <a:solidFill>
            <a:srgbClr val="FF0000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382D49B-6231-4572-8963-F9BC7F97AA7B}"/>
              </a:ext>
            </a:extLst>
          </p:cNvPr>
          <p:cNvSpPr txBox="1"/>
          <p:nvPr/>
        </p:nvSpPr>
        <p:spPr>
          <a:xfrm>
            <a:off x="10540023" y="5019506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79877381-3D01-4DF8-B792-A879E6FBFA4F}"/>
              </a:ext>
            </a:extLst>
          </p:cNvPr>
          <p:cNvSpPr txBox="1"/>
          <p:nvPr/>
        </p:nvSpPr>
        <p:spPr>
          <a:xfrm>
            <a:off x="10689398" y="6323011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8E0F9BDE-1CB2-4C91-8154-A16D1702852C}"/>
              </a:ext>
            </a:extLst>
          </p:cNvPr>
          <p:cNvSpPr/>
          <p:nvPr/>
        </p:nvSpPr>
        <p:spPr>
          <a:xfrm>
            <a:off x="7680857" y="4775115"/>
            <a:ext cx="2586349" cy="244827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A64A48B-A0BE-459B-B0C6-C78BF43072DD}"/>
              </a:ext>
            </a:extLst>
          </p:cNvPr>
          <p:cNvSpPr txBox="1"/>
          <p:nvPr/>
        </p:nvSpPr>
        <p:spPr>
          <a:xfrm>
            <a:off x="8561482" y="6252447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AAD4872-970C-4819-8CCC-E2CE8D7FC0D6}"/>
              </a:ext>
            </a:extLst>
          </p:cNvPr>
          <p:cNvSpPr txBox="1"/>
          <p:nvPr/>
        </p:nvSpPr>
        <p:spPr>
          <a:xfrm>
            <a:off x="8008419" y="5552909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B2C3065-D4D9-414E-97B3-3EA74D9A7FB3}"/>
              </a:ext>
            </a:extLst>
          </p:cNvPr>
          <p:cNvSpPr txBox="1"/>
          <p:nvPr/>
        </p:nvSpPr>
        <p:spPr>
          <a:xfrm>
            <a:off x="8656063" y="4975247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8CE50538-0978-4373-938B-34EED8141FA9}"/>
              </a:ext>
            </a:extLst>
          </p:cNvPr>
          <p:cNvSpPr txBox="1"/>
          <p:nvPr/>
        </p:nvSpPr>
        <p:spPr>
          <a:xfrm>
            <a:off x="9504388" y="5130641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D88F396-6163-4D47-94D1-17ABE3BA5390}"/>
              </a:ext>
            </a:extLst>
          </p:cNvPr>
          <p:cNvSpPr txBox="1"/>
          <p:nvPr/>
        </p:nvSpPr>
        <p:spPr>
          <a:xfrm>
            <a:off x="9531529" y="5702062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F79413BE-47DD-48AB-82E2-F756B7137D26}"/>
              </a:ext>
            </a:extLst>
          </p:cNvPr>
          <p:cNvSpPr txBox="1"/>
          <p:nvPr/>
        </p:nvSpPr>
        <p:spPr>
          <a:xfrm>
            <a:off x="9364816" y="6348833"/>
            <a:ext cx="518091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40F5DE34-B5A1-40A2-9567-D1C9098B830E}"/>
              </a:ext>
            </a:extLst>
          </p:cNvPr>
          <p:cNvSpPr/>
          <p:nvPr/>
        </p:nvSpPr>
        <p:spPr>
          <a:xfrm>
            <a:off x="1795402" y="4766185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8641581-0FEB-458E-A329-A6AE4A8AB1F4}"/>
              </a:ext>
            </a:extLst>
          </p:cNvPr>
          <p:cNvSpPr/>
          <p:nvPr/>
        </p:nvSpPr>
        <p:spPr>
          <a:xfrm>
            <a:off x="7441303" y="4780508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2126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51" grpId="0" animBg="1"/>
      <p:bldP spid="6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4934699" y="1264998"/>
            <a:ext cx="4394053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Complemento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8ED6054-EC96-4B41-8872-6F6CE2F73B64}"/>
                  </a:ext>
                </a:extLst>
              </p:cNvPr>
              <p:cNvSpPr txBox="1"/>
              <p:nvPr/>
            </p:nvSpPr>
            <p:spPr>
              <a:xfrm>
                <a:off x="5016426" y="2775978"/>
                <a:ext cx="234993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2,4,6,8,10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8ED6054-EC96-4B41-8872-6F6CE2F73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426" y="2775978"/>
                <a:ext cx="2349939" cy="395493"/>
              </a:xfrm>
              <a:prstGeom prst="rect">
                <a:avLst/>
              </a:prstGeom>
              <a:blipFill>
                <a:blip r:embed="rId2"/>
                <a:stretch>
                  <a:fillRect l="-2857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1192457-6C01-40E2-96B1-7B51C2C4A3AA}"/>
                  </a:ext>
                </a:extLst>
              </p:cNvPr>
              <p:cNvSpPr txBox="1"/>
              <p:nvPr/>
            </p:nvSpPr>
            <p:spPr>
              <a:xfrm>
                <a:off x="1272010" y="2775978"/>
                <a:ext cx="2586349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5,6,7,8,9,10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1192457-6C01-40E2-96B1-7B51C2C4A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010" y="2775978"/>
                <a:ext cx="2586349" cy="395493"/>
              </a:xfrm>
              <a:prstGeom prst="rect">
                <a:avLst/>
              </a:prstGeom>
              <a:blipFill>
                <a:blip r:embed="rId3"/>
                <a:stretch>
                  <a:fillRect l="-259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30FEB44-9C6E-472E-8CCD-AC79517BD59A}"/>
                  </a:ext>
                </a:extLst>
              </p:cNvPr>
              <p:cNvSpPr txBox="1"/>
              <p:nvPr/>
            </p:nvSpPr>
            <p:spPr>
              <a:xfrm>
                <a:off x="8148837" y="2775978"/>
                <a:ext cx="4041876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1,2,3,4,5,6,7,8,9,10,11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30FEB44-9C6E-472E-8CCD-AC79517BD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837" y="2775978"/>
                <a:ext cx="4041876" cy="395493"/>
              </a:xfrm>
              <a:prstGeom prst="rect">
                <a:avLst/>
              </a:prstGeom>
              <a:blipFill>
                <a:blip r:embed="rId4"/>
                <a:stretch>
                  <a:fillRect l="-150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CC26115-4AAC-4DB8-9DC6-FFF41B0E0C92}"/>
                  </a:ext>
                </a:extLst>
              </p:cNvPr>
              <p:cNvSpPr txBox="1"/>
              <p:nvPr/>
            </p:nvSpPr>
            <p:spPr>
              <a:xfrm>
                <a:off x="2056964" y="3524085"/>
                <a:ext cx="2428485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1,2,3,4,11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CC26115-4AAC-4DB8-9DC6-FFF41B0E0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964" y="3524085"/>
                <a:ext cx="2428485" cy="395493"/>
              </a:xfrm>
              <a:prstGeom prst="rect">
                <a:avLst/>
              </a:prstGeom>
              <a:blipFill>
                <a:blip r:embed="rId5"/>
                <a:stretch>
                  <a:fillRect l="-2506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29B4F78B-4AE4-4108-AE87-9A7810F3A0C1}"/>
              </a:ext>
            </a:extLst>
          </p:cNvPr>
          <p:cNvSpPr/>
          <p:nvPr/>
        </p:nvSpPr>
        <p:spPr>
          <a:xfrm>
            <a:off x="1576035" y="4227140"/>
            <a:ext cx="4705301" cy="3139364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55E1AA3-0F7E-4793-A0DE-AFE998B8803C}"/>
                  </a:ext>
                </a:extLst>
              </p:cNvPr>
              <p:cNvSpPr/>
              <p:nvPr/>
            </p:nvSpPr>
            <p:spPr>
              <a:xfrm>
                <a:off x="2818565" y="4249522"/>
                <a:ext cx="470000" cy="487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55E1AA3-0F7E-4793-A0DE-AFE998B880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565" y="4249522"/>
                <a:ext cx="470000" cy="4878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929E3F63-8A99-4C4B-AEB2-F3E6CA355CF1}"/>
                  </a:ext>
                </a:extLst>
              </p:cNvPr>
              <p:cNvSpPr/>
              <p:nvPr/>
            </p:nvSpPr>
            <p:spPr>
              <a:xfrm>
                <a:off x="4555277" y="4249522"/>
                <a:ext cx="483659" cy="487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929E3F63-8A99-4C4B-AEB2-F3E6CA355C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277" y="4249522"/>
                <a:ext cx="483659" cy="4878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B0C9FCC-0C5A-4227-885A-151E94C0119E}"/>
                  </a:ext>
                </a:extLst>
              </p:cNvPr>
              <p:cNvSpPr/>
              <p:nvPr/>
            </p:nvSpPr>
            <p:spPr>
              <a:xfrm>
                <a:off x="1540421" y="4227140"/>
                <a:ext cx="492443" cy="487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B0C9FCC-0C5A-4227-885A-151E94C011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421" y="4227140"/>
                <a:ext cx="492443" cy="4878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385A931-590C-49F8-AF4D-C6D80EC0DD73}"/>
                  </a:ext>
                </a:extLst>
              </p:cNvPr>
              <p:cNvSpPr txBox="1"/>
              <p:nvPr/>
            </p:nvSpPr>
            <p:spPr>
              <a:xfrm>
                <a:off x="8764266" y="3523164"/>
                <a:ext cx="2698624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CO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5,7</m:t>
                          </m:r>
                          <m:r>
                            <a:rPr lang="es-C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,9,</m:t>
                          </m:r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385A931-590C-49F8-AF4D-C6D80EC0D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266" y="3523164"/>
                <a:ext cx="2698624" cy="395493"/>
              </a:xfrm>
              <a:prstGeom prst="rect">
                <a:avLst/>
              </a:prstGeom>
              <a:blipFill>
                <a:blip r:embed="rId9"/>
                <a:stretch>
                  <a:fillRect l="-2489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ipse 29">
            <a:extLst>
              <a:ext uri="{FF2B5EF4-FFF2-40B4-BE49-F238E27FC236}">
                <a16:creationId xmlns:a16="http://schemas.microsoft.com/office/drawing/2014/main" id="{DFF75B9D-AD52-4231-9742-BD20A0E6906D}"/>
              </a:ext>
            </a:extLst>
          </p:cNvPr>
          <p:cNvSpPr/>
          <p:nvPr/>
        </p:nvSpPr>
        <p:spPr>
          <a:xfrm>
            <a:off x="3384254" y="4753790"/>
            <a:ext cx="2586349" cy="2448272"/>
          </a:xfrm>
          <a:prstGeom prst="ellipse">
            <a:avLst/>
          </a:prstGeom>
          <a:solidFill>
            <a:schemeClr val="accent6">
              <a:lumMod val="60000"/>
              <a:lumOff val="40000"/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16D8F79-3DA6-49BE-9EBE-8555788A1A89}"/>
              </a:ext>
            </a:extLst>
          </p:cNvPr>
          <p:cNvSpPr/>
          <p:nvPr/>
        </p:nvSpPr>
        <p:spPr>
          <a:xfrm>
            <a:off x="7318952" y="4227140"/>
            <a:ext cx="4705301" cy="3139364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ángulo 53">
                <a:extLst>
                  <a:ext uri="{FF2B5EF4-FFF2-40B4-BE49-F238E27FC236}">
                    <a16:creationId xmlns:a16="http://schemas.microsoft.com/office/drawing/2014/main" id="{9010CDD5-111E-4FE1-B0DE-7AD43DC213AB}"/>
                  </a:ext>
                </a:extLst>
              </p:cNvPr>
              <p:cNvSpPr/>
              <p:nvPr/>
            </p:nvSpPr>
            <p:spPr>
              <a:xfrm>
                <a:off x="8561482" y="4249522"/>
                <a:ext cx="470000" cy="487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Rectángulo 53">
                <a:extLst>
                  <a:ext uri="{FF2B5EF4-FFF2-40B4-BE49-F238E27FC236}">
                    <a16:creationId xmlns:a16="http://schemas.microsoft.com/office/drawing/2014/main" id="{9010CDD5-111E-4FE1-B0DE-7AD43DC213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482" y="4249522"/>
                <a:ext cx="470000" cy="4878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ángulo 54">
                <a:extLst>
                  <a:ext uri="{FF2B5EF4-FFF2-40B4-BE49-F238E27FC236}">
                    <a16:creationId xmlns:a16="http://schemas.microsoft.com/office/drawing/2014/main" id="{3A4D351C-00D1-466F-A0EC-165AC123051B}"/>
                  </a:ext>
                </a:extLst>
              </p:cNvPr>
              <p:cNvSpPr/>
              <p:nvPr/>
            </p:nvSpPr>
            <p:spPr>
              <a:xfrm>
                <a:off x="10298194" y="4249522"/>
                <a:ext cx="483659" cy="487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Rectángulo 54">
                <a:extLst>
                  <a:ext uri="{FF2B5EF4-FFF2-40B4-BE49-F238E27FC236}">
                    <a16:creationId xmlns:a16="http://schemas.microsoft.com/office/drawing/2014/main" id="{3A4D351C-00D1-466F-A0EC-165AC12305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94" y="4249522"/>
                <a:ext cx="483659" cy="4878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ángulo 55">
                <a:extLst>
                  <a:ext uri="{FF2B5EF4-FFF2-40B4-BE49-F238E27FC236}">
                    <a16:creationId xmlns:a16="http://schemas.microsoft.com/office/drawing/2014/main" id="{FF6AD70F-9DE7-43CF-868D-35E131B1C173}"/>
                  </a:ext>
                </a:extLst>
              </p:cNvPr>
              <p:cNvSpPr/>
              <p:nvPr/>
            </p:nvSpPr>
            <p:spPr>
              <a:xfrm>
                <a:off x="7283338" y="4227140"/>
                <a:ext cx="492443" cy="487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Rectángulo 55">
                <a:extLst>
                  <a:ext uri="{FF2B5EF4-FFF2-40B4-BE49-F238E27FC236}">
                    <a16:creationId xmlns:a16="http://schemas.microsoft.com/office/drawing/2014/main" id="{FF6AD70F-9DE7-43CF-868D-35E131B1C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338" y="4227140"/>
                <a:ext cx="492443" cy="48782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Elipse 52">
            <a:extLst>
              <a:ext uri="{FF2B5EF4-FFF2-40B4-BE49-F238E27FC236}">
                <a16:creationId xmlns:a16="http://schemas.microsoft.com/office/drawing/2014/main" id="{8E0F9BDE-1CB2-4C91-8154-A16D1702852C}"/>
              </a:ext>
            </a:extLst>
          </p:cNvPr>
          <p:cNvSpPr/>
          <p:nvPr/>
        </p:nvSpPr>
        <p:spPr>
          <a:xfrm>
            <a:off x="7680857" y="4775115"/>
            <a:ext cx="2586349" cy="2448272"/>
          </a:xfrm>
          <a:prstGeom prst="ellipse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F4CC97E0-6CAE-4715-959C-5B682172233A}"/>
              </a:ext>
            </a:extLst>
          </p:cNvPr>
          <p:cNvSpPr/>
          <p:nvPr/>
        </p:nvSpPr>
        <p:spPr>
          <a:xfrm>
            <a:off x="1560639" y="4227140"/>
            <a:ext cx="4705301" cy="3139364"/>
          </a:xfrm>
          <a:prstGeom prst="rect">
            <a:avLst/>
          </a:prstGeom>
          <a:solidFill>
            <a:srgbClr val="FF0000">
              <a:alpha val="9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E0E307F0-7839-448D-9DBD-C6F908270936}"/>
              </a:ext>
            </a:extLst>
          </p:cNvPr>
          <p:cNvSpPr/>
          <p:nvPr/>
        </p:nvSpPr>
        <p:spPr>
          <a:xfrm>
            <a:off x="1954671" y="4756565"/>
            <a:ext cx="2586349" cy="2448272"/>
          </a:xfrm>
          <a:prstGeom prst="ellipse">
            <a:avLst/>
          </a:prstGeom>
          <a:solidFill>
            <a:schemeClr val="accent1">
              <a:alpha val="9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894FA97-DEA0-4090-85AA-D5D2DB23DB0E}"/>
              </a:ext>
            </a:extLst>
          </p:cNvPr>
          <p:cNvSpPr txBox="1"/>
          <p:nvPr/>
        </p:nvSpPr>
        <p:spPr>
          <a:xfrm>
            <a:off x="2818565" y="6252447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838EB37-86CD-4BA2-A143-53E965DD851B}"/>
              </a:ext>
            </a:extLst>
          </p:cNvPr>
          <p:cNvSpPr txBox="1"/>
          <p:nvPr/>
        </p:nvSpPr>
        <p:spPr>
          <a:xfrm>
            <a:off x="2265502" y="5552909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109BC91-E6C0-4693-B793-A125EC8EF616}"/>
              </a:ext>
            </a:extLst>
          </p:cNvPr>
          <p:cNvSpPr/>
          <p:nvPr/>
        </p:nvSpPr>
        <p:spPr>
          <a:xfrm>
            <a:off x="1576035" y="6380447"/>
            <a:ext cx="351378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BC23F90D-6E1C-4F76-AD61-746126D12DBB}"/>
              </a:ext>
            </a:extLst>
          </p:cNvPr>
          <p:cNvSpPr/>
          <p:nvPr/>
        </p:nvSpPr>
        <p:spPr>
          <a:xfrm>
            <a:off x="1692782" y="4753790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C5C26A-C28E-491B-B7EC-88519EB6224A}"/>
              </a:ext>
            </a:extLst>
          </p:cNvPr>
          <p:cNvSpPr txBox="1"/>
          <p:nvPr/>
        </p:nvSpPr>
        <p:spPr>
          <a:xfrm>
            <a:off x="2913146" y="4975247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A30094-6722-4876-9BDE-5F41D7AA116A}"/>
              </a:ext>
            </a:extLst>
          </p:cNvPr>
          <p:cNvSpPr txBox="1"/>
          <p:nvPr/>
        </p:nvSpPr>
        <p:spPr>
          <a:xfrm>
            <a:off x="3761471" y="5130641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D1C0B99-C2B5-4CD2-AF4F-9ABFCBBF2FA1}"/>
              </a:ext>
            </a:extLst>
          </p:cNvPr>
          <p:cNvSpPr txBox="1"/>
          <p:nvPr/>
        </p:nvSpPr>
        <p:spPr>
          <a:xfrm>
            <a:off x="3788612" y="5702062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71971D0-38F8-4AD5-9832-A34D297B31D9}"/>
              </a:ext>
            </a:extLst>
          </p:cNvPr>
          <p:cNvSpPr txBox="1"/>
          <p:nvPr/>
        </p:nvSpPr>
        <p:spPr>
          <a:xfrm>
            <a:off x="3621899" y="6348833"/>
            <a:ext cx="518091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D8B335A-62DF-4069-BE3D-AC8107146D30}"/>
              </a:ext>
            </a:extLst>
          </p:cNvPr>
          <p:cNvSpPr txBox="1"/>
          <p:nvPr/>
        </p:nvSpPr>
        <p:spPr>
          <a:xfrm>
            <a:off x="4946481" y="6323011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3BF8F15-FF5A-498E-A4D5-213E2197586C}"/>
              </a:ext>
            </a:extLst>
          </p:cNvPr>
          <p:cNvSpPr txBox="1"/>
          <p:nvPr/>
        </p:nvSpPr>
        <p:spPr>
          <a:xfrm>
            <a:off x="4797106" y="5019506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C31CFE2-5B6C-4E8D-9496-CE8DAF01D39F}"/>
              </a:ext>
            </a:extLst>
          </p:cNvPr>
          <p:cNvSpPr/>
          <p:nvPr/>
        </p:nvSpPr>
        <p:spPr>
          <a:xfrm>
            <a:off x="5568581" y="4380292"/>
            <a:ext cx="518091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42C10392-41E0-4640-A341-BF4E7283A68D}"/>
              </a:ext>
            </a:extLst>
          </p:cNvPr>
          <p:cNvSpPr/>
          <p:nvPr/>
        </p:nvSpPr>
        <p:spPr>
          <a:xfrm>
            <a:off x="7300913" y="4227140"/>
            <a:ext cx="4705301" cy="3139364"/>
          </a:xfrm>
          <a:prstGeom prst="rect">
            <a:avLst/>
          </a:prstGeom>
          <a:solidFill>
            <a:srgbClr val="FF0000">
              <a:alpha val="9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06886536-59EE-403A-A8F5-026DACF77291}"/>
              </a:ext>
            </a:extLst>
          </p:cNvPr>
          <p:cNvSpPr/>
          <p:nvPr/>
        </p:nvSpPr>
        <p:spPr>
          <a:xfrm>
            <a:off x="9098434" y="4797497"/>
            <a:ext cx="2586349" cy="244827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79877381-3D01-4DF8-B792-A879E6FBFA4F}"/>
              </a:ext>
            </a:extLst>
          </p:cNvPr>
          <p:cNvSpPr txBox="1"/>
          <p:nvPr/>
        </p:nvSpPr>
        <p:spPr>
          <a:xfrm>
            <a:off x="10689398" y="6323011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382D49B-6231-4572-8963-F9BC7F97AA7B}"/>
              </a:ext>
            </a:extLst>
          </p:cNvPr>
          <p:cNvSpPr txBox="1"/>
          <p:nvPr/>
        </p:nvSpPr>
        <p:spPr>
          <a:xfrm>
            <a:off x="10540023" y="5019506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F79413BE-47DD-48AB-82E2-F756B7137D26}"/>
              </a:ext>
            </a:extLst>
          </p:cNvPr>
          <p:cNvSpPr txBox="1"/>
          <p:nvPr/>
        </p:nvSpPr>
        <p:spPr>
          <a:xfrm>
            <a:off x="9364816" y="6348833"/>
            <a:ext cx="518091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CE07E9D5-7E49-49F5-9EE0-3394DD892D6C}"/>
              </a:ext>
            </a:extLst>
          </p:cNvPr>
          <p:cNvSpPr/>
          <p:nvPr/>
        </p:nvSpPr>
        <p:spPr>
          <a:xfrm>
            <a:off x="11311498" y="4380292"/>
            <a:ext cx="518091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D88F396-6163-4D47-94D1-17ABE3BA5390}"/>
              </a:ext>
            </a:extLst>
          </p:cNvPr>
          <p:cNvSpPr txBox="1"/>
          <p:nvPr/>
        </p:nvSpPr>
        <p:spPr>
          <a:xfrm>
            <a:off x="9531529" y="5702062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8CE50538-0978-4373-938B-34EED8141FA9}"/>
              </a:ext>
            </a:extLst>
          </p:cNvPr>
          <p:cNvSpPr txBox="1"/>
          <p:nvPr/>
        </p:nvSpPr>
        <p:spPr>
          <a:xfrm>
            <a:off x="9504388" y="5130641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B2C3065-D4D9-414E-97B3-3EA74D9A7FB3}"/>
              </a:ext>
            </a:extLst>
          </p:cNvPr>
          <p:cNvSpPr txBox="1"/>
          <p:nvPr/>
        </p:nvSpPr>
        <p:spPr>
          <a:xfrm>
            <a:off x="8656063" y="4975247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A64A48B-A0BE-459B-B0C6-C78BF43072DD}"/>
              </a:ext>
            </a:extLst>
          </p:cNvPr>
          <p:cNvSpPr txBox="1"/>
          <p:nvPr/>
        </p:nvSpPr>
        <p:spPr>
          <a:xfrm>
            <a:off x="8561482" y="6252447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AAD4872-970C-4819-8CCC-E2CE8D7FC0D6}"/>
              </a:ext>
            </a:extLst>
          </p:cNvPr>
          <p:cNvSpPr txBox="1"/>
          <p:nvPr/>
        </p:nvSpPr>
        <p:spPr>
          <a:xfrm>
            <a:off x="8008419" y="5552909"/>
            <a:ext cx="351378" cy="48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6DF7ADF8-6E10-44A4-AEB3-1BBEC6EF0316}"/>
              </a:ext>
            </a:extLst>
          </p:cNvPr>
          <p:cNvSpPr/>
          <p:nvPr/>
        </p:nvSpPr>
        <p:spPr>
          <a:xfrm>
            <a:off x="7460096" y="4714966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EABC413-C9EF-44FD-B8B1-6C70DEAD4AF9}"/>
              </a:ext>
            </a:extLst>
          </p:cNvPr>
          <p:cNvSpPr/>
          <p:nvPr/>
        </p:nvSpPr>
        <p:spPr>
          <a:xfrm>
            <a:off x="7318952" y="6380447"/>
            <a:ext cx="351378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872D3C9A-CE1A-4647-8B07-880D63BB2087}"/>
                  </a:ext>
                </a:extLst>
              </p:cNvPr>
              <p:cNvSpPr/>
              <p:nvPr/>
            </p:nvSpPr>
            <p:spPr>
              <a:xfrm>
                <a:off x="3578244" y="7836716"/>
                <a:ext cx="1831142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CO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872D3C9A-CE1A-4647-8B07-880D63BB20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244" y="7836716"/>
                <a:ext cx="1831142" cy="48782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ángulo 46">
                <a:extLst>
                  <a:ext uri="{FF2B5EF4-FFF2-40B4-BE49-F238E27FC236}">
                    <a16:creationId xmlns:a16="http://schemas.microsoft.com/office/drawing/2014/main" id="{FCD871A2-41C5-4411-8D77-E2E1A9138A6E}"/>
                  </a:ext>
                </a:extLst>
              </p:cNvPr>
              <p:cNvSpPr/>
              <p:nvPr/>
            </p:nvSpPr>
            <p:spPr>
              <a:xfrm>
                <a:off x="8878969" y="7735821"/>
                <a:ext cx="1864869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CO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Rectángulo 46">
                <a:extLst>
                  <a:ext uri="{FF2B5EF4-FFF2-40B4-BE49-F238E27FC236}">
                    <a16:creationId xmlns:a16="http://schemas.microsoft.com/office/drawing/2014/main" id="{FCD871A2-41C5-4411-8D77-E2E1A9138A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969" y="7735821"/>
                <a:ext cx="1864869" cy="48782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54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45" grpId="0" animBg="1"/>
      <p:bldP spid="46" grpId="0" animBg="1"/>
      <p:bldP spid="4" grpId="0"/>
      <p:bldP spid="4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Algunas propiedades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8792103F-7C70-4C8C-8676-1BEB94035090}"/>
                  </a:ext>
                </a:extLst>
              </p:cNvPr>
              <p:cNvSpPr txBox="1"/>
              <p:nvPr/>
            </p:nvSpPr>
            <p:spPr>
              <a:xfrm>
                <a:off x="4962510" y="4159903"/>
                <a:ext cx="3169907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)′=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′∪</m:t>
                    </m:r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????</a:t>
                </a: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8792103F-7C70-4C8C-8676-1BEB94035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10" y="4159903"/>
                <a:ext cx="3169907" cy="395493"/>
              </a:xfrm>
              <a:prstGeom prst="rect">
                <a:avLst/>
              </a:prstGeom>
              <a:blipFill>
                <a:blip r:embed="rId2"/>
                <a:stretch>
                  <a:fillRect l="-4808" t="-24615" r="-5577" b="-5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66DB5E6-291E-4039-AF0F-F11FEA5F4903}"/>
                  </a:ext>
                </a:extLst>
              </p:cNvPr>
              <p:cNvSpPr txBox="1"/>
              <p:nvPr/>
            </p:nvSpPr>
            <p:spPr>
              <a:xfrm>
                <a:off x="4962510" y="5151866"/>
                <a:ext cx="3170933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′∩</m:t>
                    </m:r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????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66DB5E6-291E-4039-AF0F-F11FEA5F4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10" y="5151866"/>
                <a:ext cx="3170933" cy="395493"/>
              </a:xfrm>
              <a:prstGeom prst="rect">
                <a:avLst/>
              </a:prstGeom>
              <a:blipFill>
                <a:blip r:embed="rId3"/>
                <a:stretch>
                  <a:fillRect t="-26154" r="-5577" b="-5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E0DC6C86-FA2A-4E77-BCE2-244F4F807796}"/>
                  </a:ext>
                </a:extLst>
              </p:cNvPr>
              <p:cNvSpPr txBox="1"/>
              <p:nvPr/>
            </p:nvSpPr>
            <p:spPr>
              <a:xfrm>
                <a:off x="4962509" y="6152999"/>
                <a:ext cx="3169907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)′=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′∪</m:t>
                    </m:r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????</a:t>
                </a: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E0DC6C86-FA2A-4E77-BCE2-244F4F807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509" y="6152999"/>
                <a:ext cx="3169907" cy="395493"/>
              </a:xfrm>
              <a:prstGeom prst="rect">
                <a:avLst/>
              </a:prstGeom>
              <a:blipFill>
                <a:blip r:embed="rId4"/>
                <a:stretch>
                  <a:fillRect l="-4808" t="-24615" r="-5577" b="-5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0632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E94C0-DB12-4987-9F5B-36161D405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328" y="4443835"/>
            <a:ext cx="11098610" cy="1044453"/>
          </a:xfrm>
        </p:spPr>
        <p:txBody>
          <a:bodyPr/>
          <a:lstStyle/>
          <a:p>
            <a:r>
              <a:rPr lang="en-US" dirty="0"/>
              <a:t>TEORÍA DE GRÁFICAS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0BF296-0CB7-48C4-88D5-E69E2DE045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PARTE 3</a:t>
            </a:r>
          </a:p>
        </p:txBody>
      </p:sp>
    </p:spTree>
    <p:extLst>
      <p:ext uri="{BB962C8B-B14F-4D97-AF65-F5344CB8AC3E}">
        <p14:creationId xmlns:p14="http://schemas.microsoft.com/office/powerpoint/2010/main" val="40006300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Grafos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DEBA36D-AF2A-49A1-A0CA-DA319275519F}"/>
              </a:ext>
            </a:extLst>
          </p:cNvPr>
          <p:cNvSpPr txBox="1"/>
          <p:nvPr/>
        </p:nvSpPr>
        <p:spPr>
          <a:xfrm>
            <a:off x="1020068" y="2870014"/>
            <a:ext cx="10405070" cy="88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Módelos</a:t>
            </a:r>
            <a:r>
              <a:rPr lang="en-US" dirty="0"/>
              <a:t> </a:t>
            </a:r>
            <a:r>
              <a:rPr lang="en-US" dirty="0" err="1"/>
              <a:t>matemáticos</a:t>
            </a:r>
            <a:r>
              <a:rPr lang="en-US" dirty="0"/>
              <a:t> que </a:t>
            </a:r>
            <a:r>
              <a:rPr lang="en-US" dirty="0" err="1"/>
              <a:t>sirven</a:t>
            </a:r>
            <a:r>
              <a:rPr lang="en-US" dirty="0"/>
              <a:t> para </a:t>
            </a:r>
            <a:r>
              <a:rPr lang="en-US" dirty="0" err="1"/>
              <a:t>representar</a:t>
            </a:r>
            <a:r>
              <a:rPr lang="en-US" dirty="0"/>
              <a:t> las </a:t>
            </a:r>
            <a:r>
              <a:rPr lang="en-US" dirty="0" err="1"/>
              <a:t>relaciones</a:t>
            </a:r>
            <a:r>
              <a:rPr lang="en-US" dirty="0"/>
              <a:t> entre </a:t>
            </a:r>
            <a:r>
              <a:rPr lang="en-US" dirty="0" err="1"/>
              <a:t>objetos</a:t>
            </a:r>
            <a:r>
              <a:rPr lang="en-US" dirty="0"/>
              <a:t> de un conjunto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46938D-3DEA-4BCC-AEF8-62726FAA8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78" y="3797287"/>
            <a:ext cx="4399980" cy="276333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53599FB-089F-4A85-8897-390754372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412" y="3466617"/>
            <a:ext cx="3562526" cy="342466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C23BD1D-6456-48F8-843A-5A00CB358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675" y="5715186"/>
            <a:ext cx="4305730" cy="307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0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B24D37A-0AE5-4202-9576-153774BFB0F0}"/>
              </a:ext>
            </a:extLst>
          </p:cNvPr>
          <p:cNvSpPr/>
          <p:nvPr/>
        </p:nvSpPr>
        <p:spPr>
          <a:xfrm>
            <a:off x="1147764" y="1583482"/>
            <a:ext cx="1944216" cy="432048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Grafo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43DD15B-945A-4E57-9876-7FC9B6C556B2}"/>
              </a:ext>
            </a:extLst>
          </p:cNvPr>
          <p:cNvSpPr/>
          <p:nvPr/>
        </p:nvSpPr>
        <p:spPr>
          <a:xfrm>
            <a:off x="3720282" y="863402"/>
            <a:ext cx="1944216" cy="432048"/>
          </a:xfrm>
          <a:prstGeom prst="round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Vertices, V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614A638-01EC-4A51-984C-CC1B51CC3927}"/>
              </a:ext>
            </a:extLst>
          </p:cNvPr>
          <p:cNvSpPr/>
          <p:nvPr/>
        </p:nvSpPr>
        <p:spPr>
          <a:xfrm>
            <a:off x="3720282" y="2303562"/>
            <a:ext cx="1944216" cy="432048"/>
          </a:xfrm>
          <a:prstGeom prst="round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Aristas</a:t>
            </a:r>
            <a:r>
              <a:rPr lang="en-US" dirty="0">
                <a:solidFill>
                  <a:schemeClr val="tx1"/>
                </a:solidFill>
              </a:rPr>
              <a:t>, E 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EB86D24-54F0-498C-BE34-1655DE94C68C}"/>
              </a:ext>
            </a:extLst>
          </p:cNvPr>
          <p:cNvSpPr/>
          <p:nvPr/>
        </p:nvSpPr>
        <p:spPr>
          <a:xfrm>
            <a:off x="7464698" y="1367458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DF90C92-DB2D-413F-BA94-73F5C61ADD84}"/>
              </a:ext>
            </a:extLst>
          </p:cNvPr>
          <p:cNvSpPr/>
          <p:nvPr/>
        </p:nvSpPr>
        <p:spPr>
          <a:xfrm>
            <a:off x="10547300" y="1367458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61CBF3D-B83A-426D-8128-E3219348FA72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8112770" y="1655490"/>
            <a:ext cx="2434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C52408F-6D0C-4623-B909-42F09F3D1452}"/>
              </a:ext>
            </a:extLst>
          </p:cNvPr>
          <p:cNvSpPr txBox="1"/>
          <p:nvPr/>
        </p:nvSpPr>
        <p:spPr>
          <a:xfrm>
            <a:off x="9155949" y="1167664"/>
            <a:ext cx="348172" cy="487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0CA30C06-4E05-42D2-B139-ABBAB3A28FA9}"/>
                  </a:ext>
                </a:extLst>
              </p:cNvPr>
              <p:cNvSpPr txBox="1"/>
              <p:nvPr/>
            </p:nvSpPr>
            <p:spPr>
              <a:xfrm>
                <a:off x="8574123" y="2111566"/>
                <a:ext cx="1511824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0CA30C06-4E05-42D2-B139-ABBAB3A28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123" y="2111566"/>
                <a:ext cx="1511824" cy="395493"/>
              </a:xfrm>
              <a:prstGeom prst="rect">
                <a:avLst/>
              </a:prstGeom>
              <a:blipFill>
                <a:blip r:embed="rId2"/>
                <a:stretch>
                  <a:fillRect l="-2823" t="-1538" r="-7258" b="-3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Elipse 19">
            <a:extLst>
              <a:ext uri="{FF2B5EF4-FFF2-40B4-BE49-F238E27FC236}">
                <a16:creationId xmlns:a16="http://schemas.microsoft.com/office/drawing/2014/main" id="{64F6C565-F0A8-4148-8F9D-8316D7A3FE94}"/>
              </a:ext>
            </a:extLst>
          </p:cNvPr>
          <p:cNvSpPr/>
          <p:nvPr/>
        </p:nvSpPr>
        <p:spPr>
          <a:xfrm>
            <a:off x="3749180" y="496979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89C4110-EF5A-4870-B5FA-FFB5BEEFE860}"/>
              </a:ext>
            </a:extLst>
          </p:cNvPr>
          <p:cNvSpPr/>
          <p:nvPr/>
        </p:nvSpPr>
        <p:spPr>
          <a:xfrm>
            <a:off x="5801408" y="411611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6F92AF9E-1DE8-4E02-BD44-7BB7611CCCC4}"/>
              </a:ext>
            </a:extLst>
          </p:cNvPr>
          <p:cNvCxnSpPr>
            <a:cxnSpLocks/>
            <a:stCxn id="20" idx="7"/>
            <a:endCxn id="21" idx="2"/>
          </p:cNvCxnSpPr>
          <p:nvPr/>
        </p:nvCxnSpPr>
        <p:spPr>
          <a:xfrm flipV="1">
            <a:off x="4302344" y="4404149"/>
            <a:ext cx="1499064" cy="650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id="{F1B7AC3A-FE90-4935-9D65-4EF72E1FF3DD}"/>
              </a:ext>
            </a:extLst>
          </p:cNvPr>
          <p:cNvSpPr/>
          <p:nvPr/>
        </p:nvSpPr>
        <p:spPr>
          <a:xfrm>
            <a:off x="4727840" y="6827269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7CC6056-9CFB-454A-8BC1-98034D57CC26}"/>
              </a:ext>
            </a:extLst>
          </p:cNvPr>
          <p:cNvSpPr/>
          <p:nvPr/>
        </p:nvSpPr>
        <p:spPr>
          <a:xfrm>
            <a:off x="6449480" y="558398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A34C8215-FC5E-48FD-96D9-8A0124A1CD15}"/>
              </a:ext>
            </a:extLst>
          </p:cNvPr>
          <p:cNvSpPr/>
          <p:nvPr/>
        </p:nvSpPr>
        <p:spPr>
          <a:xfrm>
            <a:off x="8831913" y="444112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98184B0B-666F-4239-86A1-DA024F72531F}"/>
              </a:ext>
            </a:extLst>
          </p:cNvPr>
          <p:cNvSpPr/>
          <p:nvPr/>
        </p:nvSpPr>
        <p:spPr>
          <a:xfrm>
            <a:off x="8507877" y="709255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3C11ADA-528E-4127-ADB5-0753C8830C04}"/>
              </a:ext>
            </a:extLst>
          </p:cNvPr>
          <p:cNvSpPr/>
          <p:nvPr/>
        </p:nvSpPr>
        <p:spPr>
          <a:xfrm>
            <a:off x="2767944" y="616005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0BC39B5-4E46-42D7-AF0E-2DF7261488C6}"/>
              </a:ext>
            </a:extLst>
          </p:cNvPr>
          <p:cNvCxnSpPr>
            <a:cxnSpLocks/>
            <a:stCxn id="31" idx="5"/>
            <a:endCxn id="27" idx="2"/>
          </p:cNvCxnSpPr>
          <p:nvPr/>
        </p:nvCxnSpPr>
        <p:spPr>
          <a:xfrm>
            <a:off x="3321108" y="6651751"/>
            <a:ext cx="1406732" cy="463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4C897DDF-31A1-4EEF-9DEF-40233BA007DA}"/>
              </a:ext>
            </a:extLst>
          </p:cNvPr>
          <p:cNvCxnSpPr>
            <a:cxnSpLocks/>
            <a:stCxn id="31" idx="7"/>
            <a:endCxn id="20" idx="3"/>
          </p:cNvCxnSpPr>
          <p:nvPr/>
        </p:nvCxnSpPr>
        <p:spPr>
          <a:xfrm flipV="1">
            <a:off x="3321108" y="5461496"/>
            <a:ext cx="522980" cy="782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91D1C462-BB3D-4BCC-B92D-900AA93FB77A}"/>
              </a:ext>
            </a:extLst>
          </p:cNvPr>
          <p:cNvCxnSpPr>
            <a:cxnSpLocks/>
            <a:stCxn id="20" idx="6"/>
            <a:endCxn id="28" idx="2"/>
          </p:cNvCxnSpPr>
          <p:nvPr/>
        </p:nvCxnSpPr>
        <p:spPr>
          <a:xfrm>
            <a:off x="4397252" y="5257827"/>
            <a:ext cx="2052228" cy="614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46E4AE4C-B954-4A0A-8C5E-B192ABF46394}"/>
              </a:ext>
            </a:extLst>
          </p:cNvPr>
          <p:cNvCxnSpPr>
            <a:cxnSpLocks/>
            <a:stCxn id="28" idx="5"/>
            <a:endCxn id="30" idx="1"/>
          </p:cNvCxnSpPr>
          <p:nvPr/>
        </p:nvCxnSpPr>
        <p:spPr>
          <a:xfrm>
            <a:off x="7002644" y="6075687"/>
            <a:ext cx="1600141" cy="1101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8DA5116A-934A-4FC4-8831-024B7DFAE64E}"/>
              </a:ext>
            </a:extLst>
          </p:cNvPr>
          <p:cNvCxnSpPr>
            <a:cxnSpLocks/>
            <a:stCxn id="28" idx="6"/>
            <a:endCxn id="29" idx="2"/>
          </p:cNvCxnSpPr>
          <p:nvPr/>
        </p:nvCxnSpPr>
        <p:spPr>
          <a:xfrm flipV="1">
            <a:off x="7097552" y="4729153"/>
            <a:ext cx="1734361" cy="11428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8BE474DC-1B7F-4E5A-BBCD-7549B98D1A39}"/>
              </a:ext>
            </a:extLst>
          </p:cNvPr>
          <p:cNvCxnSpPr>
            <a:cxnSpLocks/>
            <a:stCxn id="21" idx="6"/>
            <a:endCxn id="29" idx="2"/>
          </p:cNvCxnSpPr>
          <p:nvPr/>
        </p:nvCxnSpPr>
        <p:spPr>
          <a:xfrm>
            <a:off x="6449480" y="4404149"/>
            <a:ext cx="2382433" cy="325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26EE71FB-F32C-4750-B1BA-5606D269D589}"/>
              </a:ext>
            </a:extLst>
          </p:cNvPr>
          <p:cNvCxnSpPr>
            <a:cxnSpLocks/>
            <a:stCxn id="20" idx="6"/>
            <a:endCxn id="29" idx="2"/>
          </p:cNvCxnSpPr>
          <p:nvPr/>
        </p:nvCxnSpPr>
        <p:spPr>
          <a:xfrm flipV="1">
            <a:off x="4397252" y="4729153"/>
            <a:ext cx="4434661" cy="528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3C7F1E6B-2DC6-4DEF-A0AA-09DDCC134226}"/>
              </a:ext>
            </a:extLst>
          </p:cNvPr>
          <p:cNvCxnSpPr>
            <a:cxnSpLocks/>
            <a:stCxn id="27" idx="5"/>
            <a:endCxn id="30" idx="2"/>
          </p:cNvCxnSpPr>
          <p:nvPr/>
        </p:nvCxnSpPr>
        <p:spPr>
          <a:xfrm>
            <a:off x="5281004" y="7318970"/>
            <a:ext cx="3226873" cy="61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40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7" grpId="0"/>
      <p:bldP spid="20" grpId="0" animBg="1"/>
      <p:bldP spid="21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lipse 19">
            <a:extLst>
              <a:ext uri="{FF2B5EF4-FFF2-40B4-BE49-F238E27FC236}">
                <a16:creationId xmlns:a16="http://schemas.microsoft.com/office/drawing/2014/main" id="{64F6C565-F0A8-4148-8F9D-8316D7A3FE94}"/>
              </a:ext>
            </a:extLst>
          </p:cNvPr>
          <p:cNvSpPr/>
          <p:nvPr/>
        </p:nvSpPr>
        <p:spPr>
          <a:xfrm>
            <a:off x="1755766" y="237557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89C4110-EF5A-4870-B5FA-FFB5BEEFE860}"/>
              </a:ext>
            </a:extLst>
          </p:cNvPr>
          <p:cNvSpPr/>
          <p:nvPr/>
        </p:nvSpPr>
        <p:spPr>
          <a:xfrm>
            <a:off x="3150387" y="253210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6F92AF9E-1DE8-4E02-BD44-7BB7611CCCC4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2403838" y="2663602"/>
            <a:ext cx="746549" cy="156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id="{F1B7AC3A-FE90-4935-9D65-4EF72E1FF3DD}"/>
              </a:ext>
            </a:extLst>
          </p:cNvPr>
          <p:cNvSpPr/>
          <p:nvPr/>
        </p:nvSpPr>
        <p:spPr>
          <a:xfrm>
            <a:off x="1849897" y="3769273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3C11ADA-528E-4127-ADB5-0753C8830C04}"/>
              </a:ext>
            </a:extLst>
          </p:cNvPr>
          <p:cNvSpPr/>
          <p:nvPr/>
        </p:nvSpPr>
        <p:spPr>
          <a:xfrm>
            <a:off x="767954" y="3037934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0BC39B5-4E46-42D7-AF0E-2DF7261488C6}"/>
              </a:ext>
            </a:extLst>
          </p:cNvPr>
          <p:cNvCxnSpPr>
            <a:cxnSpLocks/>
            <a:stCxn id="31" idx="5"/>
            <a:endCxn id="27" idx="2"/>
          </p:cNvCxnSpPr>
          <p:nvPr/>
        </p:nvCxnSpPr>
        <p:spPr>
          <a:xfrm>
            <a:off x="1321118" y="3529635"/>
            <a:ext cx="528779" cy="527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4C897DDF-31A1-4EEF-9DEF-40233BA007DA}"/>
              </a:ext>
            </a:extLst>
          </p:cNvPr>
          <p:cNvCxnSpPr>
            <a:cxnSpLocks/>
            <a:stCxn id="31" idx="7"/>
            <a:endCxn id="20" idx="2"/>
          </p:cNvCxnSpPr>
          <p:nvPr/>
        </p:nvCxnSpPr>
        <p:spPr>
          <a:xfrm flipV="1">
            <a:off x="1321118" y="2663602"/>
            <a:ext cx="434648" cy="458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Tipos de grafos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6929C1D0-361A-4FA1-B2BB-3F163CD3A4DF}"/>
              </a:ext>
            </a:extLst>
          </p:cNvPr>
          <p:cNvSpPr/>
          <p:nvPr/>
        </p:nvSpPr>
        <p:spPr>
          <a:xfrm>
            <a:off x="1147764" y="1583482"/>
            <a:ext cx="1944216" cy="432048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Simple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142662A9-4035-4027-B20C-E85B270685A6}"/>
              </a:ext>
            </a:extLst>
          </p:cNvPr>
          <p:cNvCxnSpPr>
            <a:cxnSpLocks/>
            <a:stCxn id="20" idx="4"/>
            <a:endCxn id="27" idx="0"/>
          </p:cNvCxnSpPr>
          <p:nvPr/>
        </p:nvCxnSpPr>
        <p:spPr>
          <a:xfrm>
            <a:off x="2079802" y="2951634"/>
            <a:ext cx="94131" cy="817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5EE440F9-9B0D-487C-92C8-5469A2BC9829}"/>
              </a:ext>
            </a:extLst>
          </p:cNvPr>
          <p:cNvSpPr/>
          <p:nvPr/>
        </p:nvSpPr>
        <p:spPr>
          <a:xfrm>
            <a:off x="2309707" y="580988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1ED64D05-FE5B-4419-B805-B5EF246232F8}"/>
              </a:ext>
            </a:extLst>
          </p:cNvPr>
          <p:cNvSpPr/>
          <p:nvPr/>
        </p:nvSpPr>
        <p:spPr>
          <a:xfrm>
            <a:off x="3704328" y="5966418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1184189-408F-4BC6-8B04-F49CC4D50EB7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2957779" y="6097913"/>
            <a:ext cx="746549" cy="156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727D7255-3299-45FA-B6BE-FA328F79241C}"/>
              </a:ext>
            </a:extLst>
          </p:cNvPr>
          <p:cNvSpPr/>
          <p:nvPr/>
        </p:nvSpPr>
        <p:spPr>
          <a:xfrm>
            <a:off x="2403838" y="7203584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A3C90C0F-13F7-4E96-9D6A-241C39621BE4}"/>
              </a:ext>
            </a:extLst>
          </p:cNvPr>
          <p:cNvSpPr/>
          <p:nvPr/>
        </p:nvSpPr>
        <p:spPr>
          <a:xfrm>
            <a:off x="1321895" y="647224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2ED26D06-9146-46CA-8A3B-73072219F179}"/>
              </a:ext>
            </a:extLst>
          </p:cNvPr>
          <p:cNvCxnSpPr>
            <a:cxnSpLocks/>
            <a:stCxn id="46" idx="5"/>
            <a:endCxn id="45" idx="2"/>
          </p:cNvCxnSpPr>
          <p:nvPr/>
        </p:nvCxnSpPr>
        <p:spPr>
          <a:xfrm>
            <a:off x="1875059" y="6963946"/>
            <a:ext cx="528779" cy="527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A0208B43-E9A9-413F-9B7B-0E9867EFECD4}"/>
              </a:ext>
            </a:extLst>
          </p:cNvPr>
          <p:cNvCxnSpPr>
            <a:cxnSpLocks/>
            <a:stCxn id="46" idx="7"/>
            <a:endCxn id="41" idx="2"/>
          </p:cNvCxnSpPr>
          <p:nvPr/>
        </p:nvCxnSpPr>
        <p:spPr>
          <a:xfrm flipV="1">
            <a:off x="1875059" y="6097913"/>
            <a:ext cx="434648" cy="458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D715B64B-4A39-482E-B586-1D29AC96A188}"/>
              </a:ext>
            </a:extLst>
          </p:cNvPr>
          <p:cNvSpPr/>
          <p:nvPr/>
        </p:nvSpPr>
        <p:spPr>
          <a:xfrm>
            <a:off x="1701705" y="5017793"/>
            <a:ext cx="1944216" cy="432048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Ponderado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0FA7363E-BBE1-4578-8F31-F92B82EBA29E}"/>
              </a:ext>
            </a:extLst>
          </p:cNvPr>
          <p:cNvCxnSpPr>
            <a:cxnSpLocks/>
            <a:stCxn id="41" idx="4"/>
            <a:endCxn id="45" idx="0"/>
          </p:cNvCxnSpPr>
          <p:nvPr/>
        </p:nvCxnSpPr>
        <p:spPr>
          <a:xfrm>
            <a:off x="2633743" y="6385945"/>
            <a:ext cx="94131" cy="817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ipse 52">
            <a:extLst>
              <a:ext uri="{FF2B5EF4-FFF2-40B4-BE49-F238E27FC236}">
                <a16:creationId xmlns:a16="http://schemas.microsoft.com/office/drawing/2014/main" id="{454EF402-349D-4C8B-AAD0-A5835417D7B3}"/>
              </a:ext>
            </a:extLst>
          </p:cNvPr>
          <p:cNvSpPr/>
          <p:nvPr/>
        </p:nvSpPr>
        <p:spPr>
          <a:xfrm>
            <a:off x="5457315" y="237557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546B468E-589F-45A3-A316-63939875EA89}"/>
              </a:ext>
            </a:extLst>
          </p:cNvPr>
          <p:cNvSpPr/>
          <p:nvPr/>
        </p:nvSpPr>
        <p:spPr>
          <a:xfrm>
            <a:off x="6851936" y="253210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A6D02786-5962-400A-9CB0-EB0477E0BCCF}"/>
              </a:ext>
            </a:extLst>
          </p:cNvPr>
          <p:cNvCxnSpPr>
            <a:cxnSpLocks/>
            <a:stCxn id="53" idx="6"/>
            <a:endCxn id="55" idx="2"/>
          </p:cNvCxnSpPr>
          <p:nvPr/>
        </p:nvCxnSpPr>
        <p:spPr>
          <a:xfrm>
            <a:off x="6105387" y="2663602"/>
            <a:ext cx="746549" cy="156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lipse 57">
            <a:extLst>
              <a:ext uri="{FF2B5EF4-FFF2-40B4-BE49-F238E27FC236}">
                <a16:creationId xmlns:a16="http://schemas.microsoft.com/office/drawing/2014/main" id="{C17EEA2B-F5F4-4C5C-9C70-6C607120C5DD}"/>
              </a:ext>
            </a:extLst>
          </p:cNvPr>
          <p:cNvSpPr/>
          <p:nvPr/>
        </p:nvSpPr>
        <p:spPr>
          <a:xfrm>
            <a:off x="5551446" y="3769273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ACE23DC9-75D8-44DD-8D51-4E9E00D18978}"/>
              </a:ext>
            </a:extLst>
          </p:cNvPr>
          <p:cNvSpPr/>
          <p:nvPr/>
        </p:nvSpPr>
        <p:spPr>
          <a:xfrm>
            <a:off x="4469503" y="3037934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81D51D12-F6EB-4C1D-9197-418ADE4BA747}"/>
              </a:ext>
            </a:extLst>
          </p:cNvPr>
          <p:cNvCxnSpPr>
            <a:cxnSpLocks/>
            <a:stCxn id="59" idx="5"/>
            <a:endCxn id="58" idx="2"/>
          </p:cNvCxnSpPr>
          <p:nvPr/>
        </p:nvCxnSpPr>
        <p:spPr>
          <a:xfrm>
            <a:off x="5022667" y="3529635"/>
            <a:ext cx="528779" cy="527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6141A3FD-8A69-48DF-A0A1-9CEDFE867F85}"/>
              </a:ext>
            </a:extLst>
          </p:cNvPr>
          <p:cNvCxnSpPr>
            <a:cxnSpLocks/>
            <a:stCxn id="59" idx="7"/>
            <a:endCxn id="53" idx="2"/>
          </p:cNvCxnSpPr>
          <p:nvPr/>
        </p:nvCxnSpPr>
        <p:spPr>
          <a:xfrm flipV="1">
            <a:off x="5022667" y="2663602"/>
            <a:ext cx="434648" cy="458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DEBDDA3D-A77B-4321-9988-19E3D6752C10}"/>
              </a:ext>
            </a:extLst>
          </p:cNvPr>
          <p:cNvSpPr/>
          <p:nvPr/>
        </p:nvSpPr>
        <p:spPr>
          <a:xfrm>
            <a:off x="4849313" y="1583482"/>
            <a:ext cx="1944216" cy="432048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Multigrafo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515EA004-0463-4A9C-8170-05ECD2C3357A}"/>
              </a:ext>
            </a:extLst>
          </p:cNvPr>
          <p:cNvCxnSpPr>
            <a:cxnSpLocks/>
            <a:stCxn id="53" idx="4"/>
            <a:endCxn id="58" idx="0"/>
          </p:cNvCxnSpPr>
          <p:nvPr/>
        </p:nvCxnSpPr>
        <p:spPr>
          <a:xfrm>
            <a:off x="5781351" y="2951634"/>
            <a:ext cx="94131" cy="817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o 24">
            <a:extLst>
              <a:ext uri="{FF2B5EF4-FFF2-40B4-BE49-F238E27FC236}">
                <a16:creationId xmlns:a16="http://schemas.microsoft.com/office/drawing/2014/main" id="{7F30BBB2-3795-45D2-A387-BFAC7BD5EA49}"/>
              </a:ext>
            </a:extLst>
          </p:cNvPr>
          <p:cNvSpPr/>
          <p:nvPr/>
        </p:nvSpPr>
        <p:spPr>
          <a:xfrm rot="2426111">
            <a:off x="4829117" y="2839680"/>
            <a:ext cx="1873057" cy="1153899"/>
          </a:xfrm>
          <a:prstGeom prst="arc">
            <a:avLst>
              <a:gd name="adj1" fmla="val 15389368"/>
              <a:gd name="adj2" fmla="val 129758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co 63">
            <a:extLst>
              <a:ext uri="{FF2B5EF4-FFF2-40B4-BE49-F238E27FC236}">
                <a16:creationId xmlns:a16="http://schemas.microsoft.com/office/drawing/2014/main" id="{B71831F7-665F-4C4E-9DD0-9FB663E52C81}"/>
              </a:ext>
            </a:extLst>
          </p:cNvPr>
          <p:cNvSpPr/>
          <p:nvPr/>
        </p:nvSpPr>
        <p:spPr>
          <a:xfrm rot="17228124">
            <a:off x="4237034" y="2703443"/>
            <a:ext cx="1873057" cy="1153899"/>
          </a:xfrm>
          <a:prstGeom prst="arc">
            <a:avLst>
              <a:gd name="adj1" fmla="val 16221424"/>
              <a:gd name="adj2" fmla="val 5063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co 64">
            <a:extLst>
              <a:ext uri="{FF2B5EF4-FFF2-40B4-BE49-F238E27FC236}">
                <a16:creationId xmlns:a16="http://schemas.microsoft.com/office/drawing/2014/main" id="{820BDFB7-0C35-44F4-85FD-096854E001A5}"/>
              </a:ext>
            </a:extLst>
          </p:cNvPr>
          <p:cNvSpPr/>
          <p:nvPr/>
        </p:nvSpPr>
        <p:spPr>
          <a:xfrm rot="10582297">
            <a:off x="4623265" y="3052506"/>
            <a:ext cx="1873057" cy="1153899"/>
          </a:xfrm>
          <a:prstGeom prst="arc">
            <a:avLst>
              <a:gd name="adj1" fmla="val 16221424"/>
              <a:gd name="adj2" fmla="val 5063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1A5527FC-2016-4968-8284-6A81DAC37E3A}"/>
              </a:ext>
            </a:extLst>
          </p:cNvPr>
          <p:cNvSpPr/>
          <p:nvPr/>
        </p:nvSpPr>
        <p:spPr>
          <a:xfrm>
            <a:off x="9478695" y="2372838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C5CC4410-B25A-4083-AC7E-6B5D7B1CCAC9}"/>
              </a:ext>
            </a:extLst>
          </p:cNvPr>
          <p:cNvSpPr/>
          <p:nvPr/>
        </p:nvSpPr>
        <p:spPr>
          <a:xfrm>
            <a:off x="10873316" y="252937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A9B1AE6A-3CEA-45D8-83A0-308690604A65}"/>
              </a:ext>
            </a:extLst>
          </p:cNvPr>
          <p:cNvCxnSpPr>
            <a:cxnSpLocks/>
            <a:stCxn id="66" idx="6"/>
            <a:endCxn id="67" idx="2"/>
          </p:cNvCxnSpPr>
          <p:nvPr/>
        </p:nvCxnSpPr>
        <p:spPr>
          <a:xfrm>
            <a:off x="10126767" y="2660870"/>
            <a:ext cx="746549" cy="156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F5C86429-3DDF-47C1-92AB-DB2EA8D10B0B}"/>
              </a:ext>
            </a:extLst>
          </p:cNvPr>
          <p:cNvSpPr/>
          <p:nvPr/>
        </p:nvSpPr>
        <p:spPr>
          <a:xfrm>
            <a:off x="9572826" y="376654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A32BD9E5-7F69-4812-B2AE-9C7F130BE4D2}"/>
              </a:ext>
            </a:extLst>
          </p:cNvPr>
          <p:cNvSpPr/>
          <p:nvPr/>
        </p:nvSpPr>
        <p:spPr>
          <a:xfrm>
            <a:off x="8490883" y="3035202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061CD1B0-CCE3-446D-B43D-1B59EE09779E}"/>
              </a:ext>
            </a:extLst>
          </p:cNvPr>
          <p:cNvCxnSpPr>
            <a:cxnSpLocks/>
            <a:stCxn id="70" idx="5"/>
            <a:endCxn id="69" idx="2"/>
          </p:cNvCxnSpPr>
          <p:nvPr/>
        </p:nvCxnSpPr>
        <p:spPr>
          <a:xfrm>
            <a:off x="9044047" y="3526903"/>
            <a:ext cx="528779" cy="527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1D244CAE-1147-41E0-BFE3-5596D6FDA73A}"/>
              </a:ext>
            </a:extLst>
          </p:cNvPr>
          <p:cNvCxnSpPr>
            <a:cxnSpLocks/>
            <a:stCxn id="70" idx="7"/>
            <a:endCxn id="66" idx="2"/>
          </p:cNvCxnSpPr>
          <p:nvPr/>
        </p:nvCxnSpPr>
        <p:spPr>
          <a:xfrm flipV="1">
            <a:off x="9044047" y="2660870"/>
            <a:ext cx="434648" cy="458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C5AA0382-ECB1-44CF-9C3D-88B786DCD7A0}"/>
              </a:ext>
            </a:extLst>
          </p:cNvPr>
          <p:cNvSpPr/>
          <p:nvPr/>
        </p:nvSpPr>
        <p:spPr>
          <a:xfrm>
            <a:off x="8870693" y="1580750"/>
            <a:ext cx="1944216" cy="432048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Pseudografo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D8BCB706-00EF-4E1C-910B-67D5439B9B27}"/>
              </a:ext>
            </a:extLst>
          </p:cNvPr>
          <p:cNvCxnSpPr>
            <a:cxnSpLocks/>
            <a:stCxn id="66" idx="4"/>
            <a:endCxn id="69" idx="0"/>
          </p:cNvCxnSpPr>
          <p:nvPr/>
        </p:nvCxnSpPr>
        <p:spPr>
          <a:xfrm>
            <a:off x="9802731" y="2948902"/>
            <a:ext cx="94131" cy="817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rco 74">
            <a:extLst>
              <a:ext uri="{FF2B5EF4-FFF2-40B4-BE49-F238E27FC236}">
                <a16:creationId xmlns:a16="http://schemas.microsoft.com/office/drawing/2014/main" id="{579D99D8-8120-4459-A073-96BDC230DD18}"/>
              </a:ext>
            </a:extLst>
          </p:cNvPr>
          <p:cNvSpPr/>
          <p:nvPr/>
        </p:nvSpPr>
        <p:spPr>
          <a:xfrm rot="2426111">
            <a:off x="8850497" y="2836948"/>
            <a:ext cx="1873057" cy="1153899"/>
          </a:xfrm>
          <a:prstGeom prst="arc">
            <a:avLst>
              <a:gd name="adj1" fmla="val 15389368"/>
              <a:gd name="adj2" fmla="val 129758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co 75">
            <a:extLst>
              <a:ext uri="{FF2B5EF4-FFF2-40B4-BE49-F238E27FC236}">
                <a16:creationId xmlns:a16="http://schemas.microsoft.com/office/drawing/2014/main" id="{418B31AB-C4BB-4B51-9492-F259252ED82A}"/>
              </a:ext>
            </a:extLst>
          </p:cNvPr>
          <p:cNvSpPr/>
          <p:nvPr/>
        </p:nvSpPr>
        <p:spPr>
          <a:xfrm rot="17228124">
            <a:off x="8258414" y="2700711"/>
            <a:ext cx="1873057" cy="1153899"/>
          </a:xfrm>
          <a:prstGeom prst="arc">
            <a:avLst>
              <a:gd name="adj1" fmla="val 16221424"/>
              <a:gd name="adj2" fmla="val 5063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co 76">
            <a:extLst>
              <a:ext uri="{FF2B5EF4-FFF2-40B4-BE49-F238E27FC236}">
                <a16:creationId xmlns:a16="http://schemas.microsoft.com/office/drawing/2014/main" id="{DBCBF953-0000-43FA-AE82-EBEBACD77751}"/>
              </a:ext>
            </a:extLst>
          </p:cNvPr>
          <p:cNvSpPr/>
          <p:nvPr/>
        </p:nvSpPr>
        <p:spPr>
          <a:xfrm rot="10582297">
            <a:off x="8644645" y="3049774"/>
            <a:ext cx="1873057" cy="1153899"/>
          </a:xfrm>
          <a:prstGeom prst="arc">
            <a:avLst>
              <a:gd name="adj1" fmla="val 16221424"/>
              <a:gd name="adj2" fmla="val 5063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o 33">
            <a:extLst>
              <a:ext uri="{FF2B5EF4-FFF2-40B4-BE49-F238E27FC236}">
                <a16:creationId xmlns:a16="http://schemas.microsoft.com/office/drawing/2014/main" id="{8765B53D-7FD6-4440-A3D9-7A49C5DA2C69}"/>
              </a:ext>
            </a:extLst>
          </p:cNvPr>
          <p:cNvSpPr/>
          <p:nvPr/>
        </p:nvSpPr>
        <p:spPr>
          <a:xfrm>
            <a:off x="11142454" y="2777111"/>
            <a:ext cx="757868" cy="656655"/>
          </a:xfrm>
          <a:prstGeom prst="arc">
            <a:avLst>
              <a:gd name="adj1" fmla="val 16200000"/>
              <a:gd name="adj2" fmla="val 106959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Arco 89">
            <a:extLst>
              <a:ext uri="{FF2B5EF4-FFF2-40B4-BE49-F238E27FC236}">
                <a16:creationId xmlns:a16="http://schemas.microsoft.com/office/drawing/2014/main" id="{98F6EB24-8F4B-4BC3-A2AA-042D4EB4E790}"/>
              </a:ext>
            </a:extLst>
          </p:cNvPr>
          <p:cNvSpPr/>
          <p:nvPr/>
        </p:nvSpPr>
        <p:spPr>
          <a:xfrm rot="2129173">
            <a:off x="9621962" y="4162576"/>
            <a:ext cx="757868" cy="656655"/>
          </a:xfrm>
          <a:prstGeom prst="arc">
            <a:avLst>
              <a:gd name="adj1" fmla="val 16200000"/>
              <a:gd name="adj2" fmla="val 106959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Arco 90">
            <a:extLst>
              <a:ext uri="{FF2B5EF4-FFF2-40B4-BE49-F238E27FC236}">
                <a16:creationId xmlns:a16="http://schemas.microsoft.com/office/drawing/2014/main" id="{178559F5-2E57-4DB6-AFE1-C9E8188A08D5}"/>
              </a:ext>
            </a:extLst>
          </p:cNvPr>
          <p:cNvSpPr/>
          <p:nvPr/>
        </p:nvSpPr>
        <p:spPr>
          <a:xfrm rot="7551301">
            <a:off x="7958561" y="3026669"/>
            <a:ext cx="757868" cy="656655"/>
          </a:xfrm>
          <a:prstGeom prst="arc">
            <a:avLst>
              <a:gd name="adj1" fmla="val 16200000"/>
              <a:gd name="adj2" fmla="val 115261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1B4DD0B0-95F3-4558-9AE0-9333AA0005EC}"/>
              </a:ext>
            </a:extLst>
          </p:cNvPr>
          <p:cNvSpPr/>
          <p:nvPr/>
        </p:nvSpPr>
        <p:spPr>
          <a:xfrm>
            <a:off x="6051326" y="5804342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7FCDD6EC-941F-48D4-8CBE-34C717C6C849}"/>
              </a:ext>
            </a:extLst>
          </p:cNvPr>
          <p:cNvSpPr/>
          <p:nvPr/>
        </p:nvSpPr>
        <p:spPr>
          <a:xfrm>
            <a:off x="7445947" y="5960879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42ADC11C-0DA0-42B3-BA0B-A97EF37E4D62}"/>
              </a:ext>
            </a:extLst>
          </p:cNvPr>
          <p:cNvCxnSpPr>
            <a:cxnSpLocks/>
            <a:stCxn id="92" idx="6"/>
            <a:endCxn id="93" idx="2"/>
          </p:cNvCxnSpPr>
          <p:nvPr/>
        </p:nvCxnSpPr>
        <p:spPr>
          <a:xfrm>
            <a:off x="6699398" y="6092374"/>
            <a:ext cx="746549" cy="156537"/>
          </a:xfrm>
          <a:prstGeom prst="line">
            <a:avLst/>
          </a:prstGeom>
          <a:ln w="22225"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Elipse 94">
            <a:extLst>
              <a:ext uri="{FF2B5EF4-FFF2-40B4-BE49-F238E27FC236}">
                <a16:creationId xmlns:a16="http://schemas.microsoft.com/office/drawing/2014/main" id="{0A834C74-BC5F-4AF0-9258-79FC2B92A267}"/>
              </a:ext>
            </a:extLst>
          </p:cNvPr>
          <p:cNvSpPr/>
          <p:nvPr/>
        </p:nvSpPr>
        <p:spPr>
          <a:xfrm>
            <a:off x="6145457" y="719804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28BC7E5A-F85A-473C-9E42-320D1EB91855}"/>
              </a:ext>
            </a:extLst>
          </p:cNvPr>
          <p:cNvSpPr/>
          <p:nvPr/>
        </p:nvSpPr>
        <p:spPr>
          <a:xfrm>
            <a:off x="5063514" y="646670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D28ECD9F-885B-4321-AC23-1C5A8A882A12}"/>
              </a:ext>
            </a:extLst>
          </p:cNvPr>
          <p:cNvCxnSpPr>
            <a:cxnSpLocks/>
            <a:stCxn id="96" idx="5"/>
            <a:endCxn id="95" idx="2"/>
          </p:cNvCxnSpPr>
          <p:nvPr/>
        </p:nvCxnSpPr>
        <p:spPr>
          <a:xfrm>
            <a:off x="5616678" y="6958407"/>
            <a:ext cx="528779" cy="527670"/>
          </a:xfrm>
          <a:prstGeom prst="line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78B4D970-7C8C-4A43-AE0E-19CF44B1BE6C}"/>
              </a:ext>
            </a:extLst>
          </p:cNvPr>
          <p:cNvCxnSpPr>
            <a:cxnSpLocks/>
            <a:stCxn id="96" idx="7"/>
            <a:endCxn id="92" idx="2"/>
          </p:cNvCxnSpPr>
          <p:nvPr/>
        </p:nvCxnSpPr>
        <p:spPr>
          <a:xfrm flipV="1">
            <a:off x="5616678" y="6092374"/>
            <a:ext cx="434648" cy="458695"/>
          </a:xfrm>
          <a:prstGeom prst="line">
            <a:avLst/>
          </a:prstGeom>
          <a:ln w="22225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ángulo: esquinas redondeadas 98">
            <a:extLst>
              <a:ext uri="{FF2B5EF4-FFF2-40B4-BE49-F238E27FC236}">
                <a16:creationId xmlns:a16="http://schemas.microsoft.com/office/drawing/2014/main" id="{764517E4-647E-47B3-B690-9C2E796C77B2}"/>
              </a:ext>
            </a:extLst>
          </p:cNvPr>
          <p:cNvSpPr/>
          <p:nvPr/>
        </p:nvSpPr>
        <p:spPr>
          <a:xfrm>
            <a:off x="5086129" y="5023807"/>
            <a:ext cx="2525430" cy="432048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Grafo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Dirigido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692DDA29-5702-42D5-BB9C-1F0142F2AE7F}"/>
              </a:ext>
            </a:extLst>
          </p:cNvPr>
          <p:cNvCxnSpPr>
            <a:cxnSpLocks/>
            <a:stCxn id="92" idx="4"/>
            <a:endCxn id="95" idx="0"/>
          </p:cNvCxnSpPr>
          <p:nvPr/>
        </p:nvCxnSpPr>
        <p:spPr>
          <a:xfrm>
            <a:off x="6375362" y="6380406"/>
            <a:ext cx="94131" cy="817639"/>
          </a:xfrm>
          <a:prstGeom prst="line">
            <a:avLst/>
          </a:prstGeom>
          <a:ln w="1905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Elipse 109">
            <a:extLst>
              <a:ext uri="{FF2B5EF4-FFF2-40B4-BE49-F238E27FC236}">
                <a16:creationId xmlns:a16="http://schemas.microsoft.com/office/drawing/2014/main" id="{DD8729ED-790F-4882-9ECF-A59BE12C8366}"/>
              </a:ext>
            </a:extLst>
          </p:cNvPr>
          <p:cNvSpPr/>
          <p:nvPr/>
        </p:nvSpPr>
        <p:spPr>
          <a:xfrm>
            <a:off x="9747092" y="5809843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1" name="Elipse 110">
            <a:extLst>
              <a:ext uri="{FF2B5EF4-FFF2-40B4-BE49-F238E27FC236}">
                <a16:creationId xmlns:a16="http://schemas.microsoft.com/office/drawing/2014/main" id="{B3BD31FE-E1DE-464F-A345-9EA01472A9BB}"/>
              </a:ext>
            </a:extLst>
          </p:cNvPr>
          <p:cNvSpPr/>
          <p:nvPr/>
        </p:nvSpPr>
        <p:spPr>
          <a:xfrm>
            <a:off x="11141713" y="596638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6C391997-E23E-4C9E-A099-D81C6B022CEC}"/>
              </a:ext>
            </a:extLst>
          </p:cNvPr>
          <p:cNvCxnSpPr>
            <a:cxnSpLocks/>
            <a:stCxn id="110" idx="6"/>
            <a:endCxn id="111" idx="2"/>
          </p:cNvCxnSpPr>
          <p:nvPr/>
        </p:nvCxnSpPr>
        <p:spPr>
          <a:xfrm>
            <a:off x="10395164" y="6097875"/>
            <a:ext cx="746549" cy="156537"/>
          </a:xfrm>
          <a:prstGeom prst="line">
            <a:avLst/>
          </a:prstGeom>
          <a:ln w="1905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Elipse 112">
            <a:extLst>
              <a:ext uri="{FF2B5EF4-FFF2-40B4-BE49-F238E27FC236}">
                <a16:creationId xmlns:a16="http://schemas.microsoft.com/office/drawing/2014/main" id="{7C23FC65-C6F4-4E50-8AD4-B711DE9CE6A6}"/>
              </a:ext>
            </a:extLst>
          </p:cNvPr>
          <p:cNvSpPr/>
          <p:nvPr/>
        </p:nvSpPr>
        <p:spPr>
          <a:xfrm>
            <a:off x="9841223" y="720354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4" name="Elipse 113">
            <a:extLst>
              <a:ext uri="{FF2B5EF4-FFF2-40B4-BE49-F238E27FC236}">
                <a16:creationId xmlns:a16="http://schemas.microsoft.com/office/drawing/2014/main" id="{74D57478-6E3D-4013-AD33-B4B05B90E88B}"/>
              </a:ext>
            </a:extLst>
          </p:cNvPr>
          <p:cNvSpPr/>
          <p:nvPr/>
        </p:nvSpPr>
        <p:spPr>
          <a:xfrm>
            <a:off x="8759280" y="647220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16E2B466-3A62-4689-A411-4C1ED61E41BA}"/>
              </a:ext>
            </a:extLst>
          </p:cNvPr>
          <p:cNvCxnSpPr>
            <a:cxnSpLocks/>
            <a:stCxn id="114" idx="5"/>
            <a:endCxn id="113" idx="2"/>
          </p:cNvCxnSpPr>
          <p:nvPr/>
        </p:nvCxnSpPr>
        <p:spPr>
          <a:xfrm>
            <a:off x="9312444" y="6963908"/>
            <a:ext cx="528779" cy="527670"/>
          </a:xfrm>
          <a:prstGeom prst="line">
            <a:avLst/>
          </a:prstGeom>
          <a:ln w="1905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D9C72E49-F7A4-47AB-AD3F-556D0DF70665}"/>
              </a:ext>
            </a:extLst>
          </p:cNvPr>
          <p:cNvCxnSpPr>
            <a:cxnSpLocks/>
            <a:stCxn id="114" idx="7"/>
            <a:endCxn id="110" idx="2"/>
          </p:cNvCxnSpPr>
          <p:nvPr/>
        </p:nvCxnSpPr>
        <p:spPr>
          <a:xfrm flipV="1">
            <a:off x="9312444" y="6097875"/>
            <a:ext cx="434648" cy="458695"/>
          </a:xfrm>
          <a:prstGeom prst="line">
            <a:avLst/>
          </a:prstGeom>
          <a:ln w="1905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ángulo: esquinas redondeadas 116">
            <a:extLst>
              <a:ext uri="{FF2B5EF4-FFF2-40B4-BE49-F238E27FC236}">
                <a16:creationId xmlns:a16="http://schemas.microsoft.com/office/drawing/2014/main" id="{66A78579-F636-4277-B20B-EDD7AA79F96A}"/>
              </a:ext>
            </a:extLst>
          </p:cNvPr>
          <p:cNvSpPr/>
          <p:nvPr/>
        </p:nvSpPr>
        <p:spPr>
          <a:xfrm>
            <a:off x="8556682" y="5017755"/>
            <a:ext cx="3028891" cy="432048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Multigrafo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Dirigido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9F983C7C-3C67-4DEE-853F-F1C33FE5546B}"/>
              </a:ext>
            </a:extLst>
          </p:cNvPr>
          <p:cNvCxnSpPr>
            <a:cxnSpLocks/>
            <a:stCxn id="110" idx="4"/>
            <a:endCxn id="113" idx="0"/>
          </p:cNvCxnSpPr>
          <p:nvPr/>
        </p:nvCxnSpPr>
        <p:spPr>
          <a:xfrm>
            <a:off x="10071128" y="6385907"/>
            <a:ext cx="94131" cy="817639"/>
          </a:xfrm>
          <a:prstGeom prst="line">
            <a:avLst/>
          </a:prstGeom>
          <a:ln w="1905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Arco 118">
            <a:extLst>
              <a:ext uri="{FF2B5EF4-FFF2-40B4-BE49-F238E27FC236}">
                <a16:creationId xmlns:a16="http://schemas.microsoft.com/office/drawing/2014/main" id="{73A0866A-59DA-483F-9DDD-E5C2435E4902}"/>
              </a:ext>
            </a:extLst>
          </p:cNvPr>
          <p:cNvSpPr/>
          <p:nvPr/>
        </p:nvSpPr>
        <p:spPr>
          <a:xfrm rot="2426111">
            <a:off x="9118894" y="6273953"/>
            <a:ext cx="1873057" cy="1153899"/>
          </a:xfrm>
          <a:prstGeom prst="arc">
            <a:avLst>
              <a:gd name="adj1" fmla="val 15389368"/>
              <a:gd name="adj2" fmla="val 1297585"/>
            </a:avLst>
          </a:prstGeom>
          <a:ln w="1905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Arco 120">
            <a:extLst>
              <a:ext uri="{FF2B5EF4-FFF2-40B4-BE49-F238E27FC236}">
                <a16:creationId xmlns:a16="http://schemas.microsoft.com/office/drawing/2014/main" id="{7178807E-05F0-44FF-A858-75E3CA9A013B}"/>
              </a:ext>
            </a:extLst>
          </p:cNvPr>
          <p:cNvSpPr/>
          <p:nvPr/>
        </p:nvSpPr>
        <p:spPr>
          <a:xfrm rot="10582297">
            <a:off x="8913042" y="6486779"/>
            <a:ext cx="1873057" cy="1153899"/>
          </a:xfrm>
          <a:prstGeom prst="arc">
            <a:avLst>
              <a:gd name="adj1" fmla="val 16221424"/>
              <a:gd name="adj2" fmla="val 506383"/>
            </a:avLst>
          </a:prstGeom>
          <a:ln w="22225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B369A93-6849-47F0-B484-20F4DF2F162A}"/>
              </a:ext>
            </a:extLst>
          </p:cNvPr>
          <p:cNvSpPr/>
          <p:nvPr/>
        </p:nvSpPr>
        <p:spPr>
          <a:xfrm>
            <a:off x="1802971" y="5878384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D4C308AB-344F-4921-93A5-8A2EC6EE444A}"/>
              </a:ext>
            </a:extLst>
          </p:cNvPr>
          <p:cNvSpPr/>
          <p:nvPr/>
        </p:nvSpPr>
        <p:spPr>
          <a:xfrm>
            <a:off x="2760982" y="6672194"/>
            <a:ext cx="518092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F4165D20-2F1F-4607-A45C-776C9A583000}"/>
              </a:ext>
            </a:extLst>
          </p:cNvPr>
          <p:cNvSpPr/>
          <p:nvPr/>
        </p:nvSpPr>
        <p:spPr>
          <a:xfrm>
            <a:off x="3214090" y="5765329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BD174695-295D-4638-A52A-52E0BCBC1472}"/>
              </a:ext>
            </a:extLst>
          </p:cNvPr>
          <p:cNvSpPr/>
          <p:nvPr/>
        </p:nvSpPr>
        <p:spPr>
          <a:xfrm>
            <a:off x="1767109" y="7160020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0516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7" grpId="0" animBg="1"/>
      <p:bldP spid="31" grpId="0" animBg="1"/>
      <p:bldP spid="33" grpId="0" animBg="1"/>
      <p:bldP spid="41" grpId="0" animBg="1"/>
      <p:bldP spid="42" grpId="0" animBg="1"/>
      <p:bldP spid="45" grpId="0" animBg="1"/>
      <p:bldP spid="46" grpId="0" animBg="1"/>
      <p:bldP spid="50" grpId="0" animBg="1"/>
      <p:bldP spid="53" grpId="0" animBg="1"/>
      <p:bldP spid="55" grpId="0" animBg="1"/>
      <p:bldP spid="58" grpId="0" animBg="1"/>
      <p:bldP spid="59" grpId="0" animBg="1"/>
      <p:bldP spid="62" grpId="0" animBg="1"/>
      <p:bldP spid="25" grpId="0" animBg="1"/>
      <p:bldP spid="64" grpId="0" animBg="1"/>
      <p:bldP spid="65" grpId="0" animBg="1"/>
      <p:bldP spid="66" grpId="0" animBg="1"/>
      <p:bldP spid="67" grpId="0" animBg="1"/>
      <p:bldP spid="69" grpId="0" animBg="1"/>
      <p:bldP spid="70" grpId="0" animBg="1"/>
      <p:bldP spid="73" grpId="0" animBg="1"/>
      <p:bldP spid="75" grpId="0" animBg="1"/>
      <p:bldP spid="76" grpId="0" animBg="1"/>
      <p:bldP spid="77" grpId="0" animBg="1"/>
      <p:bldP spid="34" grpId="0" animBg="1"/>
      <p:bldP spid="90" grpId="0" animBg="1"/>
      <p:bldP spid="91" grpId="0" animBg="1"/>
      <p:bldP spid="92" grpId="0" animBg="1"/>
      <p:bldP spid="93" grpId="0" animBg="1"/>
      <p:bldP spid="95" grpId="0" animBg="1"/>
      <p:bldP spid="96" grpId="0" animBg="1"/>
      <p:bldP spid="99" grpId="0" animBg="1"/>
      <p:bldP spid="110" grpId="0" animBg="1"/>
      <p:bldP spid="111" grpId="0" animBg="1"/>
      <p:bldP spid="113" grpId="0" animBg="1"/>
      <p:bldP spid="114" grpId="0" animBg="1"/>
      <p:bldP spid="117" grpId="0" animBg="1"/>
      <p:bldP spid="119" grpId="0" animBg="1"/>
      <p:bldP spid="121" grpId="0" animBg="1"/>
      <p:bldP spid="36" grpId="0"/>
      <p:bldP spid="122" grpId="0"/>
      <p:bldP spid="123" grpId="0"/>
      <p:bldP spid="12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Grado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64732E9-EF91-446D-A07A-0866238C0AF1}"/>
                  </a:ext>
                </a:extLst>
              </p:cNvPr>
              <p:cNvSpPr txBox="1"/>
              <p:nvPr/>
            </p:nvSpPr>
            <p:spPr>
              <a:xfrm>
                <a:off x="1270070" y="5131071"/>
                <a:ext cx="2306785" cy="957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|"/>
                          <m:endChr m:val="|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64732E9-EF91-446D-A07A-0866238C0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70" y="5131071"/>
                <a:ext cx="2306785" cy="9576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Elipse 77">
            <a:extLst>
              <a:ext uri="{FF2B5EF4-FFF2-40B4-BE49-F238E27FC236}">
                <a16:creationId xmlns:a16="http://schemas.microsoft.com/office/drawing/2014/main" id="{5DFE50C1-3B5D-4072-B7AE-1B53D9D9D077}"/>
              </a:ext>
            </a:extLst>
          </p:cNvPr>
          <p:cNvSpPr/>
          <p:nvPr/>
        </p:nvSpPr>
        <p:spPr>
          <a:xfrm>
            <a:off x="2763203" y="2054819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35BA2359-9EE4-465D-8071-BEC48CEAD4E3}"/>
              </a:ext>
            </a:extLst>
          </p:cNvPr>
          <p:cNvSpPr/>
          <p:nvPr/>
        </p:nvSpPr>
        <p:spPr>
          <a:xfrm>
            <a:off x="4157824" y="221135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4E757C54-C71A-4EEF-991D-088FA0E4C0FA}"/>
              </a:ext>
            </a:extLst>
          </p:cNvPr>
          <p:cNvCxnSpPr>
            <a:cxnSpLocks/>
            <a:stCxn id="78" idx="6"/>
            <a:endCxn id="79" idx="2"/>
          </p:cNvCxnSpPr>
          <p:nvPr/>
        </p:nvCxnSpPr>
        <p:spPr>
          <a:xfrm>
            <a:off x="3411275" y="2342851"/>
            <a:ext cx="746549" cy="156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lipse 80">
            <a:extLst>
              <a:ext uri="{FF2B5EF4-FFF2-40B4-BE49-F238E27FC236}">
                <a16:creationId xmlns:a16="http://schemas.microsoft.com/office/drawing/2014/main" id="{6B87F41A-0B57-4240-8F87-FB2CA5DF0FDA}"/>
              </a:ext>
            </a:extLst>
          </p:cNvPr>
          <p:cNvSpPr/>
          <p:nvPr/>
        </p:nvSpPr>
        <p:spPr>
          <a:xfrm>
            <a:off x="2857334" y="3448522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92F75F3A-89C7-40D2-8D05-69C268262F96}"/>
              </a:ext>
            </a:extLst>
          </p:cNvPr>
          <p:cNvSpPr/>
          <p:nvPr/>
        </p:nvSpPr>
        <p:spPr>
          <a:xfrm>
            <a:off x="1775391" y="2717183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EFAD8F1D-272A-490E-919E-92616F9D60E7}"/>
              </a:ext>
            </a:extLst>
          </p:cNvPr>
          <p:cNvCxnSpPr>
            <a:cxnSpLocks/>
            <a:stCxn id="82" idx="5"/>
            <a:endCxn id="81" idx="2"/>
          </p:cNvCxnSpPr>
          <p:nvPr/>
        </p:nvCxnSpPr>
        <p:spPr>
          <a:xfrm>
            <a:off x="2328555" y="3208884"/>
            <a:ext cx="528779" cy="527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D33390CF-347A-4E69-BC03-780A04C755A9}"/>
              </a:ext>
            </a:extLst>
          </p:cNvPr>
          <p:cNvCxnSpPr>
            <a:cxnSpLocks/>
            <a:stCxn id="82" idx="7"/>
            <a:endCxn id="78" idx="2"/>
          </p:cNvCxnSpPr>
          <p:nvPr/>
        </p:nvCxnSpPr>
        <p:spPr>
          <a:xfrm flipV="1">
            <a:off x="2328555" y="2342851"/>
            <a:ext cx="434648" cy="458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B5045A84-73EB-48B2-9DAB-69EF004DF3AA}"/>
              </a:ext>
            </a:extLst>
          </p:cNvPr>
          <p:cNvCxnSpPr>
            <a:cxnSpLocks/>
            <a:stCxn id="78" idx="4"/>
            <a:endCxn id="81" idx="0"/>
          </p:cNvCxnSpPr>
          <p:nvPr/>
        </p:nvCxnSpPr>
        <p:spPr>
          <a:xfrm>
            <a:off x="3087239" y="2630883"/>
            <a:ext cx="94131" cy="817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C1B07B37-C7E1-47B9-9E22-5C68D0C3B2B2}"/>
              </a:ext>
            </a:extLst>
          </p:cNvPr>
          <p:cNvSpPr/>
          <p:nvPr/>
        </p:nvSpPr>
        <p:spPr>
          <a:xfrm>
            <a:off x="7032650" y="1415721"/>
            <a:ext cx="30623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Grado de un vértice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DD6318D7-668E-4885-910D-D5EB6C8A5650}"/>
                  </a:ext>
                </a:extLst>
              </p:cNvPr>
              <p:cNvSpPr/>
              <p:nvPr/>
            </p:nvSpPr>
            <p:spPr>
              <a:xfrm>
                <a:off x="5800573" y="2143057"/>
                <a:ext cx="5851667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s-C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ú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𝑚𝑒𝑟𝑜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𝑎𝑟𝑖𝑠𝑡𝑎𝑠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𝑞𝑢𝑒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𝑖𝑛𝑐𝑖𝑑𝑒𝑛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DD6318D7-668E-4885-910D-D5EB6C8A56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573" y="2143057"/>
                <a:ext cx="5851667" cy="487826"/>
              </a:xfrm>
              <a:prstGeom prst="rect">
                <a:avLst/>
              </a:prstGeom>
              <a:blipFill>
                <a:blip r:embed="rId3"/>
                <a:stretch>
                  <a:fillRect b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09416563-8687-4E5A-8E6C-BF351E64299F}"/>
                  </a:ext>
                </a:extLst>
              </p:cNvPr>
              <p:cNvSpPr/>
              <p:nvPr/>
            </p:nvSpPr>
            <p:spPr>
              <a:xfrm>
                <a:off x="7032650" y="2864794"/>
                <a:ext cx="1527854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s-C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09416563-8687-4E5A-8E6C-BF351E6429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650" y="2864794"/>
                <a:ext cx="1527854" cy="4878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6A86D73D-9DC1-4E6F-921A-BE4E6D0086B6}"/>
              </a:ext>
            </a:extLst>
          </p:cNvPr>
          <p:cNvCxnSpPr>
            <a:cxnSpLocks/>
            <a:stCxn id="79" idx="3"/>
            <a:endCxn id="81" idx="7"/>
          </p:cNvCxnSpPr>
          <p:nvPr/>
        </p:nvCxnSpPr>
        <p:spPr>
          <a:xfrm flipH="1">
            <a:off x="3410498" y="2703057"/>
            <a:ext cx="842234" cy="829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ángulo 86">
                <a:extLst>
                  <a:ext uri="{FF2B5EF4-FFF2-40B4-BE49-F238E27FC236}">
                    <a16:creationId xmlns:a16="http://schemas.microsoft.com/office/drawing/2014/main" id="{C4A2A02B-30B1-4316-9667-3B6C49AA90C2}"/>
                  </a:ext>
                </a:extLst>
              </p:cNvPr>
              <p:cNvSpPr/>
              <p:nvPr/>
            </p:nvSpPr>
            <p:spPr>
              <a:xfrm>
                <a:off x="7038960" y="3302849"/>
                <a:ext cx="1520673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s-C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Rectángulo 86">
                <a:extLst>
                  <a:ext uri="{FF2B5EF4-FFF2-40B4-BE49-F238E27FC236}">
                    <a16:creationId xmlns:a16="http://schemas.microsoft.com/office/drawing/2014/main" id="{C4A2A02B-30B1-4316-9667-3B6C49AA90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60" y="3302849"/>
                <a:ext cx="1520673" cy="48782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ángulo 87">
                <a:extLst>
                  <a:ext uri="{FF2B5EF4-FFF2-40B4-BE49-F238E27FC236}">
                    <a16:creationId xmlns:a16="http://schemas.microsoft.com/office/drawing/2014/main" id="{F78A345F-8345-4A62-92DA-F2F074DEEF99}"/>
                  </a:ext>
                </a:extLst>
              </p:cNvPr>
              <p:cNvSpPr/>
              <p:nvPr/>
            </p:nvSpPr>
            <p:spPr>
              <a:xfrm>
                <a:off x="7032650" y="3753634"/>
                <a:ext cx="1498231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s-C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Rectángulo 87">
                <a:extLst>
                  <a:ext uri="{FF2B5EF4-FFF2-40B4-BE49-F238E27FC236}">
                    <a16:creationId xmlns:a16="http://schemas.microsoft.com/office/drawing/2014/main" id="{F78A345F-8345-4A62-92DA-F2F074DEEF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650" y="3753634"/>
                <a:ext cx="1498231" cy="48782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ángulo 88">
                <a:extLst>
                  <a:ext uri="{FF2B5EF4-FFF2-40B4-BE49-F238E27FC236}">
                    <a16:creationId xmlns:a16="http://schemas.microsoft.com/office/drawing/2014/main" id="{B702197A-AFF8-4AF2-825C-A09A11DAAF79}"/>
                  </a:ext>
                </a:extLst>
              </p:cNvPr>
              <p:cNvSpPr/>
              <p:nvPr/>
            </p:nvSpPr>
            <p:spPr>
              <a:xfrm>
                <a:off x="7032650" y="4223344"/>
                <a:ext cx="1536703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s-C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Rectángulo 88">
                <a:extLst>
                  <a:ext uri="{FF2B5EF4-FFF2-40B4-BE49-F238E27FC236}">
                    <a16:creationId xmlns:a16="http://schemas.microsoft.com/office/drawing/2014/main" id="{B702197A-AFF8-4AF2-825C-A09A11DAA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650" y="4223344"/>
                <a:ext cx="1536703" cy="48782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80EAC93F-6935-418F-9C03-399F2237C681}"/>
                  </a:ext>
                </a:extLst>
              </p:cNvPr>
              <p:cNvSpPr/>
              <p:nvPr/>
            </p:nvSpPr>
            <p:spPr>
              <a:xfrm>
                <a:off x="4192407" y="5328817"/>
                <a:ext cx="4040913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3+2+2+3= 2</m:t>
                      </m:r>
                      <m:d>
                        <m:dPr>
                          <m:begChr m:val="|"/>
                          <m:endChr m:val="|"/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CO" b="0" i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80EAC93F-6935-418F-9C03-399F2237C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407" y="5328817"/>
                <a:ext cx="4040913" cy="48782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lipse 8">
            <a:extLst>
              <a:ext uri="{FF2B5EF4-FFF2-40B4-BE49-F238E27FC236}">
                <a16:creationId xmlns:a16="http://schemas.microsoft.com/office/drawing/2014/main" id="{5DB98EAA-28ED-4C2E-B952-41DE1932242A}"/>
              </a:ext>
            </a:extLst>
          </p:cNvPr>
          <p:cNvSpPr/>
          <p:nvPr/>
        </p:nvSpPr>
        <p:spPr>
          <a:xfrm>
            <a:off x="4157824" y="7128409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Elipse 100">
            <a:extLst>
              <a:ext uri="{FF2B5EF4-FFF2-40B4-BE49-F238E27FC236}">
                <a16:creationId xmlns:a16="http://schemas.microsoft.com/office/drawing/2014/main" id="{9575A93F-649A-4104-BDED-40245D1B8B2B}"/>
              </a:ext>
            </a:extLst>
          </p:cNvPr>
          <p:cNvSpPr/>
          <p:nvPr/>
        </p:nvSpPr>
        <p:spPr>
          <a:xfrm>
            <a:off x="4157824" y="8213992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Elipse 101">
            <a:extLst>
              <a:ext uri="{FF2B5EF4-FFF2-40B4-BE49-F238E27FC236}">
                <a16:creationId xmlns:a16="http://schemas.microsoft.com/office/drawing/2014/main" id="{62865B6C-9B7C-4D0A-A643-5A77723D2252}"/>
              </a:ext>
            </a:extLst>
          </p:cNvPr>
          <p:cNvSpPr/>
          <p:nvPr/>
        </p:nvSpPr>
        <p:spPr>
          <a:xfrm>
            <a:off x="6751517" y="7128409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BA99E5AC-20C3-4127-B732-9AEDF631C07A}"/>
              </a:ext>
            </a:extLst>
          </p:cNvPr>
          <p:cNvSpPr/>
          <p:nvPr/>
        </p:nvSpPr>
        <p:spPr>
          <a:xfrm>
            <a:off x="6751517" y="8213992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Elipse 103">
            <a:extLst>
              <a:ext uri="{FF2B5EF4-FFF2-40B4-BE49-F238E27FC236}">
                <a16:creationId xmlns:a16="http://schemas.microsoft.com/office/drawing/2014/main" id="{D636CBEA-DCCC-4FEA-92CC-E1E743755660}"/>
              </a:ext>
            </a:extLst>
          </p:cNvPr>
          <p:cNvSpPr/>
          <p:nvPr/>
        </p:nvSpPr>
        <p:spPr>
          <a:xfrm>
            <a:off x="5454670" y="7704163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Elipse 104">
            <a:extLst>
              <a:ext uri="{FF2B5EF4-FFF2-40B4-BE49-F238E27FC236}">
                <a16:creationId xmlns:a16="http://schemas.microsoft.com/office/drawing/2014/main" id="{E6BA7E6D-2A1D-4E4E-A50E-224D45654510}"/>
              </a:ext>
            </a:extLst>
          </p:cNvPr>
          <p:cNvSpPr/>
          <p:nvPr/>
        </p:nvSpPr>
        <p:spPr>
          <a:xfrm>
            <a:off x="5454669" y="6184494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Elipse 105">
            <a:extLst>
              <a:ext uri="{FF2B5EF4-FFF2-40B4-BE49-F238E27FC236}">
                <a16:creationId xmlns:a16="http://schemas.microsoft.com/office/drawing/2014/main" id="{59A19EF6-9E9F-441E-9ECD-DBA3EA425B16}"/>
              </a:ext>
            </a:extLst>
          </p:cNvPr>
          <p:cNvSpPr/>
          <p:nvPr/>
        </p:nvSpPr>
        <p:spPr>
          <a:xfrm>
            <a:off x="5454670" y="9223832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FD5AF47B-0724-4E08-BC85-C4B13CA953A1}"/>
              </a:ext>
            </a:extLst>
          </p:cNvPr>
          <p:cNvSpPr/>
          <p:nvPr/>
        </p:nvSpPr>
        <p:spPr>
          <a:xfrm>
            <a:off x="8629645" y="6474564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Elipse 107">
            <a:extLst>
              <a:ext uri="{FF2B5EF4-FFF2-40B4-BE49-F238E27FC236}">
                <a16:creationId xmlns:a16="http://schemas.microsoft.com/office/drawing/2014/main" id="{439E1FE8-7946-4FDE-956D-2967383A08DE}"/>
              </a:ext>
            </a:extLst>
          </p:cNvPr>
          <p:cNvSpPr/>
          <p:nvPr/>
        </p:nvSpPr>
        <p:spPr>
          <a:xfrm>
            <a:off x="8629645" y="7560147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Elipse 108">
            <a:extLst>
              <a:ext uri="{FF2B5EF4-FFF2-40B4-BE49-F238E27FC236}">
                <a16:creationId xmlns:a16="http://schemas.microsoft.com/office/drawing/2014/main" id="{91A4E917-E51F-4DF8-B1F8-9907B418B0E3}"/>
              </a:ext>
            </a:extLst>
          </p:cNvPr>
          <p:cNvSpPr/>
          <p:nvPr/>
        </p:nvSpPr>
        <p:spPr>
          <a:xfrm>
            <a:off x="11223338" y="6474564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Elipse 119">
            <a:extLst>
              <a:ext uri="{FF2B5EF4-FFF2-40B4-BE49-F238E27FC236}">
                <a16:creationId xmlns:a16="http://schemas.microsoft.com/office/drawing/2014/main" id="{A78E2F9D-5EEB-4C6E-9503-BE803F923CFC}"/>
              </a:ext>
            </a:extLst>
          </p:cNvPr>
          <p:cNvSpPr/>
          <p:nvPr/>
        </p:nvSpPr>
        <p:spPr>
          <a:xfrm>
            <a:off x="11223338" y="7560147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Elipse 124">
            <a:extLst>
              <a:ext uri="{FF2B5EF4-FFF2-40B4-BE49-F238E27FC236}">
                <a16:creationId xmlns:a16="http://schemas.microsoft.com/office/drawing/2014/main" id="{54465E27-072D-4663-9C28-C0F7DB7A4F12}"/>
              </a:ext>
            </a:extLst>
          </p:cNvPr>
          <p:cNvSpPr/>
          <p:nvPr/>
        </p:nvSpPr>
        <p:spPr>
          <a:xfrm>
            <a:off x="9926489" y="6466753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Elipse 127">
            <a:extLst>
              <a:ext uri="{FF2B5EF4-FFF2-40B4-BE49-F238E27FC236}">
                <a16:creationId xmlns:a16="http://schemas.microsoft.com/office/drawing/2014/main" id="{78885717-9111-4530-B349-A5B3E967999F}"/>
              </a:ext>
            </a:extLst>
          </p:cNvPr>
          <p:cNvSpPr/>
          <p:nvPr/>
        </p:nvSpPr>
        <p:spPr>
          <a:xfrm>
            <a:off x="9926489" y="9072948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E99EA1D-9E09-4173-8C1A-3C61CB09DB37}"/>
              </a:ext>
            </a:extLst>
          </p:cNvPr>
          <p:cNvCxnSpPr>
            <a:cxnSpLocks/>
            <a:stCxn id="9" idx="7"/>
            <a:endCxn id="105" idx="3"/>
          </p:cNvCxnSpPr>
          <p:nvPr/>
        </p:nvCxnSpPr>
        <p:spPr>
          <a:xfrm flipV="1">
            <a:off x="4403172" y="6430344"/>
            <a:ext cx="1093592" cy="740246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1F46AF21-479D-4F52-8DC4-CEC38DB1D7AA}"/>
              </a:ext>
            </a:extLst>
          </p:cNvPr>
          <p:cNvCxnSpPr>
            <a:cxnSpLocks/>
            <a:stCxn id="101" idx="0"/>
            <a:endCxn id="9" idx="4"/>
          </p:cNvCxnSpPr>
          <p:nvPr/>
        </p:nvCxnSpPr>
        <p:spPr>
          <a:xfrm flipV="1">
            <a:off x="4301546" y="7416440"/>
            <a:ext cx="0" cy="797552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cto 129">
            <a:extLst>
              <a:ext uri="{FF2B5EF4-FFF2-40B4-BE49-F238E27FC236}">
                <a16:creationId xmlns:a16="http://schemas.microsoft.com/office/drawing/2014/main" id="{4F3EFB9D-EC84-469A-A05C-F42A055CEA71}"/>
              </a:ext>
            </a:extLst>
          </p:cNvPr>
          <p:cNvCxnSpPr>
            <a:cxnSpLocks/>
            <a:stCxn id="101" idx="5"/>
            <a:endCxn id="106" idx="2"/>
          </p:cNvCxnSpPr>
          <p:nvPr/>
        </p:nvCxnSpPr>
        <p:spPr>
          <a:xfrm>
            <a:off x="4403172" y="8459842"/>
            <a:ext cx="1051498" cy="908006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130">
            <a:extLst>
              <a:ext uri="{FF2B5EF4-FFF2-40B4-BE49-F238E27FC236}">
                <a16:creationId xmlns:a16="http://schemas.microsoft.com/office/drawing/2014/main" id="{4F4AACA2-924E-4CB0-9C64-12B42F8D0D25}"/>
              </a:ext>
            </a:extLst>
          </p:cNvPr>
          <p:cNvCxnSpPr>
            <a:cxnSpLocks/>
            <a:stCxn id="106" idx="6"/>
            <a:endCxn id="103" idx="3"/>
          </p:cNvCxnSpPr>
          <p:nvPr/>
        </p:nvCxnSpPr>
        <p:spPr>
          <a:xfrm flipV="1">
            <a:off x="5742113" y="8459842"/>
            <a:ext cx="1051499" cy="908006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029FFD91-3A25-49A2-B486-DBFECE9BB96D}"/>
              </a:ext>
            </a:extLst>
          </p:cNvPr>
          <p:cNvCxnSpPr>
            <a:cxnSpLocks/>
            <a:stCxn id="105" idx="5"/>
            <a:endCxn id="102" idx="2"/>
          </p:cNvCxnSpPr>
          <p:nvPr/>
        </p:nvCxnSpPr>
        <p:spPr>
          <a:xfrm>
            <a:off x="5700017" y="6430344"/>
            <a:ext cx="1051500" cy="842081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B7645F67-FC49-421D-A6E2-BE97163CA3BD}"/>
              </a:ext>
            </a:extLst>
          </p:cNvPr>
          <p:cNvCxnSpPr>
            <a:cxnSpLocks/>
            <a:stCxn id="102" idx="4"/>
            <a:endCxn id="103" idx="0"/>
          </p:cNvCxnSpPr>
          <p:nvPr/>
        </p:nvCxnSpPr>
        <p:spPr>
          <a:xfrm>
            <a:off x="6895239" y="7416440"/>
            <a:ext cx="0" cy="797552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cto 133">
            <a:extLst>
              <a:ext uri="{FF2B5EF4-FFF2-40B4-BE49-F238E27FC236}">
                <a16:creationId xmlns:a16="http://schemas.microsoft.com/office/drawing/2014/main" id="{D470F7B6-D888-4C18-8143-55CDD6DEDCCD}"/>
              </a:ext>
            </a:extLst>
          </p:cNvPr>
          <p:cNvCxnSpPr>
            <a:cxnSpLocks/>
            <a:stCxn id="101" idx="6"/>
            <a:endCxn id="104" idx="3"/>
          </p:cNvCxnSpPr>
          <p:nvPr/>
        </p:nvCxnSpPr>
        <p:spPr>
          <a:xfrm flipV="1">
            <a:off x="4445267" y="7950013"/>
            <a:ext cx="1051498" cy="407995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recto 134">
            <a:extLst>
              <a:ext uri="{FF2B5EF4-FFF2-40B4-BE49-F238E27FC236}">
                <a16:creationId xmlns:a16="http://schemas.microsoft.com/office/drawing/2014/main" id="{16B5FE4A-34D3-4F38-AB08-9E109C408271}"/>
              </a:ext>
            </a:extLst>
          </p:cNvPr>
          <p:cNvCxnSpPr>
            <a:cxnSpLocks/>
            <a:stCxn id="9" idx="6"/>
            <a:endCxn id="104" idx="1"/>
          </p:cNvCxnSpPr>
          <p:nvPr/>
        </p:nvCxnSpPr>
        <p:spPr>
          <a:xfrm>
            <a:off x="4445267" y="7272425"/>
            <a:ext cx="1051498" cy="473919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B5F65623-460F-433B-A915-1EB35351E437}"/>
              </a:ext>
            </a:extLst>
          </p:cNvPr>
          <p:cNvCxnSpPr>
            <a:cxnSpLocks/>
            <a:stCxn id="104" idx="6"/>
            <a:endCxn id="102" idx="2"/>
          </p:cNvCxnSpPr>
          <p:nvPr/>
        </p:nvCxnSpPr>
        <p:spPr>
          <a:xfrm flipV="1">
            <a:off x="5742113" y="7272425"/>
            <a:ext cx="1009404" cy="575754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88DE10CF-3E90-4F35-A0C1-B2699816113A}"/>
              </a:ext>
            </a:extLst>
          </p:cNvPr>
          <p:cNvCxnSpPr>
            <a:cxnSpLocks/>
            <a:stCxn id="104" idx="5"/>
            <a:endCxn id="103" idx="2"/>
          </p:cNvCxnSpPr>
          <p:nvPr/>
        </p:nvCxnSpPr>
        <p:spPr>
          <a:xfrm>
            <a:off x="5700018" y="7950013"/>
            <a:ext cx="1051499" cy="407995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E2458E93-58C4-4B61-BA26-117E2804898F}"/>
              </a:ext>
            </a:extLst>
          </p:cNvPr>
          <p:cNvCxnSpPr>
            <a:cxnSpLocks/>
            <a:stCxn id="9" idx="6"/>
            <a:endCxn id="102" idx="2"/>
          </p:cNvCxnSpPr>
          <p:nvPr/>
        </p:nvCxnSpPr>
        <p:spPr>
          <a:xfrm>
            <a:off x="4445267" y="7272425"/>
            <a:ext cx="2306250" cy="0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recto 138">
            <a:extLst>
              <a:ext uri="{FF2B5EF4-FFF2-40B4-BE49-F238E27FC236}">
                <a16:creationId xmlns:a16="http://schemas.microsoft.com/office/drawing/2014/main" id="{DB5D8AE4-17C5-40C6-A60F-9B04009FE932}"/>
              </a:ext>
            </a:extLst>
          </p:cNvPr>
          <p:cNvCxnSpPr>
            <a:cxnSpLocks/>
            <a:stCxn id="101" idx="6"/>
            <a:endCxn id="103" idx="2"/>
          </p:cNvCxnSpPr>
          <p:nvPr/>
        </p:nvCxnSpPr>
        <p:spPr>
          <a:xfrm>
            <a:off x="4445267" y="8358008"/>
            <a:ext cx="2306250" cy="0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7E01FC2B-6A4A-491D-B2F5-251A3A7D2C9D}"/>
              </a:ext>
            </a:extLst>
          </p:cNvPr>
          <p:cNvCxnSpPr>
            <a:cxnSpLocks/>
            <a:stCxn id="108" idx="0"/>
            <a:endCxn id="107" idx="4"/>
          </p:cNvCxnSpPr>
          <p:nvPr/>
        </p:nvCxnSpPr>
        <p:spPr>
          <a:xfrm flipV="1">
            <a:off x="8773367" y="6762595"/>
            <a:ext cx="0" cy="797552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143">
            <a:extLst>
              <a:ext uri="{FF2B5EF4-FFF2-40B4-BE49-F238E27FC236}">
                <a16:creationId xmlns:a16="http://schemas.microsoft.com/office/drawing/2014/main" id="{7DB43D6F-8411-41A8-9045-4E0B6F25C0F6}"/>
              </a:ext>
            </a:extLst>
          </p:cNvPr>
          <p:cNvCxnSpPr>
            <a:cxnSpLocks/>
            <a:stCxn id="107" idx="6"/>
            <a:endCxn id="125" idx="2"/>
          </p:cNvCxnSpPr>
          <p:nvPr/>
        </p:nvCxnSpPr>
        <p:spPr>
          <a:xfrm flipV="1">
            <a:off x="8917088" y="6610769"/>
            <a:ext cx="1009401" cy="7811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cto 146">
            <a:extLst>
              <a:ext uri="{FF2B5EF4-FFF2-40B4-BE49-F238E27FC236}">
                <a16:creationId xmlns:a16="http://schemas.microsoft.com/office/drawing/2014/main" id="{E8E5A81C-62E9-48A0-97ED-36863BB5E1D4}"/>
              </a:ext>
            </a:extLst>
          </p:cNvPr>
          <p:cNvCxnSpPr>
            <a:cxnSpLocks/>
            <a:stCxn id="125" idx="6"/>
            <a:endCxn id="109" idx="2"/>
          </p:cNvCxnSpPr>
          <p:nvPr/>
        </p:nvCxnSpPr>
        <p:spPr>
          <a:xfrm>
            <a:off x="10213932" y="6610769"/>
            <a:ext cx="1009406" cy="7811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149">
            <a:extLst>
              <a:ext uri="{FF2B5EF4-FFF2-40B4-BE49-F238E27FC236}">
                <a16:creationId xmlns:a16="http://schemas.microsoft.com/office/drawing/2014/main" id="{BBCA7210-3509-4758-8D94-2731D92E3070}"/>
              </a:ext>
            </a:extLst>
          </p:cNvPr>
          <p:cNvCxnSpPr>
            <a:cxnSpLocks/>
            <a:stCxn id="108" idx="5"/>
            <a:endCxn id="128" idx="1"/>
          </p:cNvCxnSpPr>
          <p:nvPr/>
        </p:nvCxnSpPr>
        <p:spPr>
          <a:xfrm>
            <a:off x="8874993" y="7805997"/>
            <a:ext cx="1093591" cy="1309132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152">
            <a:extLst>
              <a:ext uri="{FF2B5EF4-FFF2-40B4-BE49-F238E27FC236}">
                <a16:creationId xmlns:a16="http://schemas.microsoft.com/office/drawing/2014/main" id="{B7CDAD98-3881-4814-A211-88A6D22E2781}"/>
              </a:ext>
            </a:extLst>
          </p:cNvPr>
          <p:cNvCxnSpPr>
            <a:cxnSpLocks/>
            <a:stCxn id="109" idx="4"/>
            <a:endCxn id="120" idx="0"/>
          </p:cNvCxnSpPr>
          <p:nvPr/>
        </p:nvCxnSpPr>
        <p:spPr>
          <a:xfrm>
            <a:off x="11367060" y="6762595"/>
            <a:ext cx="0" cy="797552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553E8FD4-C010-442B-94C8-1008DC1C4FD8}"/>
              </a:ext>
            </a:extLst>
          </p:cNvPr>
          <p:cNvCxnSpPr>
            <a:cxnSpLocks/>
            <a:stCxn id="128" idx="6"/>
            <a:endCxn id="120" idx="3"/>
          </p:cNvCxnSpPr>
          <p:nvPr/>
        </p:nvCxnSpPr>
        <p:spPr>
          <a:xfrm flipV="1">
            <a:off x="10213932" y="7805997"/>
            <a:ext cx="1051501" cy="1410967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Elipse 160">
            <a:extLst>
              <a:ext uri="{FF2B5EF4-FFF2-40B4-BE49-F238E27FC236}">
                <a16:creationId xmlns:a16="http://schemas.microsoft.com/office/drawing/2014/main" id="{B1E9ABFF-A64B-4D23-AD64-722651E2AD9A}"/>
              </a:ext>
            </a:extLst>
          </p:cNvPr>
          <p:cNvSpPr/>
          <p:nvPr/>
        </p:nvSpPr>
        <p:spPr>
          <a:xfrm>
            <a:off x="9917129" y="7597500"/>
            <a:ext cx="287443" cy="288031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Conector recto 162">
            <a:extLst>
              <a:ext uri="{FF2B5EF4-FFF2-40B4-BE49-F238E27FC236}">
                <a16:creationId xmlns:a16="http://schemas.microsoft.com/office/drawing/2014/main" id="{0F7EA641-ABBA-4C54-B7DF-16DA604FE2D0}"/>
              </a:ext>
            </a:extLst>
          </p:cNvPr>
          <p:cNvCxnSpPr>
            <a:cxnSpLocks/>
            <a:stCxn id="108" idx="6"/>
            <a:endCxn id="161" idx="2"/>
          </p:cNvCxnSpPr>
          <p:nvPr/>
        </p:nvCxnSpPr>
        <p:spPr>
          <a:xfrm>
            <a:off x="8917088" y="7704163"/>
            <a:ext cx="1000041" cy="37353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cto 165">
            <a:extLst>
              <a:ext uri="{FF2B5EF4-FFF2-40B4-BE49-F238E27FC236}">
                <a16:creationId xmlns:a16="http://schemas.microsoft.com/office/drawing/2014/main" id="{A0D73064-478E-4113-8F9B-55A3909AFF45}"/>
              </a:ext>
            </a:extLst>
          </p:cNvPr>
          <p:cNvCxnSpPr>
            <a:cxnSpLocks/>
            <a:stCxn id="125" idx="4"/>
            <a:endCxn id="161" idx="0"/>
          </p:cNvCxnSpPr>
          <p:nvPr/>
        </p:nvCxnSpPr>
        <p:spPr>
          <a:xfrm flipH="1">
            <a:off x="10060851" y="6754784"/>
            <a:ext cx="9360" cy="842716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ED6B2DD0-B9E2-45F3-89AB-3F4C03473843}"/>
              </a:ext>
            </a:extLst>
          </p:cNvPr>
          <p:cNvCxnSpPr>
            <a:cxnSpLocks/>
            <a:stCxn id="161" idx="6"/>
            <a:endCxn id="120" idx="2"/>
          </p:cNvCxnSpPr>
          <p:nvPr/>
        </p:nvCxnSpPr>
        <p:spPr>
          <a:xfrm flipV="1">
            <a:off x="10204572" y="7704163"/>
            <a:ext cx="1018766" cy="37353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Rectángulo 172">
                <a:extLst>
                  <a:ext uri="{FF2B5EF4-FFF2-40B4-BE49-F238E27FC236}">
                    <a16:creationId xmlns:a16="http://schemas.microsoft.com/office/drawing/2014/main" id="{F469E766-1DA2-46F8-AB66-79134249A885}"/>
                  </a:ext>
                </a:extLst>
              </p:cNvPr>
              <p:cNvSpPr/>
              <p:nvPr/>
            </p:nvSpPr>
            <p:spPr>
              <a:xfrm>
                <a:off x="3543508" y="7014797"/>
                <a:ext cx="441146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3" name="Rectángulo 172">
                <a:extLst>
                  <a:ext uri="{FF2B5EF4-FFF2-40B4-BE49-F238E27FC236}">
                    <a16:creationId xmlns:a16="http://schemas.microsoft.com/office/drawing/2014/main" id="{F469E766-1DA2-46F8-AB66-79134249A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508" y="7014797"/>
                <a:ext cx="441146" cy="4878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Rectángulo 173">
            <a:extLst>
              <a:ext uri="{FF2B5EF4-FFF2-40B4-BE49-F238E27FC236}">
                <a16:creationId xmlns:a16="http://schemas.microsoft.com/office/drawing/2014/main" id="{CA577CAF-A219-442A-92CA-9085CFC64FDD}"/>
              </a:ext>
            </a:extLst>
          </p:cNvPr>
          <p:cNvSpPr/>
          <p:nvPr/>
        </p:nvSpPr>
        <p:spPr>
          <a:xfrm>
            <a:off x="7223397" y="7128409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Rectángulo 174">
                <a:extLst>
                  <a:ext uri="{FF2B5EF4-FFF2-40B4-BE49-F238E27FC236}">
                    <a16:creationId xmlns:a16="http://schemas.microsoft.com/office/drawing/2014/main" id="{7B8EA2C4-D9AB-4D86-AE3B-4B3379C5021D}"/>
                  </a:ext>
                </a:extLst>
              </p:cNvPr>
              <p:cNvSpPr/>
              <p:nvPr/>
            </p:nvSpPr>
            <p:spPr>
              <a:xfrm>
                <a:off x="5800573" y="5809071"/>
                <a:ext cx="441146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5" name="Rectángulo 174">
                <a:extLst>
                  <a:ext uri="{FF2B5EF4-FFF2-40B4-BE49-F238E27FC236}">
                    <a16:creationId xmlns:a16="http://schemas.microsoft.com/office/drawing/2014/main" id="{7B8EA2C4-D9AB-4D86-AE3B-4B3379C502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573" y="5809071"/>
                <a:ext cx="441146" cy="4878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Rectángulo 175">
            <a:extLst>
              <a:ext uri="{FF2B5EF4-FFF2-40B4-BE49-F238E27FC236}">
                <a16:creationId xmlns:a16="http://schemas.microsoft.com/office/drawing/2014/main" id="{46BDEFB5-E1A8-4EB7-942B-3ED8712FAD9B}"/>
              </a:ext>
            </a:extLst>
          </p:cNvPr>
          <p:cNvSpPr/>
          <p:nvPr/>
        </p:nvSpPr>
        <p:spPr>
          <a:xfrm>
            <a:off x="7270482" y="8426019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Rectángulo 176">
                <a:extLst>
                  <a:ext uri="{FF2B5EF4-FFF2-40B4-BE49-F238E27FC236}">
                    <a16:creationId xmlns:a16="http://schemas.microsoft.com/office/drawing/2014/main" id="{59427B32-7E9C-413B-BB7F-CC197235BF21}"/>
                  </a:ext>
                </a:extLst>
              </p:cNvPr>
              <p:cNvSpPr/>
              <p:nvPr/>
            </p:nvSpPr>
            <p:spPr>
              <a:xfrm>
                <a:off x="5416742" y="8698359"/>
                <a:ext cx="441146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7" name="Rectángulo 176">
                <a:extLst>
                  <a:ext uri="{FF2B5EF4-FFF2-40B4-BE49-F238E27FC236}">
                    <a16:creationId xmlns:a16="http://schemas.microsoft.com/office/drawing/2014/main" id="{59427B32-7E9C-413B-BB7F-CC197235BF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742" y="8698359"/>
                <a:ext cx="441146" cy="4878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Rectángulo 177">
            <a:extLst>
              <a:ext uri="{FF2B5EF4-FFF2-40B4-BE49-F238E27FC236}">
                <a16:creationId xmlns:a16="http://schemas.microsoft.com/office/drawing/2014/main" id="{FDFBDEE0-CEAE-40FE-87C6-600979013E3D}"/>
              </a:ext>
            </a:extLst>
          </p:cNvPr>
          <p:cNvSpPr/>
          <p:nvPr/>
        </p:nvSpPr>
        <p:spPr>
          <a:xfrm>
            <a:off x="6081344" y="7621786"/>
            <a:ext cx="544308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Rectángulo 178">
                <a:extLst>
                  <a:ext uri="{FF2B5EF4-FFF2-40B4-BE49-F238E27FC236}">
                    <a16:creationId xmlns:a16="http://schemas.microsoft.com/office/drawing/2014/main" id="{CA3F25D2-B6D1-41E1-82E4-0F3B0BFD1F97}"/>
                  </a:ext>
                </a:extLst>
              </p:cNvPr>
              <p:cNvSpPr/>
              <p:nvPr/>
            </p:nvSpPr>
            <p:spPr>
              <a:xfrm>
                <a:off x="3584116" y="7870182"/>
                <a:ext cx="441146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9" name="Rectángulo 178">
                <a:extLst>
                  <a:ext uri="{FF2B5EF4-FFF2-40B4-BE49-F238E27FC236}">
                    <a16:creationId xmlns:a16="http://schemas.microsoft.com/office/drawing/2014/main" id="{CA3F25D2-B6D1-41E1-82E4-0F3B0BFD1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116" y="7870182"/>
                <a:ext cx="441146" cy="48782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Rectángulo 179">
            <a:extLst>
              <a:ext uri="{FF2B5EF4-FFF2-40B4-BE49-F238E27FC236}">
                <a16:creationId xmlns:a16="http://schemas.microsoft.com/office/drawing/2014/main" id="{4425A98F-F029-4095-9AF7-6CA8BD3DE6BD}"/>
              </a:ext>
            </a:extLst>
          </p:cNvPr>
          <p:cNvSpPr/>
          <p:nvPr/>
        </p:nvSpPr>
        <p:spPr>
          <a:xfrm>
            <a:off x="8071569" y="6451892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81" name="Rectángulo 180">
            <a:extLst>
              <a:ext uri="{FF2B5EF4-FFF2-40B4-BE49-F238E27FC236}">
                <a16:creationId xmlns:a16="http://schemas.microsoft.com/office/drawing/2014/main" id="{2ECB5D33-FCA5-4B95-B6FD-2DF290791893}"/>
              </a:ext>
            </a:extLst>
          </p:cNvPr>
          <p:cNvSpPr/>
          <p:nvPr/>
        </p:nvSpPr>
        <p:spPr>
          <a:xfrm>
            <a:off x="11652240" y="6474564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Rectángulo 181">
                <a:extLst>
                  <a:ext uri="{FF2B5EF4-FFF2-40B4-BE49-F238E27FC236}">
                    <a16:creationId xmlns:a16="http://schemas.microsoft.com/office/drawing/2014/main" id="{B3994C94-C09C-4531-BFBC-74647F162A91}"/>
                  </a:ext>
                </a:extLst>
              </p:cNvPr>
              <p:cNvSpPr/>
              <p:nvPr/>
            </p:nvSpPr>
            <p:spPr>
              <a:xfrm>
                <a:off x="9926489" y="5891979"/>
                <a:ext cx="441146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2" name="Rectángulo 181">
                <a:extLst>
                  <a:ext uri="{FF2B5EF4-FFF2-40B4-BE49-F238E27FC236}">
                    <a16:creationId xmlns:a16="http://schemas.microsoft.com/office/drawing/2014/main" id="{B3994C94-C09C-4531-BFBC-74647F162A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489" y="5891979"/>
                <a:ext cx="441146" cy="48782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Rectángulo 182">
                <a:extLst>
                  <a:ext uri="{FF2B5EF4-FFF2-40B4-BE49-F238E27FC236}">
                    <a16:creationId xmlns:a16="http://schemas.microsoft.com/office/drawing/2014/main" id="{9BC80EA3-A401-4B1E-8BE7-CFCFCE9ABBB5}"/>
                  </a:ext>
                </a:extLst>
              </p:cNvPr>
              <p:cNvSpPr/>
              <p:nvPr/>
            </p:nvSpPr>
            <p:spPr>
              <a:xfrm>
                <a:off x="10310005" y="7235013"/>
                <a:ext cx="441146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3" name="Rectángulo 182">
                <a:extLst>
                  <a:ext uri="{FF2B5EF4-FFF2-40B4-BE49-F238E27FC236}">
                    <a16:creationId xmlns:a16="http://schemas.microsoft.com/office/drawing/2014/main" id="{9BC80EA3-A401-4B1E-8BE7-CFCFCE9AB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0005" y="7235013"/>
                <a:ext cx="441146" cy="48782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Rectángulo 183">
                <a:extLst>
                  <a:ext uri="{FF2B5EF4-FFF2-40B4-BE49-F238E27FC236}">
                    <a16:creationId xmlns:a16="http://schemas.microsoft.com/office/drawing/2014/main" id="{A5B6234F-BE34-4457-B407-1BA043A159D6}"/>
                  </a:ext>
                </a:extLst>
              </p:cNvPr>
              <p:cNvSpPr/>
              <p:nvPr/>
            </p:nvSpPr>
            <p:spPr>
              <a:xfrm>
                <a:off x="8112177" y="7307277"/>
                <a:ext cx="441146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4" name="Rectángulo 183">
                <a:extLst>
                  <a:ext uri="{FF2B5EF4-FFF2-40B4-BE49-F238E27FC236}">
                    <a16:creationId xmlns:a16="http://schemas.microsoft.com/office/drawing/2014/main" id="{A5B6234F-BE34-4457-B407-1BA043A159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177" y="7307277"/>
                <a:ext cx="441146" cy="48782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Rectángulo 184">
                <a:extLst>
                  <a:ext uri="{FF2B5EF4-FFF2-40B4-BE49-F238E27FC236}">
                    <a16:creationId xmlns:a16="http://schemas.microsoft.com/office/drawing/2014/main" id="{1B2C8087-F81C-4272-A117-AA96DDD8338E}"/>
                  </a:ext>
                </a:extLst>
              </p:cNvPr>
              <p:cNvSpPr/>
              <p:nvPr/>
            </p:nvSpPr>
            <p:spPr>
              <a:xfrm>
                <a:off x="11631792" y="7421181"/>
                <a:ext cx="441146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5" name="Rectángulo 184">
                <a:extLst>
                  <a:ext uri="{FF2B5EF4-FFF2-40B4-BE49-F238E27FC236}">
                    <a16:creationId xmlns:a16="http://schemas.microsoft.com/office/drawing/2014/main" id="{1B2C8087-F81C-4272-A117-AA96DDD833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1792" y="7421181"/>
                <a:ext cx="441146" cy="48782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Rectángulo 185">
            <a:extLst>
              <a:ext uri="{FF2B5EF4-FFF2-40B4-BE49-F238E27FC236}">
                <a16:creationId xmlns:a16="http://schemas.microsoft.com/office/drawing/2014/main" id="{7D1E7358-BBDE-4A58-B11C-204B1D155B37}"/>
              </a:ext>
            </a:extLst>
          </p:cNvPr>
          <p:cNvSpPr/>
          <p:nvPr/>
        </p:nvSpPr>
        <p:spPr>
          <a:xfrm>
            <a:off x="9930051" y="8486301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046A7A9B-1E05-4564-A5B5-18C02D3737C8}"/>
                  </a:ext>
                </a:extLst>
              </p:cNvPr>
              <p:cNvSpPr/>
              <p:nvPr/>
            </p:nvSpPr>
            <p:spPr>
              <a:xfrm>
                <a:off x="3804689" y="3216762"/>
                <a:ext cx="441146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046A7A9B-1E05-4564-A5B5-18C02D3737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689" y="3216762"/>
                <a:ext cx="441146" cy="48782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E184D5D2-472B-4ACE-9A4C-51107BB7A1A7}"/>
                  </a:ext>
                </a:extLst>
              </p:cNvPr>
              <p:cNvSpPr/>
              <p:nvPr/>
            </p:nvSpPr>
            <p:spPr>
              <a:xfrm>
                <a:off x="3576855" y="1794044"/>
                <a:ext cx="441146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E184D5D2-472B-4ACE-9A4C-51107BB7A1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855" y="1794044"/>
                <a:ext cx="441146" cy="48782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ángulo 70">
                <a:extLst>
                  <a:ext uri="{FF2B5EF4-FFF2-40B4-BE49-F238E27FC236}">
                    <a16:creationId xmlns:a16="http://schemas.microsoft.com/office/drawing/2014/main" id="{1E87687A-00B4-4E5C-A08C-658262ABCA75}"/>
                  </a:ext>
                </a:extLst>
              </p:cNvPr>
              <p:cNvSpPr/>
              <p:nvPr/>
            </p:nvSpPr>
            <p:spPr>
              <a:xfrm>
                <a:off x="3189054" y="2813467"/>
                <a:ext cx="441146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Rectángulo 70">
                <a:extLst>
                  <a:ext uri="{FF2B5EF4-FFF2-40B4-BE49-F238E27FC236}">
                    <a16:creationId xmlns:a16="http://schemas.microsoft.com/office/drawing/2014/main" id="{1E87687A-00B4-4E5C-A08C-658262ABCA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054" y="2813467"/>
                <a:ext cx="441146" cy="48782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ángulo 71">
            <a:extLst>
              <a:ext uri="{FF2B5EF4-FFF2-40B4-BE49-F238E27FC236}">
                <a16:creationId xmlns:a16="http://schemas.microsoft.com/office/drawing/2014/main" id="{29B2A45D-CCE3-4550-89BF-F43439B1205D}"/>
              </a:ext>
            </a:extLst>
          </p:cNvPr>
          <p:cNvSpPr/>
          <p:nvPr/>
        </p:nvSpPr>
        <p:spPr>
          <a:xfrm>
            <a:off x="2099427" y="2122172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ángulo 72">
                <a:extLst>
                  <a:ext uri="{FF2B5EF4-FFF2-40B4-BE49-F238E27FC236}">
                    <a16:creationId xmlns:a16="http://schemas.microsoft.com/office/drawing/2014/main" id="{E8C15C45-717E-42DE-89CF-2243A13FE07A}"/>
                  </a:ext>
                </a:extLst>
              </p:cNvPr>
              <p:cNvSpPr/>
              <p:nvPr/>
            </p:nvSpPr>
            <p:spPr>
              <a:xfrm>
                <a:off x="2202890" y="3456672"/>
                <a:ext cx="441146" cy="487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Rectángulo 72">
                <a:extLst>
                  <a:ext uri="{FF2B5EF4-FFF2-40B4-BE49-F238E27FC236}">
                    <a16:creationId xmlns:a16="http://schemas.microsoft.com/office/drawing/2014/main" id="{E8C15C45-717E-42DE-89CF-2243A13FE0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890" y="3456672"/>
                <a:ext cx="441146" cy="48782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D778D68D-EF20-4EB5-B9DA-203B0957BF08}"/>
              </a:ext>
            </a:extLst>
          </p:cNvPr>
          <p:cNvCxnSpPr>
            <a:cxnSpLocks/>
          </p:cNvCxnSpPr>
          <p:nvPr/>
        </p:nvCxnSpPr>
        <p:spPr>
          <a:xfrm flipV="1">
            <a:off x="4419538" y="6430779"/>
            <a:ext cx="1093592" cy="74024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9AF5B54D-0F3C-432D-B94C-D4F4F2E05837}"/>
              </a:ext>
            </a:extLst>
          </p:cNvPr>
          <p:cNvCxnSpPr>
            <a:cxnSpLocks/>
          </p:cNvCxnSpPr>
          <p:nvPr/>
        </p:nvCxnSpPr>
        <p:spPr>
          <a:xfrm flipV="1">
            <a:off x="4317912" y="7416875"/>
            <a:ext cx="0" cy="79755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D5651732-860F-4308-B517-825C83590233}"/>
              </a:ext>
            </a:extLst>
          </p:cNvPr>
          <p:cNvCxnSpPr>
            <a:cxnSpLocks/>
          </p:cNvCxnSpPr>
          <p:nvPr/>
        </p:nvCxnSpPr>
        <p:spPr>
          <a:xfrm>
            <a:off x="4419538" y="8460277"/>
            <a:ext cx="1051498" cy="9080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2C93D2B7-9F19-4E16-9203-9F105043E2F9}"/>
              </a:ext>
            </a:extLst>
          </p:cNvPr>
          <p:cNvCxnSpPr>
            <a:cxnSpLocks/>
          </p:cNvCxnSpPr>
          <p:nvPr/>
        </p:nvCxnSpPr>
        <p:spPr>
          <a:xfrm flipV="1">
            <a:off x="5758479" y="8460277"/>
            <a:ext cx="1051499" cy="9080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92AF8A19-CAAA-438F-BEB0-93C921245168}"/>
              </a:ext>
            </a:extLst>
          </p:cNvPr>
          <p:cNvCxnSpPr>
            <a:cxnSpLocks/>
          </p:cNvCxnSpPr>
          <p:nvPr/>
        </p:nvCxnSpPr>
        <p:spPr>
          <a:xfrm>
            <a:off x="5716383" y="6430779"/>
            <a:ext cx="1051500" cy="84208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6F7343FD-2BC9-414B-AAA8-CFDB3428318C}"/>
              </a:ext>
            </a:extLst>
          </p:cNvPr>
          <p:cNvCxnSpPr>
            <a:cxnSpLocks/>
          </p:cNvCxnSpPr>
          <p:nvPr/>
        </p:nvCxnSpPr>
        <p:spPr>
          <a:xfrm>
            <a:off x="6911605" y="7416875"/>
            <a:ext cx="0" cy="79755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49B90D40-9439-47E5-9AFC-34CC87256A7E}"/>
              </a:ext>
            </a:extLst>
          </p:cNvPr>
          <p:cNvCxnSpPr>
            <a:cxnSpLocks/>
          </p:cNvCxnSpPr>
          <p:nvPr/>
        </p:nvCxnSpPr>
        <p:spPr>
          <a:xfrm flipV="1">
            <a:off x="4461633" y="7950448"/>
            <a:ext cx="1051498" cy="40799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00EE6BD5-7723-42AC-B598-D023E791AB66}"/>
              </a:ext>
            </a:extLst>
          </p:cNvPr>
          <p:cNvCxnSpPr>
            <a:cxnSpLocks/>
          </p:cNvCxnSpPr>
          <p:nvPr/>
        </p:nvCxnSpPr>
        <p:spPr>
          <a:xfrm>
            <a:off x="4461633" y="7272860"/>
            <a:ext cx="1051498" cy="4739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D648C74C-A80C-4A04-A7A3-C64C53BEF381}"/>
              </a:ext>
            </a:extLst>
          </p:cNvPr>
          <p:cNvCxnSpPr>
            <a:cxnSpLocks/>
          </p:cNvCxnSpPr>
          <p:nvPr/>
        </p:nvCxnSpPr>
        <p:spPr>
          <a:xfrm flipV="1">
            <a:off x="5758479" y="7272860"/>
            <a:ext cx="1009404" cy="57575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59EB524A-50DA-4B22-9B45-7A0C2F024F77}"/>
              </a:ext>
            </a:extLst>
          </p:cNvPr>
          <p:cNvCxnSpPr>
            <a:cxnSpLocks/>
          </p:cNvCxnSpPr>
          <p:nvPr/>
        </p:nvCxnSpPr>
        <p:spPr>
          <a:xfrm>
            <a:off x="5716384" y="7950448"/>
            <a:ext cx="1051499" cy="40799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814BD674-8240-41A7-A54B-4C363D6DD9E2}"/>
              </a:ext>
            </a:extLst>
          </p:cNvPr>
          <p:cNvCxnSpPr>
            <a:cxnSpLocks/>
          </p:cNvCxnSpPr>
          <p:nvPr/>
        </p:nvCxnSpPr>
        <p:spPr>
          <a:xfrm>
            <a:off x="4461633" y="7272860"/>
            <a:ext cx="230625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EBA89931-215F-4DE0-BB53-B2D4575BDA13}"/>
              </a:ext>
            </a:extLst>
          </p:cNvPr>
          <p:cNvCxnSpPr>
            <a:cxnSpLocks/>
          </p:cNvCxnSpPr>
          <p:nvPr/>
        </p:nvCxnSpPr>
        <p:spPr>
          <a:xfrm>
            <a:off x="4461633" y="8358443"/>
            <a:ext cx="230625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496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8" grpId="0" animBg="1"/>
      <p:bldP spid="79" grpId="0" animBg="1"/>
      <p:bldP spid="81" grpId="0" animBg="1"/>
      <p:bldP spid="82" grpId="0" animBg="1"/>
      <p:bldP spid="3" grpId="0"/>
      <p:bldP spid="4" grpId="0"/>
      <p:bldP spid="88" grpId="0"/>
      <p:bldP spid="8" grpId="0"/>
      <p:bldP spid="9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20" grpId="0" animBg="1"/>
      <p:bldP spid="125" grpId="0" animBg="1"/>
      <p:bldP spid="128" grpId="0" animBg="1"/>
      <p:bldP spid="161" grpId="0" animBg="1"/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81" grpId="0"/>
      <p:bldP spid="182" grpId="0"/>
      <p:bldP spid="183" grpId="0"/>
      <p:bldP spid="184" grpId="0"/>
      <p:bldP spid="185" grpId="0"/>
      <p:bldP spid="186" grpId="0"/>
      <p:bldP spid="6" grpId="0"/>
      <p:bldP spid="71" grpId="0"/>
      <p:bldP spid="72" grpId="0"/>
      <p:bldP spid="7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Caminos, cadenas y ciclos</a:t>
            </a:r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9FECA587-A5E3-4E47-9B36-6B168A53AC87}"/>
              </a:ext>
            </a:extLst>
          </p:cNvPr>
          <p:cNvSpPr/>
          <p:nvPr/>
        </p:nvSpPr>
        <p:spPr>
          <a:xfrm>
            <a:off x="1755766" y="237557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FCCFD193-657E-4B7C-BBD0-5F812F9E9CA0}"/>
              </a:ext>
            </a:extLst>
          </p:cNvPr>
          <p:cNvSpPr/>
          <p:nvPr/>
        </p:nvSpPr>
        <p:spPr>
          <a:xfrm>
            <a:off x="3150387" y="253210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B2EE6DE1-8B77-4495-B725-E33E6C28BE1C}"/>
              </a:ext>
            </a:extLst>
          </p:cNvPr>
          <p:cNvCxnSpPr>
            <a:cxnSpLocks/>
            <a:stCxn id="69" idx="6"/>
            <a:endCxn id="70" idx="2"/>
          </p:cNvCxnSpPr>
          <p:nvPr/>
        </p:nvCxnSpPr>
        <p:spPr>
          <a:xfrm>
            <a:off x="2403838" y="2663602"/>
            <a:ext cx="746549" cy="156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ipse 71">
            <a:extLst>
              <a:ext uri="{FF2B5EF4-FFF2-40B4-BE49-F238E27FC236}">
                <a16:creationId xmlns:a16="http://schemas.microsoft.com/office/drawing/2014/main" id="{5841BE64-1FC5-466D-B6F0-C41C9F7BAA71}"/>
              </a:ext>
            </a:extLst>
          </p:cNvPr>
          <p:cNvSpPr/>
          <p:nvPr/>
        </p:nvSpPr>
        <p:spPr>
          <a:xfrm>
            <a:off x="1755766" y="4054573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D2989304-8077-4243-A727-07377334930E}"/>
              </a:ext>
            </a:extLst>
          </p:cNvPr>
          <p:cNvSpPr/>
          <p:nvPr/>
        </p:nvSpPr>
        <p:spPr>
          <a:xfrm>
            <a:off x="767954" y="3037934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FE044AB6-5576-4C58-81AB-4EEC16CF9749}"/>
              </a:ext>
            </a:extLst>
          </p:cNvPr>
          <p:cNvCxnSpPr>
            <a:cxnSpLocks/>
            <a:stCxn id="73" idx="5"/>
            <a:endCxn id="72" idx="2"/>
          </p:cNvCxnSpPr>
          <p:nvPr/>
        </p:nvCxnSpPr>
        <p:spPr>
          <a:xfrm>
            <a:off x="1321118" y="3529635"/>
            <a:ext cx="434648" cy="812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9F8456E2-3F9B-4540-8BF1-1E5098155BB0}"/>
              </a:ext>
            </a:extLst>
          </p:cNvPr>
          <p:cNvCxnSpPr>
            <a:cxnSpLocks/>
            <a:stCxn id="73" idx="7"/>
            <a:endCxn id="69" idx="2"/>
          </p:cNvCxnSpPr>
          <p:nvPr/>
        </p:nvCxnSpPr>
        <p:spPr>
          <a:xfrm flipV="1">
            <a:off x="1321118" y="2663602"/>
            <a:ext cx="434648" cy="458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ángulo: esquinas redondeadas 75">
            <a:extLst>
              <a:ext uri="{FF2B5EF4-FFF2-40B4-BE49-F238E27FC236}">
                <a16:creationId xmlns:a16="http://schemas.microsoft.com/office/drawing/2014/main" id="{B3A253D6-A750-41AF-B21D-CA0C17B9FF8A}"/>
              </a:ext>
            </a:extLst>
          </p:cNvPr>
          <p:cNvSpPr/>
          <p:nvPr/>
        </p:nvSpPr>
        <p:spPr>
          <a:xfrm>
            <a:off x="1147764" y="1583482"/>
            <a:ext cx="1944216" cy="432048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Cadena</a:t>
            </a: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352ECD1B-5232-45CF-B178-473E4A48EDC3}"/>
              </a:ext>
            </a:extLst>
          </p:cNvPr>
          <p:cNvCxnSpPr>
            <a:cxnSpLocks/>
            <a:stCxn id="69" idx="4"/>
            <a:endCxn id="72" idx="0"/>
          </p:cNvCxnSpPr>
          <p:nvPr/>
        </p:nvCxnSpPr>
        <p:spPr>
          <a:xfrm>
            <a:off x="2079802" y="2951634"/>
            <a:ext cx="0" cy="1102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ector recto 196">
            <a:extLst>
              <a:ext uri="{FF2B5EF4-FFF2-40B4-BE49-F238E27FC236}">
                <a16:creationId xmlns:a16="http://schemas.microsoft.com/office/drawing/2014/main" id="{AD7F29CE-D377-4D7C-9D46-388C781888B9}"/>
              </a:ext>
            </a:extLst>
          </p:cNvPr>
          <p:cNvCxnSpPr>
            <a:cxnSpLocks/>
            <a:stCxn id="72" idx="7"/>
            <a:endCxn id="70" idx="3"/>
          </p:cNvCxnSpPr>
          <p:nvPr/>
        </p:nvCxnSpPr>
        <p:spPr>
          <a:xfrm flipV="1">
            <a:off x="2308930" y="3023808"/>
            <a:ext cx="936365" cy="1115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18E17EB4-7876-4E62-9583-A5566BD6C648}"/>
              </a:ext>
            </a:extLst>
          </p:cNvPr>
          <p:cNvSpPr/>
          <p:nvPr/>
        </p:nvSpPr>
        <p:spPr>
          <a:xfrm>
            <a:off x="5475676" y="1583482"/>
            <a:ext cx="1944216" cy="432048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Camino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12D9B05-BD15-4E37-BC74-2B692AF6A420}"/>
              </a:ext>
            </a:extLst>
          </p:cNvPr>
          <p:cNvCxnSpPr>
            <a:cxnSpLocks/>
          </p:cNvCxnSpPr>
          <p:nvPr/>
        </p:nvCxnSpPr>
        <p:spPr>
          <a:xfrm>
            <a:off x="1315542" y="3527729"/>
            <a:ext cx="434648" cy="81297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850A1378-ED6B-4B85-AD3D-67E852C2A433}"/>
              </a:ext>
            </a:extLst>
          </p:cNvPr>
          <p:cNvCxnSpPr>
            <a:cxnSpLocks/>
          </p:cNvCxnSpPr>
          <p:nvPr/>
        </p:nvCxnSpPr>
        <p:spPr>
          <a:xfrm flipH="1">
            <a:off x="1315544" y="2661696"/>
            <a:ext cx="434646" cy="49170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A7707325-15BA-43B0-8E6A-1F371AD0E702}"/>
              </a:ext>
            </a:extLst>
          </p:cNvPr>
          <p:cNvCxnSpPr>
            <a:cxnSpLocks/>
          </p:cNvCxnSpPr>
          <p:nvPr/>
        </p:nvCxnSpPr>
        <p:spPr>
          <a:xfrm flipH="1">
            <a:off x="2074226" y="2945900"/>
            <a:ext cx="5588" cy="110676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9108C337-5FCB-4F8B-99C2-8E0790C26CAA}"/>
              </a:ext>
            </a:extLst>
          </p:cNvPr>
          <p:cNvCxnSpPr>
            <a:cxnSpLocks/>
          </p:cNvCxnSpPr>
          <p:nvPr/>
        </p:nvCxnSpPr>
        <p:spPr>
          <a:xfrm flipH="1">
            <a:off x="2303354" y="3021902"/>
            <a:ext cx="936365" cy="111512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E3FFFB93-7D11-44AD-AE54-FD443C675630}"/>
              </a:ext>
            </a:extLst>
          </p:cNvPr>
          <p:cNvSpPr/>
          <p:nvPr/>
        </p:nvSpPr>
        <p:spPr>
          <a:xfrm>
            <a:off x="4055638" y="6767892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3CF621F9-BE2E-4EB1-BE41-64EE1B902457}"/>
              </a:ext>
            </a:extLst>
          </p:cNvPr>
          <p:cNvSpPr/>
          <p:nvPr/>
        </p:nvSpPr>
        <p:spPr>
          <a:xfrm>
            <a:off x="5450259" y="6924429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9DCE4E1A-CAFE-4429-B3CB-117F3EA68266}"/>
              </a:ext>
            </a:extLst>
          </p:cNvPr>
          <p:cNvCxnSpPr>
            <a:cxnSpLocks/>
            <a:stCxn id="35" idx="6"/>
            <a:endCxn id="36" idx="2"/>
          </p:cNvCxnSpPr>
          <p:nvPr/>
        </p:nvCxnSpPr>
        <p:spPr>
          <a:xfrm>
            <a:off x="4703710" y="7055924"/>
            <a:ext cx="746549" cy="156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>
            <a:extLst>
              <a:ext uri="{FF2B5EF4-FFF2-40B4-BE49-F238E27FC236}">
                <a16:creationId xmlns:a16="http://schemas.microsoft.com/office/drawing/2014/main" id="{23923ADA-3B63-4D44-A3F4-1C0ED98A9F24}"/>
              </a:ext>
            </a:extLst>
          </p:cNvPr>
          <p:cNvSpPr/>
          <p:nvPr/>
        </p:nvSpPr>
        <p:spPr>
          <a:xfrm>
            <a:off x="4055638" y="844689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A697F37D-0E6D-4B6C-95C5-C4DD8A9D417D}"/>
              </a:ext>
            </a:extLst>
          </p:cNvPr>
          <p:cNvSpPr/>
          <p:nvPr/>
        </p:nvSpPr>
        <p:spPr>
          <a:xfrm>
            <a:off x="3067826" y="743025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EF4E1FC-2D1E-44CF-BBEF-0639C18E6DD4}"/>
              </a:ext>
            </a:extLst>
          </p:cNvPr>
          <p:cNvCxnSpPr>
            <a:cxnSpLocks/>
            <a:stCxn id="39" idx="5"/>
            <a:endCxn id="38" idx="2"/>
          </p:cNvCxnSpPr>
          <p:nvPr/>
        </p:nvCxnSpPr>
        <p:spPr>
          <a:xfrm>
            <a:off x="3620990" y="7921957"/>
            <a:ext cx="434648" cy="812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89CC1CA8-6FAE-408A-BDDF-0B25149883BE}"/>
              </a:ext>
            </a:extLst>
          </p:cNvPr>
          <p:cNvCxnSpPr>
            <a:cxnSpLocks/>
            <a:stCxn id="39" idx="7"/>
            <a:endCxn id="35" idx="2"/>
          </p:cNvCxnSpPr>
          <p:nvPr/>
        </p:nvCxnSpPr>
        <p:spPr>
          <a:xfrm flipV="1">
            <a:off x="3620990" y="7055924"/>
            <a:ext cx="434648" cy="458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EEFB5B1E-21C1-4B86-AC4E-EC19FC523943}"/>
              </a:ext>
            </a:extLst>
          </p:cNvPr>
          <p:cNvSpPr/>
          <p:nvPr/>
        </p:nvSpPr>
        <p:spPr>
          <a:xfrm>
            <a:off x="3207838" y="5961679"/>
            <a:ext cx="2607674" cy="432048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Cadena </a:t>
            </a:r>
            <a:r>
              <a:rPr lang="en-US" dirty="0" err="1">
                <a:solidFill>
                  <a:schemeClr val="tx1"/>
                </a:solidFill>
              </a:rPr>
              <a:t>Cerrada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5C73C6D-A902-4F42-9525-D76FA57B20D8}"/>
              </a:ext>
            </a:extLst>
          </p:cNvPr>
          <p:cNvCxnSpPr>
            <a:cxnSpLocks/>
            <a:stCxn id="35" idx="4"/>
            <a:endCxn id="38" idx="0"/>
          </p:cNvCxnSpPr>
          <p:nvPr/>
        </p:nvCxnSpPr>
        <p:spPr>
          <a:xfrm>
            <a:off x="4379674" y="7343956"/>
            <a:ext cx="0" cy="1102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F9BB7E3F-C634-4A11-97FC-4A80DD2A4000}"/>
              </a:ext>
            </a:extLst>
          </p:cNvPr>
          <p:cNvCxnSpPr>
            <a:cxnSpLocks/>
            <a:stCxn id="38" idx="7"/>
            <a:endCxn id="36" idx="3"/>
          </p:cNvCxnSpPr>
          <p:nvPr/>
        </p:nvCxnSpPr>
        <p:spPr>
          <a:xfrm flipV="1">
            <a:off x="4608802" y="7416130"/>
            <a:ext cx="936365" cy="1115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18C99B39-590D-4812-9B01-80ED6E026C80}"/>
              </a:ext>
            </a:extLst>
          </p:cNvPr>
          <p:cNvCxnSpPr>
            <a:cxnSpLocks/>
          </p:cNvCxnSpPr>
          <p:nvPr/>
        </p:nvCxnSpPr>
        <p:spPr>
          <a:xfrm>
            <a:off x="3637638" y="7918130"/>
            <a:ext cx="434648" cy="81297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956EDDC7-579D-45F0-9218-FB0B5894CBB6}"/>
              </a:ext>
            </a:extLst>
          </p:cNvPr>
          <p:cNvCxnSpPr>
            <a:cxnSpLocks/>
          </p:cNvCxnSpPr>
          <p:nvPr/>
        </p:nvCxnSpPr>
        <p:spPr>
          <a:xfrm flipH="1">
            <a:off x="3637640" y="7052097"/>
            <a:ext cx="434646" cy="49170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1C4CA105-E078-46F9-8B1A-BD63B684C52B}"/>
              </a:ext>
            </a:extLst>
          </p:cNvPr>
          <p:cNvCxnSpPr>
            <a:cxnSpLocks/>
          </p:cNvCxnSpPr>
          <p:nvPr/>
        </p:nvCxnSpPr>
        <p:spPr>
          <a:xfrm>
            <a:off x="4396322" y="7340129"/>
            <a:ext cx="0" cy="110293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B662AC11-EA2C-4063-BEAE-CF67CDBCED50}"/>
              </a:ext>
            </a:extLst>
          </p:cNvPr>
          <p:cNvCxnSpPr>
            <a:cxnSpLocks/>
          </p:cNvCxnSpPr>
          <p:nvPr/>
        </p:nvCxnSpPr>
        <p:spPr>
          <a:xfrm flipH="1">
            <a:off x="4625450" y="7412303"/>
            <a:ext cx="936365" cy="111512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5508D7B0-A0F6-4E7B-A6F6-B37900D3D825}"/>
              </a:ext>
            </a:extLst>
          </p:cNvPr>
          <p:cNvSpPr/>
          <p:nvPr/>
        </p:nvSpPr>
        <p:spPr>
          <a:xfrm>
            <a:off x="2883802" y="4052402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39492BAF-564F-45E6-949A-5E93B194446E}"/>
              </a:ext>
            </a:extLst>
          </p:cNvPr>
          <p:cNvCxnSpPr>
            <a:cxnSpLocks/>
            <a:stCxn id="72" idx="6"/>
            <a:endCxn id="52" idx="2"/>
          </p:cNvCxnSpPr>
          <p:nvPr/>
        </p:nvCxnSpPr>
        <p:spPr>
          <a:xfrm flipV="1">
            <a:off x="2403838" y="4340434"/>
            <a:ext cx="479964" cy="2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699C325A-73C0-4F97-A0CA-4BC9B4F87347}"/>
              </a:ext>
            </a:extLst>
          </p:cNvPr>
          <p:cNvCxnSpPr>
            <a:cxnSpLocks/>
            <a:stCxn id="70" idx="4"/>
            <a:endCxn id="52" idx="0"/>
          </p:cNvCxnSpPr>
          <p:nvPr/>
        </p:nvCxnSpPr>
        <p:spPr>
          <a:xfrm flipH="1">
            <a:off x="3207838" y="3108171"/>
            <a:ext cx="266585" cy="944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10DD3097-37E2-4ECF-8686-901478587DE7}"/>
              </a:ext>
            </a:extLst>
          </p:cNvPr>
          <p:cNvSpPr/>
          <p:nvPr/>
        </p:nvSpPr>
        <p:spPr>
          <a:xfrm>
            <a:off x="5221131" y="844689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C47D9756-AFBD-4490-AF06-3C9C391FB8FE}"/>
              </a:ext>
            </a:extLst>
          </p:cNvPr>
          <p:cNvCxnSpPr>
            <a:cxnSpLocks/>
            <a:endCxn id="62" idx="2"/>
          </p:cNvCxnSpPr>
          <p:nvPr/>
        </p:nvCxnSpPr>
        <p:spPr>
          <a:xfrm flipV="1">
            <a:off x="4741167" y="8734927"/>
            <a:ext cx="479964" cy="2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73A52045-83FC-4468-AB12-42054FBC2E25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5545167" y="7502664"/>
            <a:ext cx="266585" cy="944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29F45FBD-9E9A-494C-825B-89BD5B04FA69}"/>
              </a:ext>
            </a:extLst>
          </p:cNvPr>
          <p:cNvCxnSpPr>
            <a:cxnSpLocks/>
          </p:cNvCxnSpPr>
          <p:nvPr/>
        </p:nvCxnSpPr>
        <p:spPr>
          <a:xfrm flipH="1">
            <a:off x="5561815" y="7496666"/>
            <a:ext cx="229128" cy="94640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001AB7BB-0F0E-4335-9AF4-0CA5ED4416E7}"/>
              </a:ext>
            </a:extLst>
          </p:cNvPr>
          <p:cNvCxnSpPr>
            <a:cxnSpLocks/>
          </p:cNvCxnSpPr>
          <p:nvPr/>
        </p:nvCxnSpPr>
        <p:spPr>
          <a:xfrm flipH="1">
            <a:off x="4720358" y="8731100"/>
            <a:ext cx="51742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Elipse 78">
            <a:extLst>
              <a:ext uri="{FF2B5EF4-FFF2-40B4-BE49-F238E27FC236}">
                <a16:creationId xmlns:a16="http://schemas.microsoft.com/office/drawing/2014/main" id="{25D9A6E4-0FFA-441C-80A2-69EAF20FE506}"/>
              </a:ext>
            </a:extLst>
          </p:cNvPr>
          <p:cNvSpPr/>
          <p:nvPr/>
        </p:nvSpPr>
        <p:spPr>
          <a:xfrm>
            <a:off x="5689733" y="2377134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ACDB150D-5A5F-4A44-BE49-4075D4B3B405}"/>
              </a:ext>
            </a:extLst>
          </p:cNvPr>
          <p:cNvSpPr/>
          <p:nvPr/>
        </p:nvSpPr>
        <p:spPr>
          <a:xfrm>
            <a:off x="7084354" y="253367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5618E71A-60D8-48C6-B83E-72E347F439CE}"/>
              </a:ext>
            </a:extLst>
          </p:cNvPr>
          <p:cNvCxnSpPr>
            <a:cxnSpLocks/>
            <a:stCxn id="79" idx="6"/>
            <a:endCxn id="80" idx="2"/>
          </p:cNvCxnSpPr>
          <p:nvPr/>
        </p:nvCxnSpPr>
        <p:spPr>
          <a:xfrm>
            <a:off x="6337805" y="2665166"/>
            <a:ext cx="746549" cy="156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>
            <a:extLst>
              <a:ext uri="{FF2B5EF4-FFF2-40B4-BE49-F238E27FC236}">
                <a16:creationId xmlns:a16="http://schemas.microsoft.com/office/drawing/2014/main" id="{45AA2E23-C1D7-4374-BC0B-F1B09360D5AD}"/>
              </a:ext>
            </a:extLst>
          </p:cNvPr>
          <p:cNvSpPr/>
          <p:nvPr/>
        </p:nvSpPr>
        <p:spPr>
          <a:xfrm>
            <a:off x="5689733" y="405613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1A7D7963-6A52-4CF6-953D-7845E2546833}"/>
              </a:ext>
            </a:extLst>
          </p:cNvPr>
          <p:cNvSpPr/>
          <p:nvPr/>
        </p:nvSpPr>
        <p:spPr>
          <a:xfrm>
            <a:off x="4701921" y="3039498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25681975-C578-4B82-BD44-D87A58796B54}"/>
              </a:ext>
            </a:extLst>
          </p:cNvPr>
          <p:cNvCxnSpPr>
            <a:cxnSpLocks/>
            <a:stCxn id="83" idx="5"/>
            <a:endCxn id="82" idx="2"/>
          </p:cNvCxnSpPr>
          <p:nvPr/>
        </p:nvCxnSpPr>
        <p:spPr>
          <a:xfrm>
            <a:off x="5255085" y="3531199"/>
            <a:ext cx="434648" cy="812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7712EF76-D25F-4A16-8716-EED849729C87}"/>
              </a:ext>
            </a:extLst>
          </p:cNvPr>
          <p:cNvCxnSpPr>
            <a:cxnSpLocks/>
            <a:stCxn id="83" idx="7"/>
            <a:endCxn id="79" idx="2"/>
          </p:cNvCxnSpPr>
          <p:nvPr/>
        </p:nvCxnSpPr>
        <p:spPr>
          <a:xfrm flipV="1">
            <a:off x="5255085" y="2665166"/>
            <a:ext cx="434648" cy="458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073E1765-66E1-47F5-9F8B-5D358955E978}"/>
              </a:ext>
            </a:extLst>
          </p:cNvPr>
          <p:cNvCxnSpPr>
            <a:cxnSpLocks/>
            <a:stCxn id="79" idx="4"/>
            <a:endCxn id="82" idx="0"/>
          </p:cNvCxnSpPr>
          <p:nvPr/>
        </p:nvCxnSpPr>
        <p:spPr>
          <a:xfrm>
            <a:off x="6013769" y="2953198"/>
            <a:ext cx="0" cy="1102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9D422B17-592E-4535-BD2F-9E2E9D8D0F41}"/>
              </a:ext>
            </a:extLst>
          </p:cNvPr>
          <p:cNvCxnSpPr>
            <a:cxnSpLocks/>
            <a:stCxn id="82" idx="7"/>
            <a:endCxn id="80" idx="3"/>
          </p:cNvCxnSpPr>
          <p:nvPr/>
        </p:nvCxnSpPr>
        <p:spPr>
          <a:xfrm flipV="1">
            <a:off x="6242897" y="3025372"/>
            <a:ext cx="936365" cy="1115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35796CA7-FE8E-47FD-83BA-A370FD936112}"/>
              </a:ext>
            </a:extLst>
          </p:cNvPr>
          <p:cNvCxnSpPr>
            <a:cxnSpLocks/>
          </p:cNvCxnSpPr>
          <p:nvPr/>
        </p:nvCxnSpPr>
        <p:spPr>
          <a:xfrm>
            <a:off x="5260350" y="3529635"/>
            <a:ext cx="434648" cy="81297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F3BDA095-AB70-42DB-A538-75CC41E1BBAC}"/>
              </a:ext>
            </a:extLst>
          </p:cNvPr>
          <p:cNvCxnSpPr>
            <a:cxnSpLocks/>
          </p:cNvCxnSpPr>
          <p:nvPr/>
        </p:nvCxnSpPr>
        <p:spPr>
          <a:xfrm flipH="1">
            <a:off x="5260352" y="2663602"/>
            <a:ext cx="434646" cy="49170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7369B679-8D2C-4A76-99D1-01AF17DADCC4}"/>
              </a:ext>
            </a:extLst>
          </p:cNvPr>
          <p:cNvCxnSpPr>
            <a:cxnSpLocks/>
          </p:cNvCxnSpPr>
          <p:nvPr/>
        </p:nvCxnSpPr>
        <p:spPr>
          <a:xfrm flipH="1" flipV="1">
            <a:off x="6343070" y="2663602"/>
            <a:ext cx="746549" cy="15653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Elipse 91">
            <a:extLst>
              <a:ext uri="{FF2B5EF4-FFF2-40B4-BE49-F238E27FC236}">
                <a16:creationId xmlns:a16="http://schemas.microsoft.com/office/drawing/2014/main" id="{EC9CD772-2144-46E0-8EDF-6FB5DA65E5CA}"/>
              </a:ext>
            </a:extLst>
          </p:cNvPr>
          <p:cNvSpPr/>
          <p:nvPr/>
        </p:nvSpPr>
        <p:spPr>
          <a:xfrm>
            <a:off x="6855226" y="405613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9240421B-0CAF-403C-9253-E5FF2EEE51B0}"/>
              </a:ext>
            </a:extLst>
          </p:cNvPr>
          <p:cNvCxnSpPr>
            <a:cxnSpLocks/>
            <a:endCxn id="92" idx="2"/>
          </p:cNvCxnSpPr>
          <p:nvPr/>
        </p:nvCxnSpPr>
        <p:spPr>
          <a:xfrm flipV="1">
            <a:off x="6375262" y="4344169"/>
            <a:ext cx="479964" cy="2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8A37A43E-898D-43C3-86E9-9930BA6037FD}"/>
              </a:ext>
            </a:extLst>
          </p:cNvPr>
          <p:cNvCxnSpPr>
            <a:cxnSpLocks/>
            <a:endCxn id="92" idx="0"/>
          </p:cNvCxnSpPr>
          <p:nvPr/>
        </p:nvCxnSpPr>
        <p:spPr>
          <a:xfrm flipH="1">
            <a:off x="7179262" y="3111906"/>
            <a:ext cx="266585" cy="944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0127A9DD-4C9A-4C6E-835E-CB6FC065AFA5}"/>
              </a:ext>
            </a:extLst>
          </p:cNvPr>
          <p:cNvCxnSpPr>
            <a:cxnSpLocks/>
          </p:cNvCxnSpPr>
          <p:nvPr/>
        </p:nvCxnSpPr>
        <p:spPr>
          <a:xfrm flipH="1">
            <a:off x="7184527" y="3108171"/>
            <a:ext cx="229128" cy="94640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ángulo: esquinas redondeadas 96">
            <a:extLst>
              <a:ext uri="{FF2B5EF4-FFF2-40B4-BE49-F238E27FC236}">
                <a16:creationId xmlns:a16="http://schemas.microsoft.com/office/drawing/2014/main" id="{EDEF41C4-98E1-4063-829D-27E8A9E34971}"/>
              </a:ext>
            </a:extLst>
          </p:cNvPr>
          <p:cNvSpPr/>
          <p:nvPr/>
        </p:nvSpPr>
        <p:spPr>
          <a:xfrm>
            <a:off x="9733679" y="1586914"/>
            <a:ext cx="1944216" cy="432048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Ciclo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ECA13C0A-B1BD-4169-910F-4DA8F0C0C7E7}"/>
              </a:ext>
            </a:extLst>
          </p:cNvPr>
          <p:cNvSpPr/>
          <p:nvPr/>
        </p:nvSpPr>
        <p:spPr>
          <a:xfrm>
            <a:off x="9947736" y="238056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9" name="Elipse 98">
            <a:extLst>
              <a:ext uri="{FF2B5EF4-FFF2-40B4-BE49-F238E27FC236}">
                <a16:creationId xmlns:a16="http://schemas.microsoft.com/office/drawing/2014/main" id="{EA049A69-FDEE-42B5-B086-FEFD3C417168}"/>
              </a:ext>
            </a:extLst>
          </p:cNvPr>
          <p:cNvSpPr/>
          <p:nvPr/>
        </p:nvSpPr>
        <p:spPr>
          <a:xfrm>
            <a:off x="11342357" y="2537103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AC124AD8-16F9-48CD-B767-0888FA0AB435}"/>
              </a:ext>
            </a:extLst>
          </p:cNvPr>
          <p:cNvCxnSpPr>
            <a:cxnSpLocks/>
            <a:stCxn id="98" idx="6"/>
            <a:endCxn id="99" idx="2"/>
          </p:cNvCxnSpPr>
          <p:nvPr/>
        </p:nvCxnSpPr>
        <p:spPr>
          <a:xfrm>
            <a:off x="10595808" y="2668598"/>
            <a:ext cx="746549" cy="156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lipse 100">
            <a:extLst>
              <a:ext uri="{FF2B5EF4-FFF2-40B4-BE49-F238E27FC236}">
                <a16:creationId xmlns:a16="http://schemas.microsoft.com/office/drawing/2014/main" id="{A34665F9-B4A4-4EA8-8D41-82AC3F374AC9}"/>
              </a:ext>
            </a:extLst>
          </p:cNvPr>
          <p:cNvSpPr/>
          <p:nvPr/>
        </p:nvSpPr>
        <p:spPr>
          <a:xfrm>
            <a:off x="9947736" y="4059569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2" name="Elipse 101">
            <a:extLst>
              <a:ext uri="{FF2B5EF4-FFF2-40B4-BE49-F238E27FC236}">
                <a16:creationId xmlns:a16="http://schemas.microsoft.com/office/drawing/2014/main" id="{0C2FD723-4099-4434-BB56-864DC7FCFFCB}"/>
              </a:ext>
            </a:extLst>
          </p:cNvPr>
          <p:cNvSpPr/>
          <p:nvPr/>
        </p:nvSpPr>
        <p:spPr>
          <a:xfrm>
            <a:off x="8959924" y="304293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21DC3E60-5B9D-42D3-A185-7FDB567566AE}"/>
              </a:ext>
            </a:extLst>
          </p:cNvPr>
          <p:cNvCxnSpPr>
            <a:cxnSpLocks/>
            <a:stCxn id="102" idx="5"/>
            <a:endCxn id="101" idx="2"/>
          </p:cNvCxnSpPr>
          <p:nvPr/>
        </p:nvCxnSpPr>
        <p:spPr>
          <a:xfrm>
            <a:off x="9513088" y="3534631"/>
            <a:ext cx="434648" cy="812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D2FC1348-AE3E-4B1A-8A6F-CDC570095A37}"/>
              </a:ext>
            </a:extLst>
          </p:cNvPr>
          <p:cNvCxnSpPr>
            <a:cxnSpLocks/>
            <a:stCxn id="102" idx="7"/>
            <a:endCxn id="98" idx="2"/>
          </p:cNvCxnSpPr>
          <p:nvPr/>
        </p:nvCxnSpPr>
        <p:spPr>
          <a:xfrm flipV="1">
            <a:off x="9513088" y="2668598"/>
            <a:ext cx="434648" cy="458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96765AF0-70A4-4773-9232-6D983D770AC3}"/>
              </a:ext>
            </a:extLst>
          </p:cNvPr>
          <p:cNvCxnSpPr>
            <a:cxnSpLocks/>
            <a:stCxn id="98" idx="4"/>
            <a:endCxn id="101" idx="0"/>
          </p:cNvCxnSpPr>
          <p:nvPr/>
        </p:nvCxnSpPr>
        <p:spPr>
          <a:xfrm>
            <a:off x="10271772" y="2956630"/>
            <a:ext cx="0" cy="1102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CF34E339-8378-4196-97CF-E906F82C35ED}"/>
              </a:ext>
            </a:extLst>
          </p:cNvPr>
          <p:cNvCxnSpPr>
            <a:cxnSpLocks/>
            <a:stCxn id="101" idx="7"/>
            <a:endCxn id="99" idx="3"/>
          </p:cNvCxnSpPr>
          <p:nvPr/>
        </p:nvCxnSpPr>
        <p:spPr>
          <a:xfrm flipV="1">
            <a:off x="10500900" y="3028804"/>
            <a:ext cx="936365" cy="1115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0549A9BE-8017-412A-B54B-728EC96846E3}"/>
              </a:ext>
            </a:extLst>
          </p:cNvPr>
          <p:cNvCxnSpPr>
            <a:cxnSpLocks/>
          </p:cNvCxnSpPr>
          <p:nvPr/>
        </p:nvCxnSpPr>
        <p:spPr>
          <a:xfrm>
            <a:off x="9521932" y="3548757"/>
            <a:ext cx="434648" cy="81297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257D1F5F-CE1D-4179-AB2C-9D3FD3CB2E64}"/>
              </a:ext>
            </a:extLst>
          </p:cNvPr>
          <p:cNvCxnSpPr>
            <a:cxnSpLocks/>
          </p:cNvCxnSpPr>
          <p:nvPr/>
        </p:nvCxnSpPr>
        <p:spPr>
          <a:xfrm flipH="1">
            <a:off x="9521934" y="2682724"/>
            <a:ext cx="434646" cy="49170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1B9A4ECA-BA24-4817-AF0D-04B31ED0B54A}"/>
              </a:ext>
            </a:extLst>
          </p:cNvPr>
          <p:cNvCxnSpPr>
            <a:cxnSpLocks/>
          </p:cNvCxnSpPr>
          <p:nvPr/>
        </p:nvCxnSpPr>
        <p:spPr>
          <a:xfrm flipH="1" flipV="1">
            <a:off x="10604652" y="2682724"/>
            <a:ext cx="746549" cy="15653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Elipse 109">
            <a:extLst>
              <a:ext uri="{FF2B5EF4-FFF2-40B4-BE49-F238E27FC236}">
                <a16:creationId xmlns:a16="http://schemas.microsoft.com/office/drawing/2014/main" id="{3CFECCA9-B514-42E4-BAB6-547317CC14C9}"/>
              </a:ext>
            </a:extLst>
          </p:cNvPr>
          <p:cNvSpPr/>
          <p:nvPr/>
        </p:nvSpPr>
        <p:spPr>
          <a:xfrm>
            <a:off x="11113229" y="4059569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0F3108DE-5FF9-482B-8573-4F57203CDBD4}"/>
              </a:ext>
            </a:extLst>
          </p:cNvPr>
          <p:cNvCxnSpPr>
            <a:cxnSpLocks/>
            <a:endCxn id="110" idx="2"/>
          </p:cNvCxnSpPr>
          <p:nvPr/>
        </p:nvCxnSpPr>
        <p:spPr>
          <a:xfrm flipV="1">
            <a:off x="10633265" y="4347601"/>
            <a:ext cx="479964" cy="2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1C301D48-B4FC-476F-AE80-1BEE2B04C85A}"/>
              </a:ext>
            </a:extLst>
          </p:cNvPr>
          <p:cNvCxnSpPr>
            <a:cxnSpLocks/>
            <a:endCxn id="110" idx="0"/>
          </p:cNvCxnSpPr>
          <p:nvPr/>
        </p:nvCxnSpPr>
        <p:spPr>
          <a:xfrm flipH="1">
            <a:off x="11437265" y="3115338"/>
            <a:ext cx="266585" cy="944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DCB3A7CD-ACA9-40B4-9024-6379F0BE0C9D}"/>
              </a:ext>
            </a:extLst>
          </p:cNvPr>
          <p:cNvCxnSpPr>
            <a:cxnSpLocks/>
          </p:cNvCxnSpPr>
          <p:nvPr/>
        </p:nvCxnSpPr>
        <p:spPr>
          <a:xfrm flipH="1">
            <a:off x="11446109" y="3127293"/>
            <a:ext cx="229128" cy="94640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1BEA13C2-C2D5-443F-9A40-FF75CD25B03C}"/>
              </a:ext>
            </a:extLst>
          </p:cNvPr>
          <p:cNvCxnSpPr>
            <a:cxnSpLocks/>
          </p:cNvCxnSpPr>
          <p:nvPr/>
        </p:nvCxnSpPr>
        <p:spPr>
          <a:xfrm>
            <a:off x="10604652" y="4361727"/>
            <a:ext cx="51742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Elipse 114">
            <a:extLst>
              <a:ext uri="{FF2B5EF4-FFF2-40B4-BE49-F238E27FC236}">
                <a16:creationId xmlns:a16="http://schemas.microsoft.com/office/drawing/2014/main" id="{8ABF6D6A-C336-4438-851B-610681D27945}"/>
              </a:ext>
            </a:extLst>
          </p:cNvPr>
          <p:cNvSpPr/>
          <p:nvPr/>
        </p:nvSpPr>
        <p:spPr>
          <a:xfrm>
            <a:off x="8782243" y="6724393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6" name="Elipse 115">
            <a:extLst>
              <a:ext uri="{FF2B5EF4-FFF2-40B4-BE49-F238E27FC236}">
                <a16:creationId xmlns:a16="http://schemas.microsoft.com/office/drawing/2014/main" id="{3604B81F-5970-40EC-AA20-1521D48180DC}"/>
              </a:ext>
            </a:extLst>
          </p:cNvPr>
          <p:cNvSpPr/>
          <p:nvPr/>
        </p:nvSpPr>
        <p:spPr>
          <a:xfrm>
            <a:off x="10176864" y="688093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8" name="Elipse 117">
            <a:extLst>
              <a:ext uri="{FF2B5EF4-FFF2-40B4-BE49-F238E27FC236}">
                <a16:creationId xmlns:a16="http://schemas.microsoft.com/office/drawing/2014/main" id="{B8D334AF-47E2-4BC1-ADE6-196991E379FD}"/>
              </a:ext>
            </a:extLst>
          </p:cNvPr>
          <p:cNvSpPr/>
          <p:nvPr/>
        </p:nvSpPr>
        <p:spPr>
          <a:xfrm>
            <a:off x="8782243" y="840339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3EEBA6C2-2882-4C85-974D-256C21227351}"/>
              </a:ext>
            </a:extLst>
          </p:cNvPr>
          <p:cNvSpPr/>
          <p:nvPr/>
        </p:nvSpPr>
        <p:spPr>
          <a:xfrm>
            <a:off x="7794431" y="738675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E24329F5-C9F9-4C35-919D-34DFE7243271}"/>
              </a:ext>
            </a:extLst>
          </p:cNvPr>
          <p:cNvCxnSpPr>
            <a:cxnSpLocks/>
            <a:stCxn id="119" idx="5"/>
            <a:endCxn id="118" idx="2"/>
          </p:cNvCxnSpPr>
          <p:nvPr/>
        </p:nvCxnSpPr>
        <p:spPr>
          <a:xfrm>
            <a:off x="8347595" y="7878458"/>
            <a:ext cx="434648" cy="812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0D7BCF25-739C-4D50-B328-ADE10F7D51BA}"/>
              </a:ext>
            </a:extLst>
          </p:cNvPr>
          <p:cNvCxnSpPr>
            <a:cxnSpLocks/>
            <a:stCxn id="119" idx="7"/>
            <a:endCxn id="115" idx="2"/>
          </p:cNvCxnSpPr>
          <p:nvPr/>
        </p:nvCxnSpPr>
        <p:spPr>
          <a:xfrm flipV="1">
            <a:off x="8347595" y="7012425"/>
            <a:ext cx="434648" cy="458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ángulo: esquinas redondeadas 121">
            <a:extLst>
              <a:ext uri="{FF2B5EF4-FFF2-40B4-BE49-F238E27FC236}">
                <a16:creationId xmlns:a16="http://schemas.microsoft.com/office/drawing/2014/main" id="{055F6424-92AD-4243-933A-A0B25567DEEE}"/>
              </a:ext>
            </a:extLst>
          </p:cNvPr>
          <p:cNvSpPr/>
          <p:nvPr/>
        </p:nvSpPr>
        <p:spPr>
          <a:xfrm>
            <a:off x="7934443" y="5918180"/>
            <a:ext cx="2607674" cy="432048"/>
          </a:xfrm>
          <a:prstGeom prst="round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Conexo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A7A441EA-DD53-449F-BA14-C562C74A3B1A}"/>
              </a:ext>
            </a:extLst>
          </p:cNvPr>
          <p:cNvCxnSpPr>
            <a:cxnSpLocks/>
            <a:stCxn id="115" idx="4"/>
            <a:endCxn id="118" idx="0"/>
          </p:cNvCxnSpPr>
          <p:nvPr/>
        </p:nvCxnSpPr>
        <p:spPr>
          <a:xfrm>
            <a:off x="9106279" y="7300457"/>
            <a:ext cx="0" cy="1102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Elipse 128">
            <a:extLst>
              <a:ext uri="{FF2B5EF4-FFF2-40B4-BE49-F238E27FC236}">
                <a16:creationId xmlns:a16="http://schemas.microsoft.com/office/drawing/2014/main" id="{C102B840-FCC9-49B1-9C7F-12B8C7115480}"/>
              </a:ext>
            </a:extLst>
          </p:cNvPr>
          <p:cNvSpPr/>
          <p:nvPr/>
        </p:nvSpPr>
        <p:spPr>
          <a:xfrm>
            <a:off x="9947736" y="840339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1" name="Conector recto 130">
            <a:extLst>
              <a:ext uri="{FF2B5EF4-FFF2-40B4-BE49-F238E27FC236}">
                <a16:creationId xmlns:a16="http://schemas.microsoft.com/office/drawing/2014/main" id="{A93192F0-8286-4F60-A049-3CDF4CE3F46C}"/>
              </a:ext>
            </a:extLst>
          </p:cNvPr>
          <p:cNvCxnSpPr>
            <a:cxnSpLocks/>
            <a:endCxn id="129" idx="0"/>
          </p:cNvCxnSpPr>
          <p:nvPr/>
        </p:nvCxnSpPr>
        <p:spPr>
          <a:xfrm flipH="1">
            <a:off x="10271772" y="7459165"/>
            <a:ext cx="266585" cy="944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ángulo 65">
            <a:extLst>
              <a:ext uri="{FF2B5EF4-FFF2-40B4-BE49-F238E27FC236}">
                <a16:creationId xmlns:a16="http://schemas.microsoft.com/office/drawing/2014/main" id="{BD007CF1-63B6-4AEF-B486-4C57F8DA0F3A}"/>
              </a:ext>
            </a:extLst>
          </p:cNvPr>
          <p:cNvSpPr/>
          <p:nvPr/>
        </p:nvSpPr>
        <p:spPr>
          <a:xfrm>
            <a:off x="8157008" y="5890291"/>
            <a:ext cx="570990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134" name="Conector recto 133">
            <a:extLst>
              <a:ext uri="{FF2B5EF4-FFF2-40B4-BE49-F238E27FC236}">
                <a16:creationId xmlns:a16="http://schemas.microsoft.com/office/drawing/2014/main" id="{0D0767E7-9D9E-425A-9086-6936167D862D}"/>
              </a:ext>
            </a:extLst>
          </p:cNvPr>
          <p:cNvCxnSpPr>
            <a:cxnSpLocks/>
            <a:stCxn id="115" idx="6"/>
            <a:endCxn id="116" idx="2"/>
          </p:cNvCxnSpPr>
          <p:nvPr/>
        </p:nvCxnSpPr>
        <p:spPr>
          <a:xfrm>
            <a:off x="9430315" y="7012425"/>
            <a:ext cx="746549" cy="156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85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2" grpId="0" animBg="1"/>
      <p:bldP spid="73" grpId="0" animBg="1"/>
      <p:bldP spid="76" grpId="0" animBg="1"/>
      <p:bldP spid="20" grpId="0" animBg="1"/>
      <p:bldP spid="35" grpId="0" animBg="1"/>
      <p:bldP spid="36" grpId="0" animBg="1"/>
      <p:bldP spid="38" grpId="0" animBg="1"/>
      <p:bldP spid="39" grpId="0" animBg="1"/>
      <p:bldP spid="42" grpId="0" animBg="1"/>
      <p:bldP spid="52" grpId="0" animBg="1"/>
      <p:bldP spid="62" grpId="0" animBg="1"/>
      <p:bldP spid="79" grpId="0" animBg="1"/>
      <p:bldP spid="80" grpId="0" animBg="1"/>
      <p:bldP spid="82" grpId="0" animBg="1"/>
      <p:bldP spid="83" grpId="0" animBg="1"/>
      <p:bldP spid="92" grpId="0" animBg="1"/>
      <p:bldP spid="97" grpId="0" animBg="1"/>
      <p:bldP spid="98" grpId="0" animBg="1"/>
      <p:bldP spid="99" grpId="0" animBg="1"/>
      <p:bldP spid="101" grpId="0" animBg="1"/>
      <p:bldP spid="102" grpId="0" animBg="1"/>
      <p:bldP spid="110" grpId="0" animBg="1"/>
      <p:bldP spid="115" grpId="0" animBg="1"/>
      <p:bldP spid="116" grpId="0" animBg="1"/>
      <p:bldP spid="118" grpId="0" animBg="1"/>
      <p:bldP spid="119" grpId="0" animBg="1"/>
      <p:bldP spid="122" grpId="0" animBg="1"/>
      <p:bldP spid="129" grpId="0" animBg="1"/>
      <p:bldP spid="6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Caminos Eulerianos y ciclos eulerianos</a:t>
            </a:r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9FECA587-A5E3-4E47-9B36-6B168A53AC87}"/>
              </a:ext>
            </a:extLst>
          </p:cNvPr>
          <p:cNvSpPr/>
          <p:nvPr/>
        </p:nvSpPr>
        <p:spPr>
          <a:xfrm>
            <a:off x="4233928" y="1072402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FCCFD193-657E-4B7C-BBD0-5F812F9E9CA0}"/>
              </a:ext>
            </a:extLst>
          </p:cNvPr>
          <p:cNvSpPr/>
          <p:nvPr/>
        </p:nvSpPr>
        <p:spPr>
          <a:xfrm>
            <a:off x="5570166" y="1936314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B2EE6DE1-8B77-4495-B725-E33E6C28BE1C}"/>
              </a:ext>
            </a:extLst>
          </p:cNvPr>
          <p:cNvCxnSpPr>
            <a:cxnSpLocks/>
            <a:stCxn id="69" idx="5"/>
            <a:endCxn id="70" idx="1"/>
          </p:cNvCxnSpPr>
          <p:nvPr/>
        </p:nvCxnSpPr>
        <p:spPr>
          <a:xfrm>
            <a:off x="4787092" y="1564103"/>
            <a:ext cx="877982" cy="456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ipse 71">
            <a:extLst>
              <a:ext uri="{FF2B5EF4-FFF2-40B4-BE49-F238E27FC236}">
                <a16:creationId xmlns:a16="http://schemas.microsoft.com/office/drawing/2014/main" id="{5841BE64-1FC5-466D-B6F0-C41C9F7BAA71}"/>
              </a:ext>
            </a:extLst>
          </p:cNvPr>
          <p:cNvSpPr/>
          <p:nvPr/>
        </p:nvSpPr>
        <p:spPr>
          <a:xfrm>
            <a:off x="4233928" y="275140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D2989304-8077-4243-A727-07377334930E}"/>
              </a:ext>
            </a:extLst>
          </p:cNvPr>
          <p:cNvSpPr/>
          <p:nvPr/>
        </p:nvSpPr>
        <p:spPr>
          <a:xfrm>
            <a:off x="2922080" y="193843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FE044AB6-5576-4C58-81AB-4EEC16CF9749}"/>
              </a:ext>
            </a:extLst>
          </p:cNvPr>
          <p:cNvCxnSpPr>
            <a:cxnSpLocks/>
            <a:stCxn id="73" idx="5"/>
            <a:endCxn id="72" idx="2"/>
          </p:cNvCxnSpPr>
          <p:nvPr/>
        </p:nvCxnSpPr>
        <p:spPr>
          <a:xfrm>
            <a:off x="3475244" y="2430136"/>
            <a:ext cx="758684" cy="6093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9F8456E2-3F9B-4540-8BF1-1E5098155BB0}"/>
              </a:ext>
            </a:extLst>
          </p:cNvPr>
          <p:cNvCxnSpPr>
            <a:cxnSpLocks/>
            <a:stCxn id="73" idx="7"/>
            <a:endCxn id="69" idx="2"/>
          </p:cNvCxnSpPr>
          <p:nvPr/>
        </p:nvCxnSpPr>
        <p:spPr>
          <a:xfrm flipV="1">
            <a:off x="3475244" y="1360434"/>
            <a:ext cx="758684" cy="6623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352ECD1B-5232-45CF-B178-473E4A48EDC3}"/>
              </a:ext>
            </a:extLst>
          </p:cNvPr>
          <p:cNvCxnSpPr>
            <a:cxnSpLocks/>
            <a:stCxn id="69" idx="4"/>
            <a:endCxn id="72" idx="0"/>
          </p:cNvCxnSpPr>
          <p:nvPr/>
        </p:nvCxnSpPr>
        <p:spPr>
          <a:xfrm>
            <a:off x="4557964" y="1648466"/>
            <a:ext cx="0" cy="1102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C0A7AC8D-A06E-4ABA-A9F3-4E09FADF8CB7}"/>
              </a:ext>
            </a:extLst>
          </p:cNvPr>
          <p:cNvSpPr/>
          <p:nvPr/>
        </p:nvSpPr>
        <p:spPr>
          <a:xfrm>
            <a:off x="7006973" y="275140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33A11BE-07C1-4931-85A0-8E999E9BF5D7}"/>
              </a:ext>
            </a:extLst>
          </p:cNvPr>
          <p:cNvCxnSpPr>
            <a:cxnSpLocks/>
            <a:stCxn id="72" idx="6"/>
            <a:endCxn id="17" idx="2"/>
          </p:cNvCxnSpPr>
          <p:nvPr/>
        </p:nvCxnSpPr>
        <p:spPr>
          <a:xfrm>
            <a:off x="4882000" y="3039437"/>
            <a:ext cx="21249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850612FE-30CD-4432-816A-FC5DE066F24D}"/>
              </a:ext>
            </a:extLst>
          </p:cNvPr>
          <p:cNvSpPr/>
          <p:nvPr/>
        </p:nvSpPr>
        <p:spPr>
          <a:xfrm>
            <a:off x="7002436" y="106769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15ACA103-D50D-4F65-908A-64C03ED1F5BA}"/>
              </a:ext>
            </a:extLst>
          </p:cNvPr>
          <p:cNvCxnSpPr>
            <a:cxnSpLocks/>
            <a:stCxn id="69" idx="6"/>
            <a:endCxn id="21" idx="2"/>
          </p:cNvCxnSpPr>
          <p:nvPr/>
        </p:nvCxnSpPr>
        <p:spPr>
          <a:xfrm flipV="1">
            <a:off x="4882000" y="1355727"/>
            <a:ext cx="2120436" cy="47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C6C0792-8A8B-436A-BC0F-6FD39D87F354}"/>
              </a:ext>
            </a:extLst>
          </p:cNvPr>
          <p:cNvCxnSpPr>
            <a:cxnSpLocks/>
            <a:stCxn id="21" idx="3"/>
            <a:endCxn id="70" idx="7"/>
          </p:cNvCxnSpPr>
          <p:nvPr/>
        </p:nvCxnSpPr>
        <p:spPr>
          <a:xfrm flipH="1">
            <a:off x="6123330" y="1559396"/>
            <a:ext cx="974014" cy="4612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2F13E33E-5FD6-49DB-BBFF-93C728970A4F}"/>
              </a:ext>
            </a:extLst>
          </p:cNvPr>
          <p:cNvCxnSpPr>
            <a:cxnSpLocks/>
            <a:stCxn id="72" idx="7"/>
            <a:endCxn id="70" idx="3"/>
          </p:cNvCxnSpPr>
          <p:nvPr/>
        </p:nvCxnSpPr>
        <p:spPr>
          <a:xfrm flipV="1">
            <a:off x="4787092" y="2428015"/>
            <a:ext cx="877982" cy="407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2063CA31-C214-45E2-805E-537F6EADE1C2}"/>
              </a:ext>
            </a:extLst>
          </p:cNvPr>
          <p:cNvCxnSpPr>
            <a:cxnSpLocks/>
            <a:stCxn id="70" idx="5"/>
            <a:endCxn id="17" idx="1"/>
          </p:cNvCxnSpPr>
          <p:nvPr/>
        </p:nvCxnSpPr>
        <p:spPr>
          <a:xfrm>
            <a:off x="6123330" y="2428015"/>
            <a:ext cx="978551" cy="407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C7CD2537-5DF1-497F-B1F8-D51BD77AFBAB}"/>
              </a:ext>
            </a:extLst>
          </p:cNvPr>
          <p:cNvCxnSpPr>
            <a:cxnSpLocks/>
            <a:stCxn id="17" idx="0"/>
            <a:endCxn id="21" idx="4"/>
          </p:cNvCxnSpPr>
          <p:nvPr/>
        </p:nvCxnSpPr>
        <p:spPr>
          <a:xfrm flipH="1" flipV="1">
            <a:off x="7326472" y="1643759"/>
            <a:ext cx="4537" cy="1107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>
            <a:extLst>
              <a:ext uri="{FF2B5EF4-FFF2-40B4-BE49-F238E27FC236}">
                <a16:creationId xmlns:a16="http://schemas.microsoft.com/office/drawing/2014/main" id="{BF9D0610-BA31-4365-809C-A5A88D0969D3}"/>
              </a:ext>
            </a:extLst>
          </p:cNvPr>
          <p:cNvSpPr/>
          <p:nvPr/>
        </p:nvSpPr>
        <p:spPr>
          <a:xfrm>
            <a:off x="4234747" y="3614013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07939136-5619-41B4-90AB-C6D234C8F23C}"/>
              </a:ext>
            </a:extLst>
          </p:cNvPr>
          <p:cNvSpPr/>
          <p:nvPr/>
        </p:nvSpPr>
        <p:spPr>
          <a:xfrm>
            <a:off x="5570985" y="447792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ABBC3BE7-8DA4-47DA-88DB-C9F9EE88A327}"/>
              </a:ext>
            </a:extLst>
          </p:cNvPr>
          <p:cNvCxnSpPr>
            <a:cxnSpLocks/>
            <a:stCxn id="80" idx="5"/>
            <a:endCxn id="81" idx="1"/>
          </p:cNvCxnSpPr>
          <p:nvPr/>
        </p:nvCxnSpPr>
        <p:spPr>
          <a:xfrm>
            <a:off x="4787911" y="4105714"/>
            <a:ext cx="877982" cy="45657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>
            <a:extLst>
              <a:ext uri="{FF2B5EF4-FFF2-40B4-BE49-F238E27FC236}">
                <a16:creationId xmlns:a16="http://schemas.microsoft.com/office/drawing/2014/main" id="{6DB3EE44-0655-4F75-A450-C12AE2CFC37E}"/>
              </a:ext>
            </a:extLst>
          </p:cNvPr>
          <p:cNvSpPr/>
          <p:nvPr/>
        </p:nvSpPr>
        <p:spPr>
          <a:xfrm>
            <a:off x="4234747" y="529301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F8DD51B5-0D8A-440A-8CC2-99AEEA3F4ED3}"/>
              </a:ext>
            </a:extLst>
          </p:cNvPr>
          <p:cNvSpPr/>
          <p:nvPr/>
        </p:nvSpPr>
        <p:spPr>
          <a:xfrm>
            <a:off x="2922899" y="448004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698C837E-3B60-42F2-81B9-4D495BDF5AE5}"/>
              </a:ext>
            </a:extLst>
          </p:cNvPr>
          <p:cNvCxnSpPr>
            <a:cxnSpLocks/>
            <a:stCxn id="84" idx="5"/>
            <a:endCxn id="83" idx="2"/>
          </p:cNvCxnSpPr>
          <p:nvPr/>
        </p:nvCxnSpPr>
        <p:spPr>
          <a:xfrm>
            <a:off x="3476063" y="4971747"/>
            <a:ext cx="758684" cy="60930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8BBF3D71-3C03-4C27-BF21-7267BF37574D}"/>
              </a:ext>
            </a:extLst>
          </p:cNvPr>
          <p:cNvCxnSpPr>
            <a:cxnSpLocks/>
            <a:stCxn id="84" idx="7"/>
            <a:endCxn id="80" idx="2"/>
          </p:cNvCxnSpPr>
          <p:nvPr/>
        </p:nvCxnSpPr>
        <p:spPr>
          <a:xfrm flipV="1">
            <a:off x="3476063" y="3902045"/>
            <a:ext cx="758684" cy="66236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693E1E99-FF69-462F-854F-C19DA14153D8}"/>
              </a:ext>
            </a:extLst>
          </p:cNvPr>
          <p:cNvCxnSpPr>
            <a:cxnSpLocks/>
            <a:stCxn id="80" idx="4"/>
            <a:endCxn id="83" idx="0"/>
          </p:cNvCxnSpPr>
          <p:nvPr/>
        </p:nvCxnSpPr>
        <p:spPr>
          <a:xfrm>
            <a:off x="4558783" y="4190077"/>
            <a:ext cx="0" cy="1102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lipse 87">
            <a:extLst>
              <a:ext uri="{FF2B5EF4-FFF2-40B4-BE49-F238E27FC236}">
                <a16:creationId xmlns:a16="http://schemas.microsoft.com/office/drawing/2014/main" id="{94F51A25-65A1-4A3D-9D3F-882D19376796}"/>
              </a:ext>
            </a:extLst>
          </p:cNvPr>
          <p:cNvSpPr/>
          <p:nvPr/>
        </p:nvSpPr>
        <p:spPr>
          <a:xfrm>
            <a:off x="7007792" y="529301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2BDF3BE0-40A3-4C08-970A-43CA2B1AE236}"/>
              </a:ext>
            </a:extLst>
          </p:cNvPr>
          <p:cNvCxnSpPr>
            <a:cxnSpLocks/>
            <a:stCxn id="83" idx="6"/>
            <a:endCxn id="88" idx="2"/>
          </p:cNvCxnSpPr>
          <p:nvPr/>
        </p:nvCxnSpPr>
        <p:spPr>
          <a:xfrm>
            <a:off x="4882819" y="5581048"/>
            <a:ext cx="2124973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Elipse 89">
            <a:extLst>
              <a:ext uri="{FF2B5EF4-FFF2-40B4-BE49-F238E27FC236}">
                <a16:creationId xmlns:a16="http://schemas.microsoft.com/office/drawing/2014/main" id="{FC287666-B178-4983-BDD3-0D36D08D8F9A}"/>
              </a:ext>
            </a:extLst>
          </p:cNvPr>
          <p:cNvSpPr/>
          <p:nvPr/>
        </p:nvSpPr>
        <p:spPr>
          <a:xfrm>
            <a:off x="7003255" y="360930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CC1A5163-20FE-4563-8D38-392904FBCF75}"/>
              </a:ext>
            </a:extLst>
          </p:cNvPr>
          <p:cNvCxnSpPr>
            <a:cxnSpLocks/>
            <a:stCxn id="80" idx="6"/>
            <a:endCxn id="90" idx="2"/>
          </p:cNvCxnSpPr>
          <p:nvPr/>
        </p:nvCxnSpPr>
        <p:spPr>
          <a:xfrm flipV="1">
            <a:off x="4882819" y="3897338"/>
            <a:ext cx="2120436" cy="4707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0A471E24-505E-4AE6-BCCE-7F506BA6CCED}"/>
              </a:ext>
            </a:extLst>
          </p:cNvPr>
          <p:cNvCxnSpPr>
            <a:cxnSpLocks/>
            <a:stCxn id="90" idx="3"/>
            <a:endCxn id="81" idx="7"/>
          </p:cNvCxnSpPr>
          <p:nvPr/>
        </p:nvCxnSpPr>
        <p:spPr>
          <a:xfrm flipH="1">
            <a:off x="6124149" y="4101007"/>
            <a:ext cx="974014" cy="46128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9E442847-4A80-4145-8B5B-B94336405F60}"/>
              </a:ext>
            </a:extLst>
          </p:cNvPr>
          <p:cNvCxnSpPr>
            <a:cxnSpLocks/>
            <a:stCxn id="83" idx="7"/>
            <a:endCxn id="81" idx="3"/>
          </p:cNvCxnSpPr>
          <p:nvPr/>
        </p:nvCxnSpPr>
        <p:spPr>
          <a:xfrm flipV="1">
            <a:off x="4787911" y="4969626"/>
            <a:ext cx="877982" cy="407753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994D7612-002E-4E27-9C1F-355129488512}"/>
              </a:ext>
            </a:extLst>
          </p:cNvPr>
          <p:cNvCxnSpPr>
            <a:cxnSpLocks/>
            <a:stCxn id="81" idx="5"/>
            <a:endCxn id="88" idx="1"/>
          </p:cNvCxnSpPr>
          <p:nvPr/>
        </p:nvCxnSpPr>
        <p:spPr>
          <a:xfrm>
            <a:off x="6124149" y="4969626"/>
            <a:ext cx="978551" cy="407753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6AAA7648-D539-4C48-B11C-8A8176D05FA9}"/>
              </a:ext>
            </a:extLst>
          </p:cNvPr>
          <p:cNvCxnSpPr>
            <a:cxnSpLocks/>
            <a:stCxn id="88" idx="0"/>
            <a:endCxn id="90" idx="4"/>
          </p:cNvCxnSpPr>
          <p:nvPr/>
        </p:nvCxnSpPr>
        <p:spPr>
          <a:xfrm flipH="1" flipV="1">
            <a:off x="7327291" y="4185370"/>
            <a:ext cx="4537" cy="1107646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Elipse 98">
            <a:extLst>
              <a:ext uri="{FF2B5EF4-FFF2-40B4-BE49-F238E27FC236}">
                <a16:creationId xmlns:a16="http://schemas.microsoft.com/office/drawing/2014/main" id="{8CBAEC89-0D2F-4D4F-960E-71E47FAF0B5F}"/>
              </a:ext>
            </a:extLst>
          </p:cNvPr>
          <p:cNvSpPr/>
          <p:nvPr/>
        </p:nvSpPr>
        <p:spPr>
          <a:xfrm>
            <a:off x="4234747" y="6356888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0" name="Elipse 99">
            <a:extLst>
              <a:ext uri="{FF2B5EF4-FFF2-40B4-BE49-F238E27FC236}">
                <a16:creationId xmlns:a16="http://schemas.microsoft.com/office/drawing/2014/main" id="{782E0623-8738-4532-ABCF-F6417AC98F21}"/>
              </a:ext>
            </a:extLst>
          </p:cNvPr>
          <p:cNvSpPr/>
          <p:nvPr/>
        </p:nvSpPr>
        <p:spPr>
          <a:xfrm>
            <a:off x="5570985" y="722080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73EE96A3-7937-4A38-86D1-F5AB6795C8DA}"/>
              </a:ext>
            </a:extLst>
          </p:cNvPr>
          <p:cNvCxnSpPr>
            <a:cxnSpLocks/>
            <a:stCxn id="99" idx="5"/>
            <a:endCxn id="100" idx="1"/>
          </p:cNvCxnSpPr>
          <p:nvPr/>
        </p:nvCxnSpPr>
        <p:spPr>
          <a:xfrm>
            <a:off x="4787911" y="6848589"/>
            <a:ext cx="877982" cy="45657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Elipse 101">
            <a:extLst>
              <a:ext uri="{FF2B5EF4-FFF2-40B4-BE49-F238E27FC236}">
                <a16:creationId xmlns:a16="http://schemas.microsoft.com/office/drawing/2014/main" id="{AA1B846D-B467-43C9-9117-488B9D5CFD47}"/>
              </a:ext>
            </a:extLst>
          </p:cNvPr>
          <p:cNvSpPr/>
          <p:nvPr/>
        </p:nvSpPr>
        <p:spPr>
          <a:xfrm>
            <a:off x="4234747" y="803589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6335DC00-95D8-48B4-B203-2B591BB63352}"/>
              </a:ext>
            </a:extLst>
          </p:cNvPr>
          <p:cNvSpPr/>
          <p:nvPr/>
        </p:nvSpPr>
        <p:spPr>
          <a:xfrm>
            <a:off x="2922899" y="722292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A31DCC36-A0F0-4AAD-BC1D-AD31FD4FBCF3}"/>
              </a:ext>
            </a:extLst>
          </p:cNvPr>
          <p:cNvCxnSpPr>
            <a:cxnSpLocks/>
            <a:stCxn id="103" idx="5"/>
            <a:endCxn id="102" idx="2"/>
          </p:cNvCxnSpPr>
          <p:nvPr/>
        </p:nvCxnSpPr>
        <p:spPr>
          <a:xfrm>
            <a:off x="3476063" y="7714622"/>
            <a:ext cx="758684" cy="60930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6170BF0D-6279-47D0-B3B8-B59F19246707}"/>
              </a:ext>
            </a:extLst>
          </p:cNvPr>
          <p:cNvCxnSpPr>
            <a:cxnSpLocks/>
            <a:stCxn id="103" idx="7"/>
            <a:endCxn id="99" idx="2"/>
          </p:cNvCxnSpPr>
          <p:nvPr/>
        </p:nvCxnSpPr>
        <p:spPr>
          <a:xfrm flipV="1">
            <a:off x="3476063" y="6644920"/>
            <a:ext cx="758684" cy="66236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3DE92DCB-FB8C-404C-9B95-979157BCBF7C}"/>
              </a:ext>
            </a:extLst>
          </p:cNvPr>
          <p:cNvCxnSpPr>
            <a:cxnSpLocks/>
            <a:stCxn id="99" idx="4"/>
            <a:endCxn id="102" idx="0"/>
          </p:cNvCxnSpPr>
          <p:nvPr/>
        </p:nvCxnSpPr>
        <p:spPr>
          <a:xfrm>
            <a:off x="4558783" y="6932952"/>
            <a:ext cx="0" cy="1102939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Elipse 106">
            <a:extLst>
              <a:ext uri="{FF2B5EF4-FFF2-40B4-BE49-F238E27FC236}">
                <a16:creationId xmlns:a16="http://schemas.microsoft.com/office/drawing/2014/main" id="{9E388486-E294-4CC9-879C-3FA5CA99356E}"/>
              </a:ext>
            </a:extLst>
          </p:cNvPr>
          <p:cNvSpPr/>
          <p:nvPr/>
        </p:nvSpPr>
        <p:spPr>
          <a:xfrm>
            <a:off x="7007792" y="803589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82C6D354-EB05-47E9-9827-C1B3D6497D56}"/>
              </a:ext>
            </a:extLst>
          </p:cNvPr>
          <p:cNvCxnSpPr>
            <a:cxnSpLocks/>
            <a:stCxn id="102" idx="6"/>
            <a:endCxn id="107" idx="2"/>
          </p:cNvCxnSpPr>
          <p:nvPr/>
        </p:nvCxnSpPr>
        <p:spPr>
          <a:xfrm>
            <a:off x="4882819" y="8323923"/>
            <a:ext cx="2124973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Elipse 108">
            <a:extLst>
              <a:ext uri="{FF2B5EF4-FFF2-40B4-BE49-F238E27FC236}">
                <a16:creationId xmlns:a16="http://schemas.microsoft.com/office/drawing/2014/main" id="{794636AA-AD03-4CFF-B1F2-F8B4D0459A12}"/>
              </a:ext>
            </a:extLst>
          </p:cNvPr>
          <p:cNvSpPr/>
          <p:nvPr/>
        </p:nvSpPr>
        <p:spPr>
          <a:xfrm>
            <a:off x="7003255" y="635218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1EEA9943-6D37-41FF-9CD8-9194A101F31E}"/>
              </a:ext>
            </a:extLst>
          </p:cNvPr>
          <p:cNvCxnSpPr>
            <a:cxnSpLocks/>
            <a:stCxn id="99" idx="6"/>
            <a:endCxn id="109" idx="2"/>
          </p:cNvCxnSpPr>
          <p:nvPr/>
        </p:nvCxnSpPr>
        <p:spPr>
          <a:xfrm flipV="1">
            <a:off x="4882819" y="6640213"/>
            <a:ext cx="2120436" cy="4707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6EE70B80-5BC2-484D-9893-59E11422527F}"/>
              </a:ext>
            </a:extLst>
          </p:cNvPr>
          <p:cNvCxnSpPr>
            <a:cxnSpLocks/>
            <a:stCxn id="109" idx="3"/>
            <a:endCxn id="100" idx="7"/>
          </p:cNvCxnSpPr>
          <p:nvPr/>
        </p:nvCxnSpPr>
        <p:spPr>
          <a:xfrm flipH="1">
            <a:off x="6124149" y="6843882"/>
            <a:ext cx="974014" cy="46128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6E881543-7989-49B1-B3E8-ED8D2E6B5771}"/>
              </a:ext>
            </a:extLst>
          </p:cNvPr>
          <p:cNvCxnSpPr>
            <a:cxnSpLocks/>
            <a:stCxn id="102" idx="7"/>
            <a:endCxn id="100" idx="3"/>
          </p:cNvCxnSpPr>
          <p:nvPr/>
        </p:nvCxnSpPr>
        <p:spPr>
          <a:xfrm flipV="1">
            <a:off x="4787911" y="7712501"/>
            <a:ext cx="877982" cy="407753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57A1BECC-43D1-41DC-881F-43A6FD3924B9}"/>
              </a:ext>
            </a:extLst>
          </p:cNvPr>
          <p:cNvCxnSpPr>
            <a:cxnSpLocks/>
            <a:stCxn id="100" idx="5"/>
            <a:endCxn id="107" idx="1"/>
          </p:cNvCxnSpPr>
          <p:nvPr/>
        </p:nvCxnSpPr>
        <p:spPr>
          <a:xfrm>
            <a:off x="6124149" y="7712501"/>
            <a:ext cx="978551" cy="407753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BB26CF70-DE55-47FB-B6B6-A8A0B7E48139}"/>
              </a:ext>
            </a:extLst>
          </p:cNvPr>
          <p:cNvCxnSpPr>
            <a:cxnSpLocks/>
            <a:stCxn id="107" idx="0"/>
            <a:endCxn id="109" idx="4"/>
          </p:cNvCxnSpPr>
          <p:nvPr/>
        </p:nvCxnSpPr>
        <p:spPr>
          <a:xfrm flipH="1" flipV="1">
            <a:off x="7327291" y="6928245"/>
            <a:ext cx="4537" cy="1107646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Elipse 114">
            <a:extLst>
              <a:ext uri="{FF2B5EF4-FFF2-40B4-BE49-F238E27FC236}">
                <a16:creationId xmlns:a16="http://schemas.microsoft.com/office/drawing/2014/main" id="{57F1DBBD-09FE-4621-86E0-AB597CDA2CE4}"/>
              </a:ext>
            </a:extLst>
          </p:cNvPr>
          <p:cNvSpPr/>
          <p:nvPr/>
        </p:nvSpPr>
        <p:spPr>
          <a:xfrm>
            <a:off x="8440062" y="722292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63F0F81A-EB5F-4935-A9AC-6184722787A5}"/>
              </a:ext>
            </a:extLst>
          </p:cNvPr>
          <p:cNvCxnSpPr>
            <a:cxnSpLocks/>
            <a:stCxn id="109" idx="6"/>
            <a:endCxn id="115" idx="1"/>
          </p:cNvCxnSpPr>
          <p:nvPr/>
        </p:nvCxnSpPr>
        <p:spPr>
          <a:xfrm>
            <a:off x="7651327" y="6640213"/>
            <a:ext cx="883643" cy="66707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D7B2D3A5-403A-45EE-9E8E-171F35328493}"/>
              </a:ext>
            </a:extLst>
          </p:cNvPr>
          <p:cNvCxnSpPr>
            <a:cxnSpLocks/>
            <a:stCxn id="107" idx="6"/>
            <a:endCxn id="115" idx="3"/>
          </p:cNvCxnSpPr>
          <p:nvPr/>
        </p:nvCxnSpPr>
        <p:spPr>
          <a:xfrm flipV="1">
            <a:off x="7655864" y="7714622"/>
            <a:ext cx="879106" cy="60930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ángulo 65">
            <a:extLst>
              <a:ext uri="{FF2B5EF4-FFF2-40B4-BE49-F238E27FC236}">
                <a16:creationId xmlns:a16="http://schemas.microsoft.com/office/drawing/2014/main" id="{E724A073-1A29-4D05-A8C8-5426FEC604D5}"/>
              </a:ext>
            </a:extLst>
          </p:cNvPr>
          <p:cNvSpPr/>
          <p:nvPr/>
        </p:nvSpPr>
        <p:spPr>
          <a:xfrm>
            <a:off x="9643204" y="4111020"/>
            <a:ext cx="22859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>
                <a:solidFill>
                  <a:srgbClr val="00B050"/>
                </a:solidFill>
              </a:rPr>
              <a:t>No más de dos vértices con grado impar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6D2819BF-839A-49B7-98F9-C0B64E3D197C}"/>
              </a:ext>
            </a:extLst>
          </p:cNvPr>
          <p:cNvSpPr/>
          <p:nvPr/>
        </p:nvSpPr>
        <p:spPr>
          <a:xfrm>
            <a:off x="9643204" y="6932952"/>
            <a:ext cx="22859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>
                <a:solidFill>
                  <a:srgbClr val="00B050"/>
                </a:solidFill>
              </a:rPr>
              <a:t>Todos los vértices con grado par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4C1644BD-64AC-4511-8958-F3975D9264B5}"/>
              </a:ext>
            </a:extLst>
          </p:cNvPr>
          <p:cNvSpPr/>
          <p:nvPr/>
        </p:nvSpPr>
        <p:spPr>
          <a:xfrm>
            <a:off x="1608625" y="4526065"/>
            <a:ext cx="13009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>
                <a:solidFill>
                  <a:srgbClr val="00B050"/>
                </a:solidFill>
              </a:rPr>
              <a:t>Camino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EAEF95D7-BEA0-4C0F-8353-8274F025104C}"/>
              </a:ext>
            </a:extLst>
          </p:cNvPr>
          <p:cNvSpPr/>
          <p:nvPr/>
        </p:nvSpPr>
        <p:spPr>
          <a:xfrm>
            <a:off x="1850753" y="7313497"/>
            <a:ext cx="22859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>
                <a:solidFill>
                  <a:srgbClr val="00B050"/>
                </a:solidFill>
              </a:rPr>
              <a:t>Ciclo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E2352DB1-F218-409F-9A7C-DC6B14CBC62D}"/>
              </a:ext>
            </a:extLst>
          </p:cNvPr>
          <p:cNvCxnSpPr>
            <a:cxnSpLocks/>
          </p:cNvCxnSpPr>
          <p:nvPr/>
        </p:nvCxnSpPr>
        <p:spPr>
          <a:xfrm>
            <a:off x="4768580" y="4110776"/>
            <a:ext cx="877982" cy="4565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A253F924-542B-4E1D-90C4-62C3BD5D708D}"/>
              </a:ext>
            </a:extLst>
          </p:cNvPr>
          <p:cNvCxnSpPr>
            <a:cxnSpLocks/>
          </p:cNvCxnSpPr>
          <p:nvPr/>
        </p:nvCxnSpPr>
        <p:spPr>
          <a:xfrm>
            <a:off x="3456732" y="4976809"/>
            <a:ext cx="758684" cy="60930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cto 133">
            <a:extLst>
              <a:ext uri="{FF2B5EF4-FFF2-40B4-BE49-F238E27FC236}">
                <a16:creationId xmlns:a16="http://schemas.microsoft.com/office/drawing/2014/main" id="{9005295F-7B12-4C7E-B365-6BF32DE7292E}"/>
              </a:ext>
            </a:extLst>
          </p:cNvPr>
          <p:cNvCxnSpPr>
            <a:cxnSpLocks/>
          </p:cNvCxnSpPr>
          <p:nvPr/>
        </p:nvCxnSpPr>
        <p:spPr>
          <a:xfrm flipV="1">
            <a:off x="3456732" y="3907107"/>
            <a:ext cx="758684" cy="66236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recto 134">
            <a:extLst>
              <a:ext uri="{FF2B5EF4-FFF2-40B4-BE49-F238E27FC236}">
                <a16:creationId xmlns:a16="http://schemas.microsoft.com/office/drawing/2014/main" id="{F8A045DE-F099-4F64-A3CD-CA45323BA823}"/>
              </a:ext>
            </a:extLst>
          </p:cNvPr>
          <p:cNvCxnSpPr>
            <a:cxnSpLocks/>
          </p:cNvCxnSpPr>
          <p:nvPr/>
        </p:nvCxnSpPr>
        <p:spPr>
          <a:xfrm>
            <a:off x="4539452" y="4195139"/>
            <a:ext cx="0" cy="11029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C2E312B6-1E4B-4A96-8EA2-9FB4740AA8C3}"/>
              </a:ext>
            </a:extLst>
          </p:cNvPr>
          <p:cNvCxnSpPr>
            <a:cxnSpLocks/>
          </p:cNvCxnSpPr>
          <p:nvPr/>
        </p:nvCxnSpPr>
        <p:spPr>
          <a:xfrm>
            <a:off x="4863488" y="5586110"/>
            <a:ext cx="2124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A759FEC6-B9F8-4FB8-9A61-564938E75324}"/>
              </a:ext>
            </a:extLst>
          </p:cNvPr>
          <p:cNvCxnSpPr>
            <a:cxnSpLocks/>
          </p:cNvCxnSpPr>
          <p:nvPr/>
        </p:nvCxnSpPr>
        <p:spPr>
          <a:xfrm flipV="1">
            <a:off x="4863488" y="3902400"/>
            <a:ext cx="2120436" cy="470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FC4F9F3F-5235-4D1A-BA6B-77B631A25992}"/>
              </a:ext>
            </a:extLst>
          </p:cNvPr>
          <p:cNvCxnSpPr>
            <a:cxnSpLocks/>
          </p:cNvCxnSpPr>
          <p:nvPr/>
        </p:nvCxnSpPr>
        <p:spPr>
          <a:xfrm flipH="1">
            <a:off x="6104818" y="4106069"/>
            <a:ext cx="974014" cy="46128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recto 138">
            <a:extLst>
              <a:ext uri="{FF2B5EF4-FFF2-40B4-BE49-F238E27FC236}">
                <a16:creationId xmlns:a16="http://schemas.microsoft.com/office/drawing/2014/main" id="{410286B3-C50C-4418-98AD-C525DB3E6D9A}"/>
              </a:ext>
            </a:extLst>
          </p:cNvPr>
          <p:cNvCxnSpPr>
            <a:cxnSpLocks/>
          </p:cNvCxnSpPr>
          <p:nvPr/>
        </p:nvCxnSpPr>
        <p:spPr>
          <a:xfrm flipV="1">
            <a:off x="4768580" y="4974688"/>
            <a:ext cx="877982" cy="40775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recto 139">
            <a:extLst>
              <a:ext uri="{FF2B5EF4-FFF2-40B4-BE49-F238E27FC236}">
                <a16:creationId xmlns:a16="http://schemas.microsoft.com/office/drawing/2014/main" id="{C04C707D-9238-4A33-8C20-08B69F5754B2}"/>
              </a:ext>
            </a:extLst>
          </p:cNvPr>
          <p:cNvCxnSpPr>
            <a:cxnSpLocks/>
          </p:cNvCxnSpPr>
          <p:nvPr/>
        </p:nvCxnSpPr>
        <p:spPr>
          <a:xfrm>
            <a:off x="6104818" y="4974688"/>
            <a:ext cx="978551" cy="40775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A9889B6E-8EB2-4699-A28E-7FF824E0030B}"/>
              </a:ext>
            </a:extLst>
          </p:cNvPr>
          <p:cNvCxnSpPr>
            <a:cxnSpLocks/>
          </p:cNvCxnSpPr>
          <p:nvPr/>
        </p:nvCxnSpPr>
        <p:spPr>
          <a:xfrm flipH="1" flipV="1">
            <a:off x="7307960" y="4190432"/>
            <a:ext cx="4537" cy="110764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46B9DAD7-9F81-4F3A-879E-57E9C2C1F39B}"/>
              </a:ext>
            </a:extLst>
          </p:cNvPr>
          <p:cNvSpPr/>
          <p:nvPr/>
        </p:nvSpPr>
        <p:spPr>
          <a:xfrm>
            <a:off x="7719974" y="5502893"/>
            <a:ext cx="4700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>
                <a:solidFill>
                  <a:srgbClr val="00B050"/>
                </a:solidFill>
              </a:rPr>
              <a:t>Vi</a:t>
            </a:r>
            <a:endParaRPr lang="en-US" dirty="0"/>
          </a:p>
        </p:txBody>
      </p:sp>
      <p:sp>
        <p:nvSpPr>
          <p:cNvPr id="142" name="Rectángulo 141">
            <a:extLst>
              <a:ext uri="{FF2B5EF4-FFF2-40B4-BE49-F238E27FC236}">
                <a16:creationId xmlns:a16="http://schemas.microsoft.com/office/drawing/2014/main" id="{9A698C17-8679-4C22-A10E-77C9DAF4EA32}"/>
              </a:ext>
            </a:extLst>
          </p:cNvPr>
          <p:cNvSpPr/>
          <p:nvPr/>
        </p:nvSpPr>
        <p:spPr>
          <a:xfrm>
            <a:off x="7719974" y="3839397"/>
            <a:ext cx="4972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 err="1">
                <a:solidFill>
                  <a:srgbClr val="00B050"/>
                </a:solidFill>
              </a:rPr>
              <a:t>Vf</a:t>
            </a:r>
            <a:endParaRPr lang="en-US" dirty="0"/>
          </a:p>
        </p:txBody>
      </p:sp>
      <p:sp>
        <p:nvSpPr>
          <p:cNvPr id="144" name="Rectángulo 143">
            <a:extLst>
              <a:ext uri="{FF2B5EF4-FFF2-40B4-BE49-F238E27FC236}">
                <a16:creationId xmlns:a16="http://schemas.microsoft.com/office/drawing/2014/main" id="{854DF51C-1C37-4E20-BBA0-66DEC5FA596E}"/>
              </a:ext>
            </a:extLst>
          </p:cNvPr>
          <p:cNvSpPr/>
          <p:nvPr/>
        </p:nvSpPr>
        <p:spPr>
          <a:xfrm>
            <a:off x="2663378" y="5043112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45" name="Rectángulo 144">
            <a:extLst>
              <a:ext uri="{FF2B5EF4-FFF2-40B4-BE49-F238E27FC236}">
                <a16:creationId xmlns:a16="http://schemas.microsoft.com/office/drawing/2014/main" id="{D1FB0A0D-4701-47D5-A599-E6389F73E05E}"/>
              </a:ext>
            </a:extLst>
          </p:cNvPr>
          <p:cNvSpPr/>
          <p:nvPr/>
        </p:nvSpPr>
        <p:spPr>
          <a:xfrm>
            <a:off x="3701055" y="5690479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6" name="Rectángulo 145">
            <a:extLst>
              <a:ext uri="{FF2B5EF4-FFF2-40B4-BE49-F238E27FC236}">
                <a16:creationId xmlns:a16="http://schemas.microsoft.com/office/drawing/2014/main" id="{41913DDD-1806-4FFF-8700-C3F13127DE0E}"/>
              </a:ext>
            </a:extLst>
          </p:cNvPr>
          <p:cNvSpPr/>
          <p:nvPr/>
        </p:nvSpPr>
        <p:spPr>
          <a:xfrm>
            <a:off x="3880942" y="3409932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657CFA6D-0ECE-424F-9181-E3C1630E247C}"/>
              </a:ext>
            </a:extLst>
          </p:cNvPr>
          <p:cNvSpPr/>
          <p:nvPr/>
        </p:nvSpPr>
        <p:spPr>
          <a:xfrm>
            <a:off x="5124809" y="4489258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3A6F1B39-A288-4A02-A244-8FCC6C10E505}"/>
              </a:ext>
            </a:extLst>
          </p:cNvPr>
          <p:cNvSpPr/>
          <p:nvPr/>
        </p:nvSpPr>
        <p:spPr>
          <a:xfrm>
            <a:off x="7767183" y="3393730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49" name="Rectángulo 148">
            <a:extLst>
              <a:ext uri="{FF2B5EF4-FFF2-40B4-BE49-F238E27FC236}">
                <a16:creationId xmlns:a16="http://schemas.microsoft.com/office/drawing/2014/main" id="{2AA4EDBE-ED22-4F58-87A0-261834C52015}"/>
              </a:ext>
            </a:extLst>
          </p:cNvPr>
          <p:cNvSpPr/>
          <p:nvPr/>
        </p:nvSpPr>
        <p:spPr>
          <a:xfrm>
            <a:off x="7655864" y="4895850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7CB22C1-6114-4647-9CB0-35DEF28E8F1C}"/>
              </a:ext>
            </a:extLst>
          </p:cNvPr>
          <p:cNvSpPr/>
          <p:nvPr/>
        </p:nvSpPr>
        <p:spPr>
          <a:xfrm>
            <a:off x="8516701" y="8062313"/>
            <a:ext cx="9621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>
                <a:solidFill>
                  <a:srgbClr val="00B050"/>
                </a:solidFill>
              </a:rPr>
              <a:t>Vi=</a:t>
            </a:r>
            <a:r>
              <a:rPr lang="es-ES_tradnl" sz="2800" dirty="0" err="1">
                <a:solidFill>
                  <a:srgbClr val="00B050"/>
                </a:solidFill>
              </a:rPr>
              <a:t>Vf</a:t>
            </a:r>
            <a:endParaRPr lang="en-US" dirty="0"/>
          </a:p>
        </p:txBody>
      </p:sp>
      <p:cxnSp>
        <p:nvCxnSpPr>
          <p:cNvPr id="150" name="Conector recto 149">
            <a:extLst>
              <a:ext uri="{FF2B5EF4-FFF2-40B4-BE49-F238E27FC236}">
                <a16:creationId xmlns:a16="http://schemas.microsoft.com/office/drawing/2014/main" id="{64F0A82D-6725-47B0-B7F7-1692DD26322A}"/>
              </a:ext>
            </a:extLst>
          </p:cNvPr>
          <p:cNvCxnSpPr>
            <a:cxnSpLocks/>
          </p:cNvCxnSpPr>
          <p:nvPr/>
        </p:nvCxnSpPr>
        <p:spPr>
          <a:xfrm>
            <a:off x="4787911" y="6876900"/>
            <a:ext cx="877982" cy="4565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150">
            <a:extLst>
              <a:ext uri="{FF2B5EF4-FFF2-40B4-BE49-F238E27FC236}">
                <a16:creationId xmlns:a16="http://schemas.microsoft.com/office/drawing/2014/main" id="{186722D9-33DB-4702-AC44-8B2FAB3413E6}"/>
              </a:ext>
            </a:extLst>
          </p:cNvPr>
          <p:cNvCxnSpPr>
            <a:cxnSpLocks/>
          </p:cNvCxnSpPr>
          <p:nvPr/>
        </p:nvCxnSpPr>
        <p:spPr>
          <a:xfrm>
            <a:off x="3476063" y="7742933"/>
            <a:ext cx="758684" cy="60930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B982B24A-88F3-4E6F-B6F2-097BB9F9B9D2}"/>
              </a:ext>
            </a:extLst>
          </p:cNvPr>
          <p:cNvCxnSpPr>
            <a:cxnSpLocks/>
          </p:cNvCxnSpPr>
          <p:nvPr/>
        </p:nvCxnSpPr>
        <p:spPr>
          <a:xfrm flipV="1">
            <a:off x="3476063" y="6673231"/>
            <a:ext cx="758684" cy="66236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152">
            <a:extLst>
              <a:ext uri="{FF2B5EF4-FFF2-40B4-BE49-F238E27FC236}">
                <a16:creationId xmlns:a16="http://schemas.microsoft.com/office/drawing/2014/main" id="{DD802A69-8BB1-4CCB-AABA-80C9BC88C495}"/>
              </a:ext>
            </a:extLst>
          </p:cNvPr>
          <p:cNvCxnSpPr>
            <a:cxnSpLocks/>
          </p:cNvCxnSpPr>
          <p:nvPr/>
        </p:nvCxnSpPr>
        <p:spPr>
          <a:xfrm>
            <a:off x="4558783" y="6961263"/>
            <a:ext cx="0" cy="11029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153">
            <a:extLst>
              <a:ext uri="{FF2B5EF4-FFF2-40B4-BE49-F238E27FC236}">
                <a16:creationId xmlns:a16="http://schemas.microsoft.com/office/drawing/2014/main" id="{EFC6F9F9-13B8-47CD-B9DE-FAD5D501B115}"/>
              </a:ext>
            </a:extLst>
          </p:cNvPr>
          <p:cNvCxnSpPr>
            <a:cxnSpLocks/>
          </p:cNvCxnSpPr>
          <p:nvPr/>
        </p:nvCxnSpPr>
        <p:spPr>
          <a:xfrm>
            <a:off x="4882819" y="8352234"/>
            <a:ext cx="2124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EC7F167E-F566-4B8B-8332-1ACEC475AED9}"/>
              </a:ext>
            </a:extLst>
          </p:cNvPr>
          <p:cNvCxnSpPr>
            <a:cxnSpLocks/>
          </p:cNvCxnSpPr>
          <p:nvPr/>
        </p:nvCxnSpPr>
        <p:spPr>
          <a:xfrm flipV="1">
            <a:off x="4882819" y="6668524"/>
            <a:ext cx="2120436" cy="470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ector recto 155">
            <a:extLst>
              <a:ext uri="{FF2B5EF4-FFF2-40B4-BE49-F238E27FC236}">
                <a16:creationId xmlns:a16="http://schemas.microsoft.com/office/drawing/2014/main" id="{24A6E8E2-7512-4ABF-9E3D-C125E956815D}"/>
              </a:ext>
            </a:extLst>
          </p:cNvPr>
          <p:cNvCxnSpPr>
            <a:cxnSpLocks/>
          </p:cNvCxnSpPr>
          <p:nvPr/>
        </p:nvCxnSpPr>
        <p:spPr>
          <a:xfrm flipH="1">
            <a:off x="6124149" y="6872193"/>
            <a:ext cx="974014" cy="46128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28C93263-056B-425C-9B40-5070434AFB57}"/>
              </a:ext>
            </a:extLst>
          </p:cNvPr>
          <p:cNvCxnSpPr>
            <a:cxnSpLocks/>
          </p:cNvCxnSpPr>
          <p:nvPr/>
        </p:nvCxnSpPr>
        <p:spPr>
          <a:xfrm flipV="1">
            <a:off x="4787911" y="7740812"/>
            <a:ext cx="877982" cy="40775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1D9318AF-CD8F-4367-BA96-23A25F18228B}"/>
              </a:ext>
            </a:extLst>
          </p:cNvPr>
          <p:cNvCxnSpPr>
            <a:cxnSpLocks/>
          </p:cNvCxnSpPr>
          <p:nvPr/>
        </p:nvCxnSpPr>
        <p:spPr>
          <a:xfrm>
            <a:off x="6124149" y="7740812"/>
            <a:ext cx="978551" cy="40775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ector recto 158">
            <a:extLst>
              <a:ext uri="{FF2B5EF4-FFF2-40B4-BE49-F238E27FC236}">
                <a16:creationId xmlns:a16="http://schemas.microsoft.com/office/drawing/2014/main" id="{2E636AD6-E5E1-4CC2-8572-CA2FB52CC175}"/>
              </a:ext>
            </a:extLst>
          </p:cNvPr>
          <p:cNvCxnSpPr>
            <a:cxnSpLocks/>
          </p:cNvCxnSpPr>
          <p:nvPr/>
        </p:nvCxnSpPr>
        <p:spPr>
          <a:xfrm flipH="1" flipV="1">
            <a:off x="7327291" y="6956556"/>
            <a:ext cx="4537" cy="110764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recto 159">
            <a:extLst>
              <a:ext uri="{FF2B5EF4-FFF2-40B4-BE49-F238E27FC236}">
                <a16:creationId xmlns:a16="http://schemas.microsoft.com/office/drawing/2014/main" id="{C080A9E8-0F80-4244-BDA2-D234DB1ACCC8}"/>
              </a:ext>
            </a:extLst>
          </p:cNvPr>
          <p:cNvCxnSpPr>
            <a:cxnSpLocks/>
          </p:cNvCxnSpPr>
          <p:nvPr/>
        </p:nvCxnSpPr>
        <p:spPr>
          <a:xfrm>
            <a:off x="7651327" y="6668524"/>
            <a:ext cx="883643" cy="66707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21E3374C-ED34-4366-AE11-A3AE580B9BB8}"/>
              </a:ext>
            </a:extLst>
          </p:cNvPr>
          <p:cNvCxnSpPr>
            <a:cxnSpLocks/>
          </p:cNvCxnSpPr>
          <p:nvPr/>
        </p:nvCxnSpPr>
        <p:spPr>
          <a:xfrm flipV="1">
            <a:off x="7655864" y="7742933"/>
            <a:ext cx="879106" cy="60930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ángulo 161">
            <a:extLst>
              <a:ext uri="{FF2B5EF4-FFF2-40B4-BE49-F238E27FC236}">
                <a16:creationId xmlns:a16="http://schemas.microsoft.com/office/drawing/2014/main" id="{0FD8A51B-F51B-4517-90DE-0F1BB438171B}"/>
              </a:ext>
            </a:extLst>
          </p:cNvPr>
          <p:cNvSpPr/>
          <p:nvPr/>
        </p:nvSpPr>
        <p:spPr>
          <a:xfrm>
            <a:off x="8912445" y="6843882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33CF3F6F-C94C-4D6F-8F83-B84B11F5F09F}"/>
              </a:ext>
            </a:extLst>
          </p:cNvPr>
          <p:cNvSpPr/>
          <p:nvPr/>
        </p:nvSpPr>
        <p:spPr>
          <a:xfrm>
            <a:off x="2571521" y="6923566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64" name="Rectángulo 163">
            <a:extLst>
              <a:ext uri="{FF2B5EF4-FFF2-40B4-BE49-F238E27FC236}">
                <a16:creationId xmlns:a16="http://schemas.microsoft.com/office/drawing/2014/main" id="{1920702C-74D5-45C1-B3F4-27061D2AB473}"/>
              </a:ext>
            </a:extLst>
          </p:cNvPr>
          <p:cNvSpPr/>
          <p:nvPr/>
        </p:nvSpPr>
        <p:spPr>
          <a:xfrm>
            <a:off x="4811117" y="6000860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5" name="Rectángulo 164">
            <a:extLst>
              <a:ext uri="{FF2B5EF4-FFF2-40B4-BE49-F238E27FC236}">
                <a16:creationId xmlns:a16="http://schemas.microsoft.com/office/drawing/2014/main" id="{19A1737B-14B6-413F-B4A9-B076EF2733F5}"/>
              </a:ext>
            </a:extLst>
          </p:cNvPr>
          <p:cNvSpPr/>
          <p:nvPr/>
        </p:nvSpPr>
        <p:spPr>
          <a:xfrm>
            <a:off x="7728851" y="6161227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6" name="Rectángulo 165">
            <a:extLst>
              <a:ext uri="{FF2B5EF4-FFF2-40B4-BE49-F238E27FC236}">
                <a16:creationId xmlns:a16="http://schemas.microsoft.com/office/drawing/2014/main" id="{182BA555-480B-4CED-8B64-4F9BE0061B1C}"/>
              </a:ext>
            </a:extLst>
          </p:cNvPr>
          <p:cNvSpPr/>
          <p:nvPr/>
        </p:nvSpPr>
        <p:spPr>
          <a:xfrm>
            <a:off x="7571002" y="8593015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7" name="Rectángulo 166">
            <a:extLst>
              <a:ext uri="{FF2B5EF4-FFF2-40B4-BE49-F238E27FC236}">
                <a16:creationId xmlns:a16="http://schemas.microsoft.com/office/drawing/2014/main" id="{F0A02545-2D2C-4CFF-B3C3-E49C861A43B4}"/>
              </a:ext>
            </a:extLst>
          </p:cNvPr>
          <p:cNvSpPr/>
          <p:nvPr/>
        </p:nvSpPr>
        <p:spPr>
          <a:xfrm>
            <a:off x="4744065" y="8604948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8" name="Rectángulo 167">
            <a:extLst>
              <a:ext uri="{FF2B5EF4-FFF2-40B4-BE49-F238E27FC236}">
                <a16:creationId xmlns:a16="http://schemas.microsoft.com/office/drawing/2014/main" id="{7347ACD1-47C2-418D-B4B5-973B65FF62BD}"/>
              </a:ext>
            </a:extLst>
          </p:cNvPr>
          <p:cNvSpPr/>
          <p:nvPr/>
        </p:nvSpPr>
        <p:spPr>
          <a:xfrm>
            <a:off x="6276929" y="7315568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5568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 animBg="1"/>
      <p:bldP spid="83" grpId="0" animBg="1"/>
      <p:bldP spid="84" grpId="0" animBg="1"/>
      <p:bldP spid="88" grpId="0" animBg="1"/>
      <p:bldP spid="90" grpId="0" animBg="1"/>
      <p:bldP spid="99" grpId="0" animBg="1"/>
      <p:bldP spid="100" grpId="0" animBg="1"/>
      <p:bldP spid="102" grpId="0" animBg="1"/>
      <p:bldP spid="103" grpId="0" animBg="1"/>
      <p:bldP spid="107" grpId="0" animBg="1"/>
      <p:bldP spid="109" grpId="0" animBg="1"/>
      <p:bldP spid="115" grpId="0" animBg="1"/>
      <p:bldP spid="66" grpId="0"/>
      <p:bldP spid="120" grpId="0"/>
      <p:bldP spid="142" grpId="0"/>
      <p:bldP spid="144" grpId="0"/>
      <p:bldP spid="145" grpId="0"/>
      <p:bldP spid="146" grpId="0"/>
      <p:bldP spid="147" grpId="0"/>
      <p:bldP spid="148" grpId="0"/>
      <p:bldP spid="149" grpId="0"/>
      <p:bldP spid="162" grpId="0"/>
      <p:bldP spid="163" grpId="0"/>
      <p:bldP spid="164" grpId="0"/>
      <p:bldP spid="165" grpId="0"/>
      <p:bldP spid="166" grpId="0"/>
      <p:bldP spid="167" grpId="0"/>
      <p:bldP spid="16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Caminos y ciclos hamiltoniano</a:t>
            </a:r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9FECA587-A5E3-4E47-9B36-6B168A53AC87}"/>
              </a:ext>
            </a:extLst>
          </p:cNvPr>
          <p:cNvSpPr/>
          <p:nvPr/>
        </p:nvSpPr>
        <p:spPr>
          <a:xfrm>
            <a:off x="4233928" y="1072402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FCCFD193-657E-4B7C-BBD0-5F812F9E9CA0}"/>
              </a:ext>
            </a:extLst>
          </p:cNvPr>
          <p:cNvSpPr/>
          <p:nvPr/>
        </p:nvSpPr>
        <p:spPr>
          <a:xfrm>
            <a:off x="5570166" y="1936314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B2EE6DE1-8B77-4495-B725-E33E6C28BE1C}"/>
              </a:ext>
            </a:extLst>
          </p:cNvPr>
          <p:cNvCxnSpPr>
            <a:cxnSpLocks/>
            <a:stCxn id="69" idx="5"/>
            <a:endCxn id="70" idx="1"/>
          </p:cNvCxnSpPr>
          <p:nvPr/>
        </p:nvCxnSpPr>
        <p:spPr>
          <a:xfrm>
            <a:off x="4787092" y="1564103"/>
            <a:ext cx="877982" cy="456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ipse 71">
            <a:extLst>
              <a:ext uri="{FF2B5EF4-FFF2-40B4-BE49-F238E27FC236}">
                <a16:creationId xmlns:a16="http://schemas.microsoft.com/office/drawing/2014/main" id="{5841BE64-1FC5-466D-B6F0-C41C9F7BAA71}"/>
              </a:ext>
            </a:extLst>
          </p:cNvPr>
          <p:cNvSpPr/>
          <p:nvPr/>
        </p:nvSpPr>
        <p:spPr>
          <a:xfrm>
            <a:off x="4233928" y="275140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D2989304-8077-4243-A727-07377334930E}"/>
              </a:ext>
            </a:extLst>
          </p:cNvPr>
          <p:cNvSpPr/>
          <p:nvPr/>
        </p:nvSpPr>
        <p:spPr>
          <a:xfrm>
            <a:off x="2922080" y="193843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FE044AB6-5576-4C58-81AB-4EEC16CF9749}"/>
              </a:ext>
            </a:extLst>
          </p:cNvPr>
          <p:cNvCxnSpPr>
            <a:cxnSpLocks/>
            <a:stCxn id="73" idx="5"/>
            <a:endCxn id="72" idx="2"/>
          </p:cNvCxnSpPr>
          <p:nvPr/>
        </p:nvCxnSpPr>
        <p:spPr>
          <a:xfrm>
            <a:off x="3475244" y="2430136"/>
            <a:ext cx="758684" cy="6093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9F8456E2-3F9B-4540-8BF1-1E5098155BB0}"/>
              </a:ext>
            </a:extLst>
          </p:cNvPr>
          <p:cNvCxnSpPr>
            <a:cxnSpLocks/>
            <a:stCxn id="73" idx="7"/>
            <a:endCxn id="69" idx="2"/>
          </p:cNvCxnSpPr>
          <p:nvPr/>
        </p:nvCxnSpPr>
        <p:spPr>
          <a:xfrm flipV="1">
            <a:off x="3475244" y="1360434"/>
            <a:ext cx="758684" cy="6623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352ECD1B-5232-45CF-B178-473E4A48EDC3}"/>
              </a:ext>
            </a:extLst>
          </p:cNvPr>
          <p:cNvCxnSpPr>
            <a:cxnSpLocks/>
            <a:stCxn id="69" idx="4"/>
            <a:endCxn id="72" idx="0"/>
          </p:cNvCxnSpPr>
          <p:nvPr/>
        </p:nvCxnSpPr>
        <p:spPr>
          <a:xfrm>
            <a:off x="4557964" y="1648466"/>
            <a:ext cx="0" cy="1102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C0A7AC8D-A06E-4ABA-A9F3-4E09FADF8CB7}"/>
              </a:ext>
            </a:extLst>
          </p:cNvPr>
          <p:cNvSpPr/>
          <p:nvPr/>
        </p:nvSpPr>
        <p:spPr>
          <a:xfrm>
            <a:off x="7006973" y="275140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33A11BE-07C1-4931-85A0-8E999E9BF5D7}"/>
              </a:ext>
            </a:extLst>
          </p:cNvPr>
          <p:cNvCxnSpPr>
            <a:cxnSpLocks/>
            <a:stCxn id="72" idx="6"/>
            <a:endCxn id="17" idx="2"/>
          </p:cNvCxnSpPr>
          <p:nvPr/>
        </p:nvCxnSpPr>
        <p:spPr>
          <a:xfrm>
            <a:off x="4882000" y="3039437"/>
            <a:ext cx="21249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850612FE-30CD-4432-816A-FC5DE066F24D}"/>
              </a:ext>
            </a:extLst>
          </p:cNvPr>
          <p:cNvSpPr/>
          <p:nvPr/>
        </p:nvSpPr>
        <p:spPr>
          <a:xfrm>
            <a:off x="7002436" y="106769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15ACA103-D50D-4F65-908A-64C03ED1F5BA}"/>
              </a:ext>
            </a:extLst>
          </p:cNvPr>
          <p:cNvCxnSpPr>
            <a:cxnSpLocks/>
            <a:stCxn id="69" idx="6"/>
            <a:endCxn id="21" idx="2"/>
          </p:cNvCxnSpPr>
          <p:nvPr/>
        </p:nvCxnSpPr>
        <p:spPr>
          <a:xfrm flipV="1">
            <a:off x="4882000" y="1355727"/>
            <a:ext cx="2120436" cy="47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C6C0792-8A8B-436A-BC0F-6FD39D87F354}"/>
              </a:ext>
            </a:extLst>
          </p:cNvPr>
          <p:cNvCxnSpPr>
            <a:cxnSpLocks/>
            <a:stCxn id="21" idx="3"/>
            <a:endCxn id="70" idx="7"/>
          </p:cNvCxnSpPr>
          <p:nvPr/>
        </p:nvCxnSpPr>
        <p:spPr>
          <a:xfrm flipH="1">
            <a:off x="6123330" y="1559396"/>
            <a:ext cx="974014" cy="4612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2F13E33E-5FD6-49DB-BBFF-93C728970A4F}"/>
              </a:ext>
            </a:extLst>
          </p:cNvPr>
          <p:cNvCxnSpPr>
            <a:cxnSpLocks/>
            <a:stCxn id="72" idx="7"/>
            <a:endCxn id="70" idx="3"/>
          </p:cNvCxnSpPr>
          <p:nvPr/>
        </p:nvCxnSpPr>
        <p:spPr>
          <a:xfrm flipV="1">
            <a:off x="4787092" y="2428015"/>
            <a:ext cx="877982" cy="407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2063CA31-C214-45E2-805E-537F6EADE1C2}"/>
              </a:ext>
            </a:extLst>
          </p:cNvPr>
          <p:cNvCxnSpPr>
            <a:cxnSpLocks/>
            <a:stCxn id="70" idx="5"/>
            <a:endCxn id="17" idx="1"/>
          </p:cNvCxnSpPr>
          <p:nvPr/>
        </p:nvCxnSpPr>
        <p:spPr>
          <a:xfrm>
            <a:off x="6123330" y="2428015"/>
            <a:ext cx="978551" cy="407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C7CD2537-5DF1-497F-B1F8-D51BD77AFBAB}"/>
              </a:ext>
            </a:extLst>
          </p:cNvPr>
          <p:cNvCxnSpPr>
            <a:cxnSpLocks/>
            <a:stCxn id="17" idx="0"/>
            <a:endCxn id="21" idx="4"/>
          </p:cNvCxnSpPr>
          <p:nvPr/>
        </p:nvCxnSpPr>
        <p:spPr>
          <a:xfrm flipH="1" flipV="1">
            <a:off x="7326472" y="1643759"/>
            <a:ext cx="4537" cy="1107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>
            <a:extLst>
              <a:ext uri="{FF2B5EF4-FFF2-40B4-BE49-F238E27FC236}">
                <a16:creationId xmlns:a16="http://schemas.microsoft.com/office/drawing/2014/main" id="{BF9D0610-BA31-4365-809C-A5A88D0969D3}"/>
              </a:ext>
            </a:extLst>
          </p:cNvPr>
          <p:cNvSpPr/>
          <p:nvPr/>
        </p:nvSpPr>
        <p:spPr>
          <a:xfrm>
            <a:off x="4234747" y="3614013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07939136-5619-41B4-90AB-C6D234C8F23C}"/>
              </a:ext>
            </a:extLst>
          </p:cNvPr>
          <p:cNvSpPr/>
          <p:nvPr/>
        </p:nvSpPr>
        <p:spPr>
          <a:xfrm>
            <a:off x="5570985" y="447792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ABBC3BE7-8DA4-47DA-88DB-C9F9EE88A327}"/>
              </a:ext>
            </a:extLst>
          </p:cNvPr>
          <p:cNvCxnSpPr>
            <a:cxnSpLocks/>
            <a:stCxn id="80" idx="5"/>
            <a:endCxn id="81" idx="1"/>
          </p:cNvCxnSpPr>
          <p:nvPr/>
        </p:nvCxnSpPr>
        <p:spPr>
          <a:xfrm>
            <a:off x="4787911" y="4105714"/>
            <a:ext cx="877982" cy="45657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>
            <a:extLst>
              <a:ext uri="{FF2B5EF4-FFF2-40B4-BE49-F238E27FC236}">
                <a16:creationId xmlns:a16="http://schemas.microsoft.com/office/drawing/2014/main" id="{6DB3EE44-0655-4F75-A450-C12AE2CFC37E}"/>
              </a:ext>
            </a:extLst>
          </p:cNvPr>
          <p:cNvSpPr/>
          <p:nvPr/>
        </p:nvSpPr>
        <p:spPr>
          <a:xfrm>
            <a:off x="4234747" y="529301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F8DD51B5-0D8A-440A-8CC2-99AEEA3F4ED3}"/>
              </a:ext>
            </a:extLst>
          </p:cNvPr>
          <p:cNvSpPr/>
          <p:nvPr/>
        </p:nvSpPr>
        <p:spPr>
          <a:xfrm>
            <a:off x="2922899" y="448004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698C837E-3B60-42F2-81B9-4D495BDF5AE5}"/>
              </a:ext>
            </a:extLst>
          </p:cNvPr>
          <p:cNvCxnSpPr>
            <a:cxnSpLocks/>
            <a:stCxn id="84" idx="5"/>
            <a:endCxn id="83" idx="2"/>
          </p:cNvCxnSpPr>
          <p:nvPr/>
        </p:nvCxnSpPr>
        <p:spPr>
          <a:xfrm>
            <a:off x="3476063" y="4971747"/>
            <a:ext cx="758684" cy="60930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8BBF3D71-3C03-4C27-BF21-7267BF37574D}"/>
              </a:ext>
            </a:extLst>
          </p:cNvPr>
          <p:cNvCxnSpPr>
            <a:cxnSpLocks/>
            <a:stCxn id="84" idx="7"/>
            <a:endCxn id="80" idx="2"/>
          </p:cNvCxnSpPr>
          <p:nvPr/>
        </p:nvCxnSpPr>
        <p:spPr>
          <a:xfrm flipV="1">
            <a:off x="3476063" y="3902045"/>
            <a:ext cx="758684" cy="66236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693E1E99-FF69-462F-854F-C19DA14153D8}"/>
              </a:ext>
            </a:extLst>
          </p:cNvPr>
          <p:cNvCxnSpPr>
            <a:cxnSpLocks/>
            <a:stCxn id="80" idx="4"/>
            <a:endCxn id="83" idx="0"/>
          </p:cNvCxnSpPr>
          <p:nvPr/>
        </p:nvCxnSpPr>
        <p:spPr>
          <a:xfrm>
            <a:off x="4558783" y="4190077"/>
            <a:ext cx="0" cy="1102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lipse 87">
            <a:extLst>
              <a:ext uri="{FF2B5EF4-FFF2-40B4-BE49-F238E27FC236}">
                <a16:creationId xmlns:a16="http://schemas.microsoft.com/office/drawing/2014/main" id="{94F51A25-65A1-4A3D-9D3F-882D19376796}"/>
              </a:ext>
            </a:extLst>
          </p:cNvPr>
          <p:cNvSpPr/>
          <p:nvPr/>
        </p:nvSpPr>
        <p:spPr>
          <a:xfrm>
            <a:off x="7007792" y="529301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2BDF3BE0-40A3-4C08-970A-43CA2B1AE236}"/>
              </a:ext>
            </a:extLst>
          </p:cNvPr>
          <p:cNvCxnSpPr>
            <a:cxnSpLocks/>
            <a:stCxn id="83" idx="6"/>
            <a:endCxn id="88" idx="2"/>
          </p:cNvCxnSpPr>
          <p:nvPr/>
        </p:nvCxnSpPr>
        <p:spPr>
          <a:xfrm>
            <a:off x="4882819" y="5581048"/>
            <a:ext cx="2124973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Elipse 89">
            <a:extLst>
              <a:ext uri="{FF2B5EF4-FFF2-40B4-BE49-F238E27FC236}">
                <a16:creationId xmlns:a16="http://schemas.microsoft.com/office/drawing/2014/main" id="{FC287666-B178-4983-BDD3-0D36D08D8F9A}"/>
              </a:ext>
            </a:extLst>
          </p:cNvPr>
          <p:cNvSpPr/>
          <p:nvPr/>
        </p:nvSpPr>
        <p:spPr>
          <a:xfrm>
            <a:off x="7003255" y="360930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CC1A5163-20FE-4563-8D38-392904FBCF75}"/>
              </a:ext>
            </a:extLst>
          </p:cNvPr>
          <p:cNvCxnSpPr>
            <a:cxnSpLocks/>
            <a:stCxn id="80" idx="6"/>
            <a:endCxn id="90" idx="2"/>
          </p:cNvCxnSpPr>
          <p:nvPr/>
        </p:nvCxnSpPr>
        <p:spPr>
          <a:xfrm flipV="1">
            <a:off x="4882819" y="3897338"/>
            <a:ext cx="2120436" cy="4707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0A471E24-505E-4AE6-BCCE-7F506BA6CCED}"/>
              </a:ext>
            </a:extLst>
          </p:cNvPr>
          <p:cNvCxnSpPr>
            <a:cxnSpLocks/>
            <a:stCxn id="90" idx="3"/>
            <a:endCxn id="81" idx="7"/>
          </p:cNvCxnSpPr>
          <p:nvPr/>
        </p:nvCxnSpPr>
        <p:spPr>
          <a:xfrm flipH="1">
            <a:off x="6124149" y="4101007"/>
            <a:ext cx="974014" cy="46128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9E442847-4A80-4145-8B5B-B94336405F60}"/>
              </a:ext>
            </a:extLst>
          </p:cNvPr>
          <p:cNvCxnSpPr>
            <a:cxnSpLocks/>
            <a:stCxn id="83" idx="7"/>
            <a:endCxn id="81" idx="3"/>
          </p:cNvCxnSpPr>
          <p:nvPr/>
        </p:nvCxnSpPr>
        <p:spPr>
          <a:xfrm flipV="1">
            <a:off x="4787911" y="4969626"/>
            <a:ext cx="877982" cy="407753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994D7612-002E-4E27-9C1F-355129488512}"/>
              </a:ext>
            </a:extLst>
          </p:cNvPr>
          <p:cNvCxnSpPr>
            <a:cxnSpLocks/>
            <a:stCxn id="81" idx="5"/>
            <a:endCxn id="88" idx="1"/>
          </p:cNvCxnSpPr>
          <p:nvPr/>
        </p:nvCxnSpPr>
        <p:spPr>
          <a:xfrm>
            <a:off x="6124149" y="4969626"/>
            <a:ext cx="978551" cy="407753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6AAA7648-D539-4C48-B11C-8A8176D05FA9}"/>
              </a:ext>
            </a:extLst>
          </p:cNvPr>
          <p:cNvCxnSpPr>
            <a:cxnSpLocks/>
            <a:stCxn id="88" idx="0"/>
            <a:endCxn id="90" idx="4"/>
          </p:cNvCxnSpPr>
          <p:nvPr/>
        </p:nvCxnSpPr>
        <p:spPr>
          <a:xfrm flipH="1" flipV="1">
            <a:off x="7327291" y="4185370"/>
            <a:ext cx="4537" cy="1107646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Elipse 98">
            <a:extLst>
              <a:ext uri="{FF2B5EF4-FFF2-40B4-BE49-F238E27FC236}">
                <a16:creationId xmlns:a16="http://schemas.microsoft.com/office/drawing/2014/main" id="{8CBAEC89-0D2F-4D4F-960E-71E47FAF0B5F}"/>
              </a:ext>
            </a:extLst>
          </p:cNvPr>
          <p:cNvSpPr/>
          <p:nvPr/>
        </p:nvSpPr>
        <p:spPr>
          <a:xfrm>
            <a:off x="4234747" y="6356888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0" name="Elipse 99">
            <a:extLst>
              <a:ext uri="{FF2B5EF4-FFF2-40B4-BE49-F238E27FC236}">
                <a16:creationId xmlns:a16="http://schemas.microsoft.com/office/drawing/2014/main" id="{782E0623-8738-4532-ABCF-F6417AC98F21}"/>
              </a:ext>
            </a:extLst>
          </p:cNvPr>
          <p:cNvSpPr/>
          <p:nvPr/>
        </p:nvSpPr>
        <p:spPr>
          <a:xfrm>
            <a:off x="5570985" y="722080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73EE96A3-7937-4A38-86D1-F5AB6795C8DA}"/>
              </a:ext>
            </a:extLst>
          </p:cNvPr>
          <p:cNvCxnSpPr>
            <a:cxnSpLocks/>
            <a:stCxn id="99" idx="5"/>
            <a:endCxn id="100" idx="1"/>
          </p:cNvCxnSpPr>
          <p:nvPr/>
        </p:nvCxnSpPr>
        <p:spPr>
          <a:xfrm>
            <a:off x="4787911" y="6848589"/>
            <a:ext cx="877982" cy="45657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Elipse 101">
            <a:extLst>
              <a:ext uri="{FF2B5EF4-FFF2-40B4-BE49-F238E27FC236}">
                <a16:creationId xmlns:a16="http://schemas.microsoft.com/office/drawing/2014/main" id="{AA1B846D-B467-43C9-9117-488B9D5CFD47}"/>
              </a:ext>
            </a:extLst>
          </p:cNvPr>
          <p:cNvSpPr/>
          <p:nvPr/>
        </p:nvSpPr>
        <p:spPr>
          <a:xfrm>
            <a:off x="4234747" y="803589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6335DC00-95D8-48B4-B203-2B591BB63352}"/>
              </a:ext>
            </a:extLst>
          </p:cNvPr>
          <p:cNvSpPr/>
          <p:nvPr/>
        </p:nvSpPr>
        <p:spPr>
          <a:xfrm>
            <a:off x="2922899" y="722292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A31DCC36-A0F0-4AAD-BC1D-AD31FD4FBCF3}"/>
              </a:ext>
            </a:extLst>
          </p:cNvPr>
          <p:cNvCxnSpPr>
            <a:cxnSpLocks/>
            <a:stCxn id="103" idx="5"/>
            <a:endCxn id="102" idx="2"/>
          </p:cNvCxnSpPr>
          <p:nvPr/>
        </p:nvCxnSpPr>
        <p:spPr>
          <a:xfrm>
            <a:off x="3476063" y="7714622"/>
            <a:ext cx="758684" cy="60930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6170BF0D-6279-47D0-B3B8-B59F19246707}"/>
              </a:ext>
            </a:extLst>
          </p:cNvPr>
          <p:cNvCxnSpPr>
            <a:cxnSpLocks/>
            <a:stCxn id="103" idx="7"/>
            <a:endCxn id="99" idx="2"/>
          </p:cNvCxnSpPr>
          <p:nvPr/>
        </p:nvCxnSpPr>
        <p:spPr>
          <a:xfrm flipV="1">
            <a:off x="3476063" y="6644920"/>
            <a:ext cx="758684" cy="662364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3DE92DCB-FB8C-404C-9B95-979157BCBF7C}"/>
              </a:ext>
            </a:extLst>
          </p:cNvPr>
          <p:cNvCxnSpPr>
            <a:cxnSpLocks/>
            <a:stCxn id="99" idx="4"/>
            <a:endCxn id="102" idx="0"/>
          </p:cNvCxnSpPr>
          <p:nvPr/>
        </p:nvCxnSpPr>
        <p:spPr>
          <a:xfrm>
            <a:off x="4558783" y="6932952"/>
            <a:ext cx="0" cy="1102939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Elipse 106">
            <a:extLst>
              <a:ext uri="{FF2B5EF4-FFF2-40B4-BE49-F238E27FC236}">
                <a16:creationId xmlns:a16="http://schemas.microsoft.com/office/drawing/2014/main" id="{9E388486-E294-4CC9-879C-3FA5CA99356E}"/>
              </a:ext>
            </a:extLst>
          </p:cNvPr>
          <p:cNvSpPr/>
          <p:nvPr/>
        </p:nvSpPr>
        <p:spPr>
          <a:xfrm>
            <a:off x="7007792" y="803589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82C6D354-EB05-47E9-9827-C1B3D6497D56}"/>
              </a:ext>
            </a:extLst>
          </p:cNvPr>
          <p:cNvCxnSpPr>
            <a:cxnSpLocks/>
            <a:stCxn id="102" idx="6"/>
            <a:endCxn id="107" idx="2"/>
          </p:cNvCxnSpPr>
          <p:nvPr/>
        </p:nvCxnSpPr>
        <p:spPr>
          <a:xfrm>
            <a:off x="4882819" y="8323923"/>
            <a:ext cx="2124973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Elipse 108">
            <a:extLst>
              <a:ext uri="{FF2B5EF4-FFF2-40B4-BE49-F238E27FC236}">
                <a16:creationId xmlns:a16="http://schemas.microsoft.com/office/drawing/2014/main" id="{794636AA-AD03-4CFF-B1F2-F8B4D0459A12}"/>
              </a:ext>
            </a:extLst>
          </p:cNvPr>
          <p:cNvSpPr/>
          <p:nvPr/>
        </p:nvSpPr>
        <p:spPr>
          <a:xfrm>
            <a:off x="7003255" y="635218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1EEA9943-6D37-41FF-9CD8-9194A101F31E}"/>
              </a:ext>
            </a:extLst>
          </p:cNvPr>
          <p:cNvCxnSpPr>
            <a:cxnSpLocks/>
            <a:stCxn id="99" idx="6"/>
            <a:endCxn id="109" idx="2"/>
          </p:cNvCxnSpPr>
          <p:nvPr/>
        </p:nvCxnSpPr>
        <p:spPr>
          <a:xfrm flipV="1">
            <a:off x="4882819" y="6640213"/>
            <a:ext cx="2120436" cy="4707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6EE70B80-5BC2-484D-9893-59E11422527F}"/>
              </a:ext>
            </a:extLst>
          </p:cNvPr>
          <p:cNvCxnSpPr>
            <a:cxnSpLocks/>
            <a:stCxn id="109" idx="3"/>
            <a:endCxn id="100" idx="7"/>
          </p:cNvCxnSpPr>
          <p:nvPr/>
        </p:nvCxnSpPr>
        <p:spPr>
          <a:xfrm flipH="1">
            <a:off x="6124149" y="6843882"/>
            <a:ext cx="974014" cy="46128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6E881543-7989-49B1-B3E8-ED8D2E6B5771}"/>
              </a:ext>
            </a:extLst>
          </p:cNvPr>
          <p:cNvCxnSpPr>
            <a:cxnSpLocks/>
            <a:stCxn id="102" idx="7"/>
            <a:endCxn id="100" idx="3"/>
          </p:cNvCxnSpPr>
          <p:nvPr/>
        </p:nvCxnSpPr>
        <p:spPr>
          <a:xfrm flipV="1">
            <a:off x="4787911" y="7712501"/>
            <a:ext cx="877982" cy="407753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57A1BECC-43D1-41DC-881F-43A6FD3924B9}"/>
              </a:ext>
            </a:extLst>
          </p:cNvPr>
          <p:cNvCxnSpPr>
            <a:cxnSpLocks/>
            <a:stCxn id="100" idx="5"/>
            <a:endCxn id="107" idx="1"/>
          </p:cNvCxnSpPr>
          <p:nvPr/>
        </p:nvCxnSpPr>
        <p:spPr>
          <a:xfrm>
            <a:off x="6124149" y="7712501"/>
            <a:ext cx="978551" cy="407753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BB26CF70-DE55-47FB-B6B6-A8A0B7E48139}"/>
              </a:ext>
            </a:extLst>
          </p:cNvPr>
          <p:cNvCxnSpPr>
            <a:cxnSpLocks/>
            <a:stCxn id="107" idx="0"/>
            <a:endCxn id="109" idx="4"/>
          </p:cNvCxnSpPr>
          <p:nvPr/>
        </p:nvCxnSpPr>
        <p:spPr>
          <a:xfrm flipH="1" flipV="1">
            <a:off x="7327291" y="6928245"/>
            <a:ext cx="4537" cy="1107646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Elipse 114">
            <a:extLst>
              <a:ext uri="{FF2B5EF4-FFF2-40B4-BE49-F238E27FC236}">
                <a16:creationId xmlns:a16="http://schemas.microsoft.com/office/drawing/2014/main" id="{57F1DBBD-09FE-4621-86E0-AB597CDA2CE4}"/>
              </a:ext>
            </a:extLst>
          </p:cNvPr>
          <p:cNvSpPr/>
          <p:nvPr/>
        </p:nvSpPr>
        <p:spPr>
          <a:xfrm>
            <a:off x="8440062" y="722292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63F0F81A-EB5F-4935-A9AC-6184722787A5}"/>
              </a:ext>
            </a:extLst>
          </p:cNvPr>
          <p:cNvCxnSpPr>
            <a:cxnSpLocks/>
            <a:stCxn id="109" idx="6"/>
            <a:endCxn id="115" idx="1"/>
          </p:cNvCxnSpPr>
          <p:nvPr/>
        </p:nvCxnSpPr>
        <p:spPr>
          <a:xfrm>
            <a:off x="7651327" y="6640213"/>
            <a:ext cx="883643" cy="66707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D7B2D3A5-403A-45EE-9E8E-171F35328493}"/>
              </a:ext>
            </a:extLst>
          </p:cNvPr>
          <p:cNvCxnSpPr>
            <a:cxnSpLocks/>
            <a:stCxn id="107" idx="6"/>
            <a:endCxn id="115" idx="3"/>
          </p:cNvCxnSpPr>
          <p:nvPr/>
        </p:nvCxnSpPr>
        <p:spPr>
          <a:xfrm flipV="1">
            <a:off x="7655864" y="7714622"/>
            <a:ext cx="879106" cy="60930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ectángulo 117">
                <a:extLst>
                  <a:ext uri="{FF2B5EF4-FFF2-40B4-BE49-F238E27FC236}">
                    <a16:creationId xmlns:a16="http://schemas.microsoft.com/office/drawing/2014/main" id="{6D2819BF-839A-49B7-98F9-C0B64E3D197C}"/>
                  </a:ext>
                </a:extLst>
              </p:cNvPr>
              <p:cNvSpPr/>
              <p:nvPr/>
            </p:nvSpPr>
            <p:spPr>
              <a:xfrm>
                <a:off x="8499721" y="3354461"/>
                <a:ext cx="455551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𝐺𝑟𝑎𝑑𝑜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CO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𝐺𝑟𝑎𝑑𝑜</m:t>
                      </m:r>
                      <m:d>
                        <m:dPr>
                          <m:ctrlPr>
                            <a:rPr lang="es-CO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8" name="Rectángulo 117">
                <a:extLst>
                  <a:ext uri="{FF2B5EF4-FFF2-40B4-BE49-F238E27FC236}">
                    <a16:creationId xmlns:a16="http://schemas.microsoft.com/office/drawing/2014/main" id="{6D2819BF-839A-49B7-98F9-C0B64E3D19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721" y="3354461"/>
                <a:ext cx="4555512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Rectángulo 118">
            <a:extLst>
              <a:ext uri="{FF2B5EF4-FFF2-40B4-BE49-F238E27FC236}">
                <a16:creationId xmlns:a16="http://schemas.microsoft.com/office/drawing/2014/main" id="{4C1644BD-64AC-4511-8958-F3975D9264B5}"/>
              </a:ext>
            </a:extLst>
          </p:cNvPr>
          <p:cNvSpPr/>
          <p:nvPr/>
        </p:nvSpPr>
        <p:spPr>
          <a:xfrm>
            <a:off x="1608625" y="4526065"/>
            <a:ext cx="13009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>
                <a:solidFill>
                  <a:srgbClr val="00B050"/>
                </a:solidFill>
              </a:rPr>
              <a:t>Camino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EAEF95D7-BEA0-4C0F-8353-8274F025104C}"/>
              </a:ext>
            </a:extLst>
          </p:cNvPr>
          <p:cNvSpPr/>
          <p:nvPr/>
        </p:nvSpPr>
        <p:spPr>
          <a:xfrm>
            <a:off x="1850753" y="7313497"/>
            <a:ext cx="22859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>
                <a:solidFill>
                  <a:srgbClr val="00B050"/>
                </a:solidFill>
              </a:rPr>
              <a:t>Ciclo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E2352DB1-F218-409F-9A7C-DC6B14CBC62D}"/>
              </a:ext>
            </a:extLst>
          </p:cNvPr>
          <p:cNvCxnSpPr>
            <a:cxnSpLocks/>
          </p:cNvCxnSpPr>
          <p:nvPr/>
        </p:nvCxnSpPr>
        <p:spPr>
          <a:xfrm>
            <a:off x="4768580" y="4110776"/>
            <a:ext cx="877982" cy="4565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A253F924-542B-4E1D-90C4-62C3BD5D708D}"/>
              </a:ext>
            </a:extLst>
          </p:cNvPr>
          <p:cNvCxnSpPr>
            <a:cxnSpLocks/>
          </p:cNvCxnSpPr>
          <p:nvPr/>
        </p:nvCxnSpPr>
        <p:spPr>
          <a:xfrm>
            <a:off x="3456732" y="4976809"/>
            <a:ext cx="758684" cy="60930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cto 133">
            <a:extLst>
              <a:ext uri="{FF2B5EF4-FFF2-40B4-BE49-F238E27FC236}">
                <a16:creationId xmlns:a16="http://schemas.microsoft.com/office/drawing/2014/main" id="{9005295F-7B12-4C7E-B365-6BF32DE7292E}"/>
              </a:ext>
            </a:extLst>
          </p:cNvPr>
          <p:cNvCxnSpPr>
            <a:cxnSpLocks/>
          </p:cNvCxnSpPr>
          <p:nvPr/>
        </p:nvCxnSpPr>
        <p:spPr>
          <a:xfrm flipV="1">
            <a:off x="3456732" y="3907107"/>
            <a:ext cx="758684" cy="66236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C2E312B6-1E4B-4A96-8EA2-9FB4740AA8C3}"/>
              </a:ext>
            </a:extLst>
          </p:cNvPr>
          <p:cNvCxnSpPr>
            <a:cxnSpLocks/>
          </p:cNvCxnSpPr>
          <p:nvPr/>
        </p:nvCxnSpPr>
        <p:spPr>
          <a:xfrm>
            <a:off x="4863488" y="5586110"/>
            <a:ext cx="2124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FC4F9F3F-5235-4D1A-BA6B-77B631A25992}"/>
              </a:ext>
            </a:extLst>
          </p:cNvPr>
          <p:cNvCxnSpPr>
            <a:cxnSpLocks/>
          </p:cNvCxnSpPr>
          <p:nvPr/>
        </p:nvCxnSpPr>
        <p:spPr>
          <a:xfrm flipH="1">
            <a:off x="6104818" y="4106069"/>
            <a:ext cx="974014" cy="46128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46B9DAD7-9F81-4F3A-879E-57E9C2C1F39B}"/>
              </a:ext>
            </a:extLst>
          </p:cNvPr>
          <p:cNvSpPr/>
          <p:nvPr/>
        </p:nvSpPr>
        <p:spPr>
          <a:xfrm>
            <a:off x="7719974" y="5502893"/>
            <a:ext cx="4700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>
                <a:solidFill>
                  <a:srgbClr val="00B050"/>
                </a:solidFill>
              </a:rPr>
              <a:t>Vi</a:t>
            </a:r>
            <a:endParaRPr lang="en-US" dirty="0"/>
          </a:p>
        </p:txBody>
      </p:sp>
      <p:sp>
        <p:nvSpPr>
          <p:cNvPr id="142" name="Rectángulo 141">
            <a:extLst>
              <a:ext uri="{FF2B5EF4-FFF2-40B4-BE49-F238E27FC236}">
                <a16:creationId xmlns:a16="http://schemas.microsoft.com/office/drawing/2014/main" id="{9A698C17-8679-4C22-A10E-77C9DAF4EA32}"/>
              </a:ext>
            </a:extLst>
          </p:cNvPr>
          <p:cNvSpPr/>
          <p:nvPr/>
        </p:nvSpPr>
        <p:spPr>
          <a:xfrm>
            <a:off x="7719974" y="3839397"/>
            <a:ext cx="4972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 err="1">
                <a:solidFill>
                  <a:srgbClr val="00B050"/>
                </a:solidFill>
              </a:rPr>
              <a:t>Vf</a:t>
            </a:r>
            <a:endParaRPr lang="en-US" dirty="0"/>
          </a:p>
        </p:txBody>
      </p:sp>
      <p:sp>
        <p:nvSpPr>
          <p:cNvPr id="144" name="Rectángulo 143">
            <a:extLst>
              <a:ext uri="{FF2B5EF4-FFF2-40B4-BE49-F238E27FC236}">
                <a16:creationId xmlns:a16="http://schemas.microsoft.com/office/drawing/2014/main" id="{854DF51C-1C37-4E20-BBA0-66DEC5FA596E}"/>
              </a:ext>
            </a:extLst>
          </p:cNvPr>
          <p:cNvSpPr/>
          <p:nvPr/>
        </p:nvSpPr>
        <p:spPr>
          <a:xfrm>
            <a:off x="2663378" y="5043112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45" name="Rectángulo 144">
            <a:extLst>
              <a:ext uri="{FF2B5EF4-FFF2-40B4-BE49-F238E27FC236}">
                <a16:creationId xmlns:a16="http://schemas.microsoft.com/office/drawing/2014/main" id="{D1FB0A0D-4701-47D5-A599-E6389F73E05E}"/>
              </a:ext>
            </a:extLst>
          </p:cNvPr>
          <p:cNvSpPr/>
          <p:nvPr/>
        </p:nvSpPr>
        <p:spPr>
          <a:xfrm>
            <a:off x="3701055" y="5690479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6" name="Rectángulo 145">
            <a:extLst>
              <a:ext uri="{FF2B5EF4-FFF2-40B4-BE49-F238E27FC236}">
                <a16:creationId xmlns:a16="http://schemas.microsoft.com/office/drawing/2014/main" id="{41913DDD-1806-4FFF-8700-C3F13127DE0E}"/>
              </a:ext>
            </a:extLst>
          </p:cNvPr>
          <p:cNvSpPr/>
          <p:nvPr/>
        </p:nvSpPr>
        <p:spPr>
          <a:xfrm>
            <a:off x="3880942" y="3409932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657CFA6D-0ECE-424F-9181-E3C1630E247C}"/>
              </a:ext>
            </a:extLst>
          </p:cNvPr>
          <p:cNvSpPr/>
          <p:nvPr/>
        </p:nvSpPr>
        <p:spPr>
          <a:xfrm>
            <a:off x="5124809" y="4489258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3A6F1B39-A288-4A02-A244-8FCC6C10E505}"/>
              </a:ext>
            </a:extLst>
          </p:cNvPr>
          <p:cNvSpPr/>
          <p:nvPr/>
        </p:nvSpPr>
        <p:spPr>
          <a:xfrm>
            <a:off x="7767183" y="3393730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49" name="Rectángulo 148">
            <a:extLst>
              <a:ext uri="{FF2B5EF4-FFF2-40B4-BE49-F238E27FC236}">
                <a16:creationId xmlns:a16="http://schemas.microsoft.com/office/drawing/2014/main" id="{2AA4EDBE-ED22-4F58-87A0-261834C52015}"/>
              </a:ext>
            </a:extLst>
          </p:cNvPr>
          <p:cNvSpPr/>
          <p:nvPr/>
        </p:nvSpPr>
        <p:spPr>
          <a:xfrm>
            <a:off x="7655864" y="4895850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7CB22C1-6114-4647-9CB0-35DEF28E8F1C}"/>
              </a:ext>
            </a:extLst>
          </p:cNvPr>
          <p:cNvSpPr/>
          <p:nvPr/>
        </p:nvSpPr>
        <p:spPr>
          <a:xfrm>
            <a:off x="8516701" y="8062313"/>
            <a:ext cx="9621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>
                <a:solidFill>
                  <a:srgbClr val="00B050"/>
                </a:solidFill>
              </a:rPr>
              <a:t>Vi=</a:t>
            </a:r>
            <a:r>
              <a:rPr lang="es-ES_tradnl" sz="2800" dirty="0" err="1">
                <a:solidFill>
                  <a:srgbClr val="00B050"/>
                </a:solidFill>
              </a:rPr>
              <a:t>Vf</a:t>
            </a:r>
            <a:endParaRPr lang="en-US" dirty="0"/>
          </a:p>
        </p:txBody>
      </p:sp>
      <p:cxnSp>
        <p:nvCxnSpPr>
          <p:cNvPr id="150" name="Conector recto 149">
            <a:extLst>
              <a:ext uri="{FF2B5EF4-FFF2-40B4-BE49-F238E27FC236}">
                <a16:creationId xmlns:a16="http://schemas.microsoft.com/office/drawing/2014/main" id="{64F0A82D-6725-47B0-B7F7-1692DD26322A}"/>
              </a:ext>
            </a:extLst>
          </p:cNvPr>
          <p:cNvCxnSpPr>
            <a:cxnSpLocks/>
          </p:cNvCxnSpPr>
          <p:nvPr/>
        </p:nvCxnSpPr>
        <p:spPr>
          <a:xfrm>
            <a:off x="4787911" y="6876900"/>
            <a:ext cx="877982" cy="4565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150">
            <a:extLst>
              <a:ext uri="{FF2B5EF4-FFF2-40B4-BE49-F238E27FC236}">
                <a16:creationId xmlns:a16="http://schemas.microsoft.com/office/drawing/2014/main" id="{186722D9-33DB-4702-AC44-8B2FAB3413E6}"/>
              </a:ext>
            </a:extLst>
          </p:cNvPr>
          <p:cNvCxnSpPr>
            <a:cxnSpLocks/>
          </p:cNvCxnSpPr>
          <p:nvPr/>
        </p:nvCxnSpPr>
        <p:spPr>
          <a:xfrm>
            <a:off x="3476063" y="7742933"/>
            <a:ext cx="758684" cy="60930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B982B24A-88F3-4E6F-B6F2-097BB9F9B9D2}"/>
              </a:ext>
            </a:extLst>
          </p:cNvPr>
          <p:cNvCxnSpPr>
            <a:cxnSpLocks/>
          </p:cNvCxnSpPr>
          <p:nvPr/>
        </p:nvCxnSpPr>
        <p:spPr>
          <a:xfrm flipV="1">
            <a:off x="3476063" y="6673231"/>
            <a:ext cx="758684" cy="66236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153">
            <a:extLst>
              <a:ext uri="{FF2B5EF4-FFF2-40B4-BE49-F238E27FC236}">
                <a16:creationId xmlns:a16="http://schemas.microsoft.com/office/drawing/2014/main" id="{EFC6F9F9-13B8-47CD-B9DE-FAD5D501B115}"/>
              </a:ext>
            </a:extLst>
          </p:cNvPr>
          <p:cNvCxnSpPr>
            <a:cxnSpLocks/>
          </p:cNvCxnSpPr>
          <p:nvPr/>
        </p:nvCxnSpPr>
        <p:spPr>
          <a:xfrm>
            <a:off x="4882819" y="8352234"/>
            <a:ext cx="2124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ector recto 155">
            <a:extLst>
              <a:ext uri="{FF2B5EF4-FFF2-40B4-BE49-F238E27FC236}">
                <a16:creationId xmlns:a16="http://schemas.microsoft.com/office/drawing/2014/main" id="{24A6E8E2-7512-4ABF-9E3D-C125E956815D}"/>
              </a:ext>
            </a:extLst>
          </p:cNvPr>
          <p:cNvCxnSpPr>
            <a:cxnSpLocks/>
          </p:cNvCxnSpPr>
          <p:nvPr/>
        </p:nvCxnSpPr>
        <p:spPr>
          <a:xfrm flipH="1">
            <a:off x="6124149" y="6872193"/>
            <a:ext cx="974014" cy="46128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recto 159">
            <a:extLst>
              <a:ext uri="{FF2B5EF4-FFF2-40B4-BE49-F238E27FC236}">
                <a16:creationId xmlns:a16="http://schemas.microsoft.com/office/drawing/2014/main" id="{C080A9E8-0F80-4244-BDA2-D234DB1ACCC8}"/>
              </a:ext>
            </a:extLst>
          </p:cNvPr>
          <p:cNvCxnSpPr>
            <a:cxnSpLocks/>
          </p:cNvCxnSpPr>
          <p:nvPr/>
        </p:nvCxnSpPr>
        <p:spPr>
          <a:xfrm>
            <a:off x="7651327" y="6668524"/>
            <a:ext cx="883643" cy="66707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21E3374C-ED34-4366-AE11-A3AE580B9BB8}"/>
              </a:ext>
            </a:extLst>
          </p:cNvPr>
          <p:cNvCxnSpPr>
            <a:cxnSpLocks/>
          </p:cNvCxnSpPr>
          <p:nvPr/>
        </p:nvCxnSpPr>
        <p:spPr>
          <a:xfrm flipV="1">
            <a:off x="7655864" y="7742933"/>
            <a:ext cx="879106" cy="60930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ángulo 161">
            <a:extLst>
              <a:ext uri="{FF2B5EF4-FFF2-40B4-BE49-F238E27FC236}">
                <a16:creationId xmlns:a16="http://schemas.microsoft.com/office/drawing/2014/main" id="{0FD8A51B-F51B-4517-90DE-0F1BB438171B}"/>
              </a:ext>
            </a:extLst>
          </p:cNvPr>
          <p:cNvSpPr/>
          <p:nvPr/>
        </p:nvSpPr>
        <p:spPr>
          <a:xfrm>
            <a:off x="8912445" y="6843882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33CF3F6F-C94C-4D6F-8F83-B84B11F5F09F}"/>
              </a:ext>
            </a:extLst>
          </p:cNvPr>
          <p:cNvSpPr/>
          <p:nvPr/>
        </p:nvSpPr>
        <p:spPr>
          <a:xfrm>
            <a:off x="2571521" y="6923566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64" name="Rectángulo 163">
            <a:extLst>
              <a:ext uri="{FF2B5EF4-FFF2-40B4-BE49-F238E27FC236}">
                <a16:creationId xmlns:a16="http://schemas.microsoft.com/office/drawing/2014/main" id="{1920702C-74D5-45C1-B3F4-27061D2AB473}"/>
              </a:ext>
            </a:extLst>
          </p:cNvPr>
          <p:cNvSpPr/>
          <p:nvPr/>
        </p:nvSpPr>
        <p:spPr>
          <a:xfrm>
            <a:off x="4811117" y="6000860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5" name="Rectángulo 164">
            <a:extLst>
              <a:ext uri="{FF2B5EF4-FFF2-40B4-BE49-F238E27FC236}">
                <a16:creationId xmlns:a16="http://schemas.microsoft.com/office/drawing/2014/main" id="{19A1737B-14B6-413F-B4A9-B076EF2733F5}"/>
              </a:ext>
            </a:extLst>
          </p:cNvPr>
          <p:cNvSpPr/>
          <p:nvPr/>
        </p:nvSpPr>
        <p:spPr>
          <a:xfrm>
            <a:off x="7728851" y="6161227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6" name="Rectángulo 165">
            <a:extLst>
              <a:ext uri="{FF2B5EF4-FFF2-40B4-BE49-F238E27FC236}">
                <a16:creationId xmlns:a16="http://schemas.microsoft.com/office/drawing/2014/main" id="{182BA555-480B-4CED-8B64-4F9BE0061B1C}"/>
              </a:ext>
            </a:extLst>
          </p:cNvPr>
          <p:cNvSpPr/>
          <p:nvPr/>
        </p:nvSpPr>
        <p:spPr>
          <a:xfrm>
            <a:off x="7571002" y="8593015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7" name="Rectángulo 166">
            <a:extLst>
              <a:ext uri="{FF2B5EF4-FFF2-40B4-BE49-F238E27FC236}">
                <a16:creationId xmlns:a16="http://schemas.microsoft.com/office/drawing/2014/main" id="{F0A02545-2D2C-4CFF-B3C3-E49C861A43B4}"/>
              </a:ext>
            </a:extLst>
          </p:cNvPr>
          <p:cNvSpPr/>
          <p:nvPr/>
        </p:nvSpPr>
        <p:spPr>
          <a:xfrm>
            <a:off x="4744065" y="8604948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8" name="Rectángulo 167">
            <a:extLst>
              <a:ext uri="{FF2B5EF4-FFF2-40B4-BE49-F238E27FC236}">
                <a16:creationId xmlns:a16="http://schemas.microsoft.com/office/drawing/2014/main" id="{7347ACD1-47C2-418D-B4B5-973B65FF62BD}"/>
              </a:ext>
            </a:extLst>
          </p:cNvPr>
          <p:cNvSpPr/>
          <p:nvPr/>
        </p:nvSpPr>
        <p:spPr>
          <a:xfrm>
            <a:off x="6276929" y="7315568"/>
            <a:ext cx="351378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ángulo 97">
                <a:extLst>
                  <a:ext uri="{FF2B5EF4-FFF2-40B4-BE49-F238E27FC236}">
                    <a16:creationId xmlns:a16="http://schemas.microsoft.com/office/drawing/2014/main" id="{A92F4166-6019-4631-82A4-1CA013FBCB55}"/>
                  </a:ext>
                </a:extLst>
              </p:cNvPr>
              <p:cNvSpPr/>
              <p:nvPr/>
            </p:nvSpPr>
            <p:spPr>
              <a:xfrm>
                <a:off x="8467452" y="3881556"/>
                <a:ext cx="455551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ú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𝑚𝑒𝑟𝑜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𝑟𝑡𝑖𝑐𝑒𝑠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8" name="Rectángulo 97">
                <a:extLst>
                  <a:ext uri="{FF2B5EF4-FFF2-40B4-BE49-F238E27FC236}">
                    <a16:creationId xmlns:a16="http://schemas.microsoft.com/office/drawing/2014/main" id="{A92F4166-6019-4631-82A4-1CA013FBCB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452" y="3881556"/>
                <a:ext cx="455551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ángulo 120">
                <a:extLst>
                  <a:ext uri="{FF2B5EF4-FFF2-40B4-BE49-F238E27FC236}">
                    <a16:creationId xmlns:a16="http://schemas.microsoft.com/office/drawing/2014/main" id="{06197047-2123-4D86-B233-1290944116F4}"/>
                  </a:ext>
                </a:extLst>
              </p:cNvPr>
              <p:cNvSpPr/>
              <p:nvPr/>
            </p:nvSpPr>
            <p:spPr>
              <a:xfrm>
                <a:off x="8497766" y="4541405"/>
                <a:ext cx="455551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𝐺𝑟𝑎𝑑𝑜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CO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𝐺𝑟𝑎𝑑𝑜</m:t>
                      </m:r>
                      <m:d>
                        <m:dPr>
                          <m:ctrlPr>
                            <a:rPr lang="es-CO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≥6−1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1" name="Rectángulo 120">
                <a:extLst>
                  <a:ext uri="{FF2B5EF4-FFF2-40B4-BE49-F238E27FC236}">
                    <a16:creationId xmlns:a16="http://schemas.microsoft.com/office/drawing/2014/main" id="{06197047-2123-4D86-B233-1290944116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766" y="4541405"/>
                <a:ext cx="4555512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ectángulo 121">
                <a:extLst>
                  <a:ext uri="{FF2B5EF4-FFF2-40B4-BE49-F238E27FC236}">
                    <a16:creationId xmlns:a16="http://schemas.microsoft.com/office/drawing/2014/main" id="{26D725D0-8039-4805-A540-DA88862BEE53}"/>
                  </a:ext>
                </a:extLst>
              </p:cNvPr>
              <p:cNvSpPr/>
              <p:nvPr/>
            </p:nvSpPr>
            <p:spPr>
              <a:xfrm>
                <a:off x="8499721" y="5129144"/>
                <a:ext cx="455551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2+3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≥5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2" name="Rectángulo 121">
                <a:extLst>
                  <a:ext uri="{FF2B5EF4-FFF2-40B4-BE49-F238E27FC236}">
                    <a16:creationId xmlns:a16="http://schemas.microsoft.com/office/drawing/2014/main" id="{26D725D0-8039-4805-A540-DA88862BE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721" y="5129144"/>
                <a:ext cx="455551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ángulo 122">
                <a:extLst>
                  <a:ext uri="{FF2B5EF4-FFF2-40B4-BE49-F238E27FC236}">
                    <a16:creationId xmlns:a16="http://schemas.microsoft.com/office/drawing/2014/main" id="{7AD898F3-5C5F-43C0-834C-3E4AECDCA632}"/>
                  </a:ext>
                </a:extLst>
              </p:cNvPr>
              <p:cNvSpPr/>
              <p:nvPr/>
            </p:nvSpPr>
            <p:spPr>
              <a:xfrm>
                <a:off x="8467452" y="5912753"/>
                <a:ext cx="455551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𝐺𝑟𝑎𝑑𝑜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CO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𝐺𝑟𝑎𝑑𝑜</m:t>
                      </m:r>
                      <m:d>
                        <m:dPr>
                          <m:ctrlPr>
                            <a:rPr lang="es-CO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≥5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3" name="Rectángulo 122">
                <a:extLst>
                  <a:ext uri="{FF2B5EF4-FFF2-40B4-BE49-F238E27FC236}">
                    <a16:creationId xmlns:a16="http://schemas.microsoft.com/office/drawing/2014/main" id="{7AD898F3-5C5F-43C0-834C-3E4AECDCA6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452" y="5912753"/>
                <a:ext cx="4555512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ectángulo 123">
                <a:extLst>
                  <a:ext uri="{FF2B5EF4-FFF2-40B4-BE49-F238E27FC236}">
                    <a16:creationId xmlns:a16="http://schemas.microsoft.com/office/drawing/2014/main" id="{4BA17051-4472-4A82-BCF2-4B043BC4E851}"/>
                  </a:ext>
                </a:extLst>
              </p:cNvPr>
              <p:cNvSpPr/>
              <p:nvPr/>
            </p:nvSpPr>
            <p:spPr>
              <a:xfrm>
                <a:off x="8516701" y="6673231"/>
                <a:ext cx="455551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2+2</m:t>
                      </m:r>
                      <m:r>
                        <a:rPr lang="es-CO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≥5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4" name="Rectángulo 123">
                <a:extLst>
                  <a:ext uri="{FF2B5EF4-FFF2-40B4-BE49-F238E27FC236}">
                    <a16:creationId xmlns:a16="http://schemas.microsoft.com/office/drawing/2014/main" id="{4BA17051-4472-4A82-BCF2-4B043BC4E8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6701" y="6673231"/>
                <a:ext cx="455551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ectángulo 124">
                <a:extLst>
                  <a:ext uri="{FF2B5EF4-FFF2-40B4-BE49-F238E27FC236}">
                    <a16:creationId xmlns:a16="http://schemas.microsoft.com/office/drawing/2014/main" id="{D67BA596-BABD-4166-B0FE-8492202E575E}"/>
                  </a:ext>
                </a:extLst>
              </p:cNvPr>
              <p:cNvSpPr/>
              <p:nvPr/>
            </p:nvSpPr>
            <p:spPr>
              <a:xfrm>
                <a:off x="9533604" y="7603773"/>
                <a:ext cx="389171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𝑁𝑜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𝑢𝑛𝑎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𝑐𝑜𝑛𝑑𝑖𝑐𝑖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sz="24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𝑛𝑒𝑐𝑒𝑠𝑎𝑟𝑖𝑎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𝑠𝑢𝑓𝑖𝑐𝑖𝑒𝑛𝑡𝑒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" name="Rectángulo 124">
                <a:extLst>
                  <a:ext uri="{FF2B5EF4-FFF2-40B4-BE49-F238E27FC236}">
                    <a16:creationId xmlns:a16="http://schemas.microsoft.com/office/drawing/2014/main" id="{D67BA596-BABD-4166-B0FE-8492202E5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3604" y="7603773"/>
                <a:ext cx="3891714" cy="830997"/>
              </a:xfrm>
              <a:prstGeom prst="rect">
                <a:avLst/>
              </a:prstGeom>
              <a:blipFill>
                <a:blip r:embed="rId8"/>
                <a:stretch>
                  <a:fillRect b="-8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979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 animBg="1"/>
      <p:bldP spid="83" grpId="0" animBg="1"/>
      <p:bldP spid="84" grpId="0" animBg="1"/>
      <p:bldP spid="88" grpId="0" animBg="1"/>
      <p:bldP spid="90" grpId="0" animBg="1"/>
      <p:bldP spid="99" grpId="0" animBg="1"/>
      <p:bldP spid="100" grpId="0" animBg="1"/>
      <p:bldP spid="102" grpId="0" animBg="1"/>
      <p:bldP spid="103" grpId="0" animBg="1"/>
      <p:bldP spid="107" grpId="0" animBg="1"/>
      <p:bldP spid="109" grpId="0" animBg="1"/>
      <p:bldP spid="115" grpId="0" animBg="1"/>
      <p:bldP spid="120" grpId="0"/>
      <p:bldP spid="142" grpId="0"/>
      <p:bldP spid="144" grpId="0"/>
      <p:bldP spid="145" grpId="0"/>
      <p:bldP spid="146" grpId="0"/>
      <p:bldP spid="147" grpId="0"/>
      <p:bldP spid="148" grpId="0"/>
      <p:bldP spid="149" grpId="0"/>
      <p:bldP spid="162" grpId="0"/>
      <p:bldP spid="163" grpId="0"/>
      <p:bldP spid="164" grpId="0"/>
      <p:bldP spid="165" grpId="0"/>
      <p:bldP spid="166" grpId="0"/>
      <p:bldP spid="167" grpId="0"/>
      <p:bldP spid="16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Ejemplos de grafos no hamiltonianos</a:t>
            </a:r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9FECA587-A5E3-4E47-9B36-6B168A53AC87}"/>
              </a:ext>
            </a:extLst>
          </p:cNvPr>
          <p:cNvSpPr/>
          <p:nvPr/>
        </p:nvSpPr>
        <p:spPr>
          <a:xfrm>
            <a:off x="2748174" y="2314909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FCCFD193-657E-4B7C-BBD0-5F812F9E9CA0}"/>
              </a:ext>
            </a:extLst>
          </p:cNvPr>
          <p:cNvSpPr/>
          <p:nvPr/>
        </p:nvSpPr>
        <p:spPr>
          <a:xfrm>
            <a:off x="8108261" y="653028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5841BE64-1FC5-466D-B6F0-C41C9F7BAA71}"/>
              </a:ext>
            </a:extLst>
          </p:cNvPr>
          <p:cNvSpPr/>
          <p:nvPr/>
        </p:nvSpPr>
        <p:spPr>
          <a:xfrm>
            <a:off x="2748174" y="562646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D2989304-8077-4243-A727-07377334930E}"/>
              </a:ext>
            </a:extLst>
          </p:cNvPr>
          <p:cNvSpPr/>
          <p:nvPr/>
        </p:nvSpPr>
        <p:spPr>
          <a:xfrm>
            <a:off x="2748174" y="3967592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9F8456E2-3F9B-4540-8BF1-1E5098155BB0}"/>
              </a:ext>
            </a:extLst>
          </p:cNvPr>
          <p:cNvCxnSpPr>
            <a:cxnSpLocks/>
            <a:stCxn id="73" idx="0"/>
            <a:endCxn id="69" idx="4"/>
          </p:cNvCxnSpPr>
          <p:nvPr/>
        </p:nvCxnSpPr>
        <p:spPr>
          <a:xfrm flipV="1">
            <a:off x="3072210" y="2890973"/>
            <a:ext cx="0" cy="1076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C0A7AC8D-A06E-4ABA-A9F3-4E09FADF8CB7}"/>
              </a:ext>
            </a:extLst>
          </p:cNvPr>
          <p:cNvSpPr/>
          <p:nvPr/>
        </p:nvSpPr>
        <p:spPr>
          <a:xfrm>
            <a:off x="9545068" y="734537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850612FE-30CD-4432-816A-FC5DE066F24D}"/>
              </a:ext>
            </a:extLst>
          </p:cNvPr>
          <p:cNvSpPr/>
          <p:nvPr/>
        </p:nvSpPr>
        <p:spPr>
          <a:xfrm>
            <a:off x="9540531" y="566166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C6C0792-8A8B-436A-BC0F-6FD39D87F354}"/>
              </a:ext>
            </a:extLst>
          </p:cNvPr>
          <p:cNvCxnSpPr>
            <a:cxnSpLocks/>
            <a:stCxn id="21" idx="3"/>
            <a:endCxn id="70" idx="7"/>
          </p:cNvCxnSpPr>
          <p:nvPr/>
        </p:nvCxnSpPr>
        <p:spPr>
          <a:xfrm flipH="1">
            <a:off x="8661425" y="6153367"/>
            <a:ext cx="974014" cy="4612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2063CA31-C214-45E2-805E-537F6EADE1C2}"/>
              </a:ext>
            </a:extLst>
          </p:cNvPr>
          <p:cNvCxnSpPr>
            <a:cxnSpLocks/>
            <a:stCxn id="70" idx="5"/>
            <a:endCxn id="17" idx="1"/>
          </p:cNvCxnSpPr>
          <p:nvPr/>
        </p:nvCxnSpPr>
        <p:spPr>
          <a:xfrm>
            <a:off x="8661425" y="7021986"/>
            <a:ext cx="978551" cy="407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C7CD2537-5DF1-497F-B1F8-D51BD77AFBAB}"/>
              </a:ext>
            </a:extLst>
          </p:cNvPr>
          <p:cNvCxnSpPr>
            <a:cxnSpLocks/>
            <a:stCxn id="17" idx="0"/>
            <a:endCxn id="21" idx="4"/>
          </p:cNvCxnSpPr>
          <p:nvPr/>
        </p:nvCxnSpPr>
        <p:spPr>
          <a:xfrm flipH="1" flipV="1">
            <a:off x="9864567" y="6237730"/>
            <a:ext cx="4537" cy="1107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CECF5B17-8713-43FB-81AC-E027F22BB04F}"/>
              </a:ext>
            </a:extLst>
          </p:cNvPr>
          <p:cNvCxnSpPr>
            <a:cxnSpLocks/>
            <a:stCxn id="72" idx="0"/>
            <a:endCxn id="73" idx="4"/>
          </p:cNvCxnSpPr>
          <p:nvPr/>
        </p:nvCxnSpPr>
        <p:spPr>
          <a:xfrm flipV="1">
            <a:off x="3072210" y="4543656"/>
            <a:ext cx="0" cy="1082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Elipse 126">
            <a:extLst>
              <a:ext uri="{FF2B5EF4-FFF2-40B4-BE49-F238E27FC236}">
                <a16:creationId xmlns:a16="http://schemas.microsoft.com/office/drawing/2014/main" id="{C571C393-E166-471E-9BB5-6DCA2CA87822}"/>
              </a:ext>
            </a:extLst>
          </p:cNvPr>
          <p:cNvSpPr/>
          <p:nvPr/>
        </p:nvSpPr>
        <p:spPr>
          <a:xfrm>
            <a:off x="6084147" y="655068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28" name="Conector recto 127">
            <a:extLst>
              <a:ext uri="{FF2B5EF4-FFF2-40B4-BE49-F238E27FC236}">
                <a16:creationId xmlns:a16="http://schemas.microsoft.com/office/drawing/2014/main" id="{0790785E-71A8-4B9A-AB6A-2776B996ECB8}"/>
              </a:ext>
            </a:extLst>
          </p:cNvPr>
          <p:cNvCxnSpPr>
            <a:cxnSpLocks/>
            <a:stCxn id="70" idx="2"/>
            <a:endCxn id="127" idx="6"/>
          </p:cNvCxnSpPr>
          <p:nvPr/>
        </p:nvCxnSpPr>
        <p:spPr>
          <a:xfrm flipH="1">
            <a:off x="6732219" y="6818317"/>
            <a:ext cx="1376042" cy="203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Elipse 128">
            <a:extLst>
              <a:ext uri="{FF2B5EF4-FFF2-40B4-BE49-F238E27FC236}">
                <a16:creationId xmlns:a16="http://schemas.microsoft.com/office/drawing/2014/main" id="{D3D81429-7453-4DA1-8E3E-4C47BF7F64B2}"/>
              </a:ext>
            </a:extLst>
          </p:cNvPr>
          <p:cNvSpPr/>
          <p:nvPr/>
        </p:nvSpPr>
        <p:spPr>
          <a:xfrm>
            <a:off x="6645537" y="300847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30" name="Elipse 129">
            <a:extLst>
              <a:ext uri="{FF2B5EF4-FFF2-40B4-BE49-F238E27FC236}">
                <a16:creationId xmlns:a16="http://schemas.microsoft.com/office/drawing/2014/main" id="{B40BF1A7-7E02-4BF8-91DC-4A08C9BFB9BF}"/>
              </a:ext>
            </a:extLst>
          </p:cNvPr>
          <p:cNvSpPr/>
          <p:nvPr/>
        </p:nvSpPr>
        <p:spPr>
          <a:xfrm>
            <a:off x="8099093" y="419691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1" name="Elipse 130">
            <a:extLst>
              <a:ext uri="{FF2B5EF4-FFF2-40B4-BE49-F238E27FC236}">
                <a16:creationId xmlns:a16="http://schemas.microsoft.com/office/drawing/2014/main" id="{5950973B-3EB0-4F0D-9389-9B70B8997264}"/>
              </a:ext>
            </a:extLst>
          </p:cNvPr>
          <p:cNvSpPr/>
          <p:nvPr/>
        </p:nvSpPr>
        <p:spPr>
          <a:xfrm>
            <a:off x="8061367" y="187026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35" name="Conector recto 134">
            <a:extLst>
              <a:ext uri="{FF2B5EF4-FFF2-40B4-BE49-F238E27FC236}">
                <a16:creationId xmlns:a16="http://schemas.microsoft.com/office/drawing/2014/main" id="{142BC227-479A-44B1-9BB8-169E9FD1662E}"/>
              </a:ext>
            </a:extLst>
          </p:cNvPr>
          <p:cNvCxnSpPr>
            <a:cxnSpLocks/>
            <a:stCxn id="131" idx="3"/>
            <a:endCxn id="129" idx="7"/>
          </p:cNvCxnSpPr>
          <p:nvPr/>
        </p:nvCxnSpPr>
        <p:spPr>
          <a:xfrm flipH="1">
            <a:off x="7198701" y="2361961"/>
            <a:ext cx="957574" cy="7308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747F0C46-35C4-4BBB-B7C9-95B79302434B}"/>
              </a:ext>
            </a:extLst>
          </p:cNvPr>
          <p:cNvCxnSpPr>
            <a:cxnSpLocks/>
            <a:stCxn id="129" idx="5"/>
            <a:endCxn id="130" idx="1"/>
          </p:cNvCxnSpPr>
          <p:nvPr/>
        </p:nvCxnSpPr>
        <p:spPr>
          <a:xfrm>
            <a:off x="7198701" y="3500178"/>
            <a:ext cx="995300" cy="781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Elipse 139">
            <a:extLst>
              <a:ext uri="{FF2B5EF4-FFF2-40B4-BE49-F238E27FC236}">
                <a16:creationId xmlns:a16="http://schemas.microsoft.com/office/drawing/2014/main" id="{D1DA4439-DACE-4731-9FBD-5D6E991C0B91}"/>
              </a:ext>
            </a:extLst>
          </p:cNvPr>
          <p:cNvSpPr/>
          <p:nvPr/>
        </p:nvSpPr>
        <p:spPr>
          <a:xfrm>
            <a:off x="8099093" y="301075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41" name="Elipse 140">
            <a:extLst>
              <a:ext uri="{FF2B5EF4-FFF2-40B4-BE49-F238E27FC236}">
                <a16:creationId xmlns:a16="http://schemas.microsoft.com/office/drawing/2014/main" id="{D91E5C47-9C69-40DB-BD9B-8C55C61D30AE}"/>
              </a:ext>
            </a:extLst>
          </p:cNvPr>
          <p:cNvSpPr/>
          <p:nvPr/>
        </p:nvSpPr>
        <p:spPr>
          <a:xfrm>
            <a:off x="9552649" y="300847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53" name="Conector recto 152">
            <a:extLst>
              <a:ext uri="{FF2B5EF4-FFF2-40B4-BE49-F238E27FC236}">
                <a16:creationId xmlns:a16="http://schemas.microsoft.com/office/drawing/2014/main" id="{6183F827-0637-48FF-A503-75B207B93F61}"/>
              </a:ext>
            </a:extLst>
          </p:cNvPr>
          <p:cNvCxnSpPr>
            <a:cxnSpLocks/>
            <a:stCxn id="141" idx="3"/>
          </p:cNvCxnSpPr>
          <p:nvPr/>
        </p:nvCxnSpPr>
        <p:spPr>
          <a:xfrm flipH="1">
            <a:off x="8730417" y="3500178"/>
            <a:ext cx="917140" cy="903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AAF795F4-42E5-4858-BF76-C3CBB684D864}"/>
              </a:ext>
            </a:extLst>
          </p:cNvPr>
          <p:cNvCxnSpPr>
            <a:cxnSpLocks/>
          </p:cNvCxnSpPr>
          <p:nvPr/>
        </p:nvCxnSpPr>
        <p:spPr>
          <a:xfrm>
            <a:off x="8652257" y="2283414"/>
            <a:ext cx="995300" cy="781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F35147A7-784C-41EA-A8D8-9B01CE8B6B2D}"/>
              </a:ext>
            </a:extLst>
          </p:cNvPr>
          <p:cNvCxnSpPr>
            <a:cxnSpLocks/>
            <a:stCxn id="140" idx="4"/>
            <a:endCxn id="130" idx="0"/>
          </p:cNvCxnSpPr>
          <p:nvPr/>
        </p:nvCxnSpPr>
        <p:spPr>
          <a:xfrm>
            <a:off x="8423129" y="3586821"/>
            <a:ext cx="0" cy="610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A64E3DFD-4922-44ED-B4C9-2841213C9C04}"/>
              </a:ext>
            </a:extLst>
          </p:cNvPr>
          <p:cNvCxnSpPr>
            <a:cxnSpLocks/>
          </p:cNvCxnSpPr>
          <p:nvPr/>
        </p:nvCxnSpPr>
        <p:spPr>
          <a:xfrm>
            <a:off x="8423129" y="2422352"/>
            <a:ext cx="0" cy="610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962878D-41BE-45C4-8D3C-79436B13027E}"/>
              </a:ext>
            </a:extLst>
          </p:cNvPr>
          <p:cNvSpPr/>
          <p:nvPr/>
        </p:nvSpPr>
        <p:spPr>
          <a:xfrm>
            <a:off x="4224338" y="8300131"/>
            <a:ext cx="4314258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Camino Hamiltoniano</a:t>
            </a:r>
          </a:p>
          <a:p>
            <a:r>
              <a:rPr lang="es-ES_tradnl" sz="2800" dirty="0"/>
              <a:t>No hay ciclo hamiltoniano</a:t>
            </a:r>
          </a:p>
          <a:p>
            <a:r>
              <a:rPr lang="es-ES_tradnl" sz="2800" dirty="0"/>
              <a:t>No es un grafo hamiltoniano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3922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9" y="1522852"/>
            <a:ext cx="6992268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Matriz de Adyacencia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B40AA57-40E9-4A3E-97C6-8D8B37F276CD}"/>
              </a:ext>
            </a:extLst>
          </p:cNvPr>
          <p:cNvSpPr/>
          <p:nvPr/>
        </p:nvSpPr>
        <p:spPr>
          <a:xfrm>
            <a:off x="3016167" y="288139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CE38D6D-BBCF-463D-8C8E-D50BADF201F8}"/>
              </a:ext>
            </a:extLst>
          </p:cNvPr>
          <p:cNvSpPr/>
          <p:nvPr/>
        </p:nvSpPr>
        <p:spPr>
          <a:xfrm>
            <a:off x="1526638" y="456040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4E961A5-685A-4145-B41E-1D50FB357E38}"/>
              </a:ext>
            </a:extLst>
          </p:cNvPr>
          <p:cNvSpPr/>
          <p:nvPr/>
        </p:nvSpPr>
        <p:spPr>
          <a:xfrm>
            <a:off x="1526638" y="288139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AC3207E-03E3-423D-9D58-3E0E7184624A}"/>
              </a:ext>
            </a:extLst>
          </p:cNvPr>
          <p:cNvSpPr/>
          <p:nvPr/>
        </p:nvSpPr>
        <p:spPr>
          <a:xfrm>
            <a:off x="3010579" y="4558229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E140A71-D36D-4114-ADC9-1A3A5B8AB7A8}"/>
              </a:ext>
            </a:extLst>
          </p:cNvPr>
          <p:cNvCxnSpPr>
            <a:cxnSpLocks/>
            <a:stCxn id="8" idx="6"/>
            <a:endCxn id="19" idx="2"/>
          </p:cNvCxnSpPr>
          <p:nvPr/>
        </p:nvCxnSpPr>
        <p:spPr>
          <a:xfrm flipV="1">
            <a:off x="2174710" y="4846261"/>
            <a:ext cx="835869" cy="2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C7858680-5F13-4705-99B7-63003944B356}"/>
              </a:ext>
            </a:extLst>
          </p:cNvPr>
          <p:cNvCxnSpPr>
            <a:cxnSpLocks/>
            <a:stCxn id="6" idx="4"/>
            <a:endCxn id="19" idx="0"/>
          </p:cNvCxnSpPr>
          <p:nvPr/>
        </p:nvCxnSpPr>
        <p:spPr>
          <a:xfrm flipH="1">
            <a:off x="3334615" y="3457461"/>
            <a:ext cx="5588" cy="1100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9BFB5DE4-1C83-4F27-896C-E0816CC138BE}"/>
              </a:ext>
            </a:extLst>
          </p:cNvPr>
          <p:cNvCxnSpPr>
            <a:cxnSpLocks/>
            <a:stCxn id="9" idx="4"/>
            <a:endCxn id="8" idx="0"/>
          </p:cNvCxnSpPr>
          <p:nvPr/>
        </p:nvCxnSpPr>
        <p:spPr>
          <a:xfrm>
            <a:off x="1850674" y="3457461"/>
            <a:ext cx="0" cy="1102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7675701-4273-4785-86A3-F54CD2A20F55}"/>
              </a:ext>
            </a:extLst>
          </p:cNvPr>
          <p:cNvCxnSpPr>
            <a:cxnSpLocks/>
            <a:stCxn id="6" idx="2"/>
            <a:endCxn id="9" idx="6"/>
          </p:cNvCxnSpPr>
          <p:nvPr/>
        </p:nvCxnSpPr>
        <p:spPr>
          <a:xfrm flipH="1">
            <a:off x="2174710" y="3169429"/>
            <a:ext cx="841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co 40">
            <a:extLst>
              <a:ext uri="{FF2B5EF4-FFF2-40B4-BE49-F238E27FC236}">
                <a16:creationId xmlns:a16="http://schemas.microsoft.com/office/drawing/2014/main" id="{2A25CE9C-08EE-4F4E-9E8F-B7451BB7DC69}"/>
              </a:ext>
            </a:extLst>
          </p:cNvPr>
          <p:cNvSpPr/>
          <p:nvPr/>
        </p:nvSpPr>
        <p:spPr>
          <a:xfrm rot="923852">
            <a:off x="2483418" y="3046130"/>
            <a:ext cx="1548360" cy="2077222"/>
          </a:xfrm>
          <a:prstGeom prst="arc">
            <a:avLst>
              <a:gd name="adj1" fmla="val 16804697"/>
              <a:gd name="adj2" fmla="val 26167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0DD7FFDF-C239-4E0F-B39C-5AE95286288E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2079802" y="3373098"/>
            <a:ext cx="1031273" cy="1271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a 45">
            <a:extLst>
              <a:ext uri="{FF2B5EF4-FFF2-40B4-BE49-F238E27FC236}">
                <a16:creationId xmlns:a16="http://schemas.microsoft.com/office/drawing/2014/main" id="{1F99F623-1DAA-4856-B3FE-BF54E96DA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683565"/>
              </p:ext>
            </p:extLst>
          </p:nvPr>
        </p:nvGraphicFramePr>
        <p:xfrm>
          <a:off x="5539605" y="2720924"/>
          <a:ext cx="6475656" cy="2415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276">
                  <a:extLst>
                    <a:ext uri="{9D8B030D-6E8A-4147-A177-3AD203B41FA5}">
                      <a16:colId xmlns:a16="http://schemas.microsoft.com/office/drawing/2014/main" val="2922290006"/>
                    </a:ext>
                  </a:extLst>
                </a:gridCol>
                <a:gridCol w="1079276">
                  <a:extLst>
                    <a:ext uri="{9D8B030D-6E8A-4147-A177-3AD203B41FA5}">
                      <a16:colId xmlns:a16="http://schemas.microsoft.com/office/drawing/2014/main" val="2710348077"/>
                    </a:ext>
                  </a:extLst>
                </a:gridCol>
                <a:gridCol w="1079276">
                  <a:extLst>
                    <a:ext uri="{9D8B030D-6E8A-4147-A177-3AD203B41FA5}">
                      <a16:colId xmlns:a16="http://schemas.microsoft.com/office/drawing/2014/main" val="437912255"/>
                    </a:ext>
                  </a:extLst>
                </a:gridCol>
                <a:gridCol w="1079276">
                  <a:extLst>
                    <a:ext uri="{9D8B030D-6E8A-4147-A177-3AD203B41FA5}">
                      <a16:colId xmlns:a16="http://schemas.microsoft.com/office/drawing/2014/main" val="1025469075"/>
                    </a:ext>
                  </a:extLst>
                </a:gridCol>
                <a:gridCol w="1079276">
                  <a:extLst>
                    <a:ext uri="{9D8B030D-6E8A-4147-A177-3AD203B41FA5}">
                      <a16:colId xmlns:a16="http://schemas.microsoft.com/office/drawing/2014/main" val="3618980"/>
                    </a:ext>
                  </a:extLst>
                </a:gridCol>
                <a:gridCol w="1079276">
                  <a:extLst>
                    <a:ext uri="{9D8B030D-6E8A-4147-A177-3AD203B41FA5}">
                      <a16:colId xmlns:a16="http://schemas.microsoft.com/office/drawing/2014/main" val="14289465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Grado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49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286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193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982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35060"/>
                  </a:ext>
                </a:extLst>
              </a:tr>
            </a:tbl>
          </a:graphicData>
        </a:graphic>
      </p:graphicFrame>
      <p:sp>
        <p:nvSpPr>
          <p:cNvPr id="47" name="Arco 46">
            <a:extLst>
              <a:ext uri="{FF2B5EF4-FFF2-40B4-BE49-F238E27FC236}">
                <a16:creationId xmlns:a16="http://schemas.microsoft.com/office/drawing/2014/main" id="{51D08213-B27D-4D2F-AF81-18966DF397D5}"/>
              </a:ext>
            </a:extLst>
          </p:cNvPr>
          <p:cNvSpPr/>
          <p:nvPr/>
        </p:nvSpPr>
        <p:spPr>
          <a:xfrm rot="20741856">
            <a:off x="896142" y="2753969"/>
            <a:ext cx="720069" cy="656655"/>
          </a:xfrm>
          <a:prstGeom prst="arc">
            <a:avLst>
              <a:gd name="adj1" fmla="val 3136466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5845D172-763B-4662-AE11-A0CF5EB47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009278"/>
              </p:ext>
            </p:extLst>
          </p:nvPr>
        </p:nvGraphicFramePr>
        <p:xfrm>
          <a:off x="2174710" y="5424496"/>
          <a:ext cx="6475656" cy="2415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276">
                  <a:extLst>
                    <a:ext uri="{9D8B030D-6E8A-4147-A177-3AD203B41FA5}">
                      <a16:colId xmlns:a16="http://schemas.microsoft.com/office/drawing/2014/main" val="2922290006"/>
                    </a:ext>
                  </a:extLst>
                </a:gridCol>
                <a:gridCol w="1079276">
                  <a:extLst>
                    <a:ext uri="{9D8B030D-6E8A-4147-A177-3AD203B41FA5}">
                      <a16:colId xmlns:a16="http://schemas.microsoft.com/office/drawing/2014/main" val="2710348077"/>
                    </a:ext>
                  </a:extLst>
                </a:gridCol>
                <a:gridCol w="1079276">
                  <a:extLst>
                    <a:ext uri="{9D8B030D-6E8A-4147-A177-3AD203B41FA5}">
                      <a16:colId xmlns:a16="http://schemas.microsoft.com/office/drawing/2014/main" val="437912255"/>
                    </a:ext>
                  </a:extLst>
                </a:gridCol>
                <a:gridCol w="1079276">
                  <a:extLst>
                    <a:ext uri="{9D8B030D-6E8A-4147-A177-3AD203B41FA5}">
                      <a16:colId xmlns:a16="http://schemas.microsoft.com/office/drawing/2014/main" val="1025469075"/>
                    </a:ext>
                  </a:extLst>
                </a:gridCol>
                <a:gridCol w="1079276">
                  <a:extLst>
                    <a:ext uri="{9D8B030D-6E8A-4147-A177-3AD203B41FA5}">
                      <a16:colId xmlns:a16="http://schemas.microsoft.com/office/drawing/2014/main" val="3618980"/>
                    </a:ext>
                  </a:extLst>
                </a:gridCol>
                <a:gridCol w="1079276">
                  <a:extLst>
                    <a:ext uri="{9D8B030D-6E8A-4147-A177-3AD203B41FA5}">
                      <a16:colId xmlns:a16="http://schemas.microsoft.com/office/drawing/2014/main" val="14289465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Grado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49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286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193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982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35060"/>
                  </a:ext>
                </a:extLst>
              </a:tr>
            </a:tbl>
          </a:graphicData>
        </a:graphic>
      </p:graphicFrame>
      <p:sp>
        <p:nvSpPr>
          <p:cNvPr id="49" name="Elipse 48">
            <a:extLst>
              <a:ext uri="{FF2B5EF4-FFF2-40B4-BE49-F238E27FC236}">
                <a16:creationId xmlns:a16="http://schemas.microsoft.com/office/drawing/2014/main" id="{1587498B-A535-415E-AF6A-D1E851C923EB}"/>
              </a:ext>
            </a:extLst>
          </p:cNvPr>
          <p:cNvSpPr/>
          <p:nvPr/>
        </p:nvSpPr>
        <p:spPr>
          <a:xfrm>
            <a:off x="11430454" y="682036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665CCF19-B46B-4DC0-8799-8BE97DD036EA}"/>
              </a:ext>
            </a:extLst>
          </p:cNvPr>
          <p:cNvSpPr/>
          <p:nvPr/>
        </p:nvSpPr>
        <p:spPr>
          <a:xfrm>
            <a:off x="9940925" y="8499364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00966DBA-DC6E-4DBD-B246-4008052D4DF0}"/>
              </a:ext>
            </a:extLst>
          </p:cNvPr>
          <p:cNvSpPr/>
          <p:nvPr/>
        </p:nvSpPr>
        <p:spPr>
          <a:xfrm>
            <a:off x="9940925" y="682036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8E583793-D2A4-4A73-9B55-09A21F666678}"/>
              </a:ext>
            </a:extLst>
          </p:cNvPr>
          <p:cNvSpPr/>
          <p:nvPr/>
        </p:nvSpPr>
        <p:spPr>
          <a:xfrm>
            <a:off x="11424866" y="8497193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91938712-D8A1-40AC-8F41-3DFD681FD9CB}"/>
              </a:ext>
            </a:extLst>
          </p:cNvPr>
          <p:cNvCxnSpPr>
            <a:cxnSpLocks/>
            <a:stCxn id="50" idx="6"/>
            <a:endCxn id="52" idx="2"/>
          </p:cNvCxnSpPr>
          <p:nvPr/>
        </p:nvCxnSpPr>
        <p:spPr>
          <a:xfrm flipV="1">
            <a:off x="10588997" y="8785225"/>
            <a:ext cx="835869" cy="2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DC7EFF4D-B192-45B8-828D-4210116804C8}"/>
              </a:ext>
            </a:extLst>
          </p:cNvPr>
          <p:cNvCxnSpPr>
            <a:cxnSpLocks/>
            <a:stCxn id="49" idx="4"/>
            <a:endCxn id="52" idx="0"/>
          </p:cNvCxnSpPr>
          <p:nvPr/>
        </p:nvCxnSpPr>
        <p:spPr>
          <a:xfrm flipH="1">
            <a:off x="11748902" y="7396425"/>
            <a:ext cx="5588" cy="1100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2A2B2B3-C39E-4A8A-A774-191487C69AFA}"/>
              </a:ext>
            </a:extLst>
          </p:cNvPr>
          <p:cNvCxnSpPr>
            <a:cxnSpLocks/>
            <a:stCxn id="51" idx="4"/>
            <a:endCxn id="50" idx="0"/>
          </p:cNvCxnSpPr>
          <p:nvPr/>
        </p:nvCxnSpPr>
        <p:spPr>
          <a:xfrm>
            <a:off x="10264961" y="7396425"/>
            <a:ext cx="0" cy="1102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A55D584D-45B4-4989-8D5D-06883E9A7CEB}"/>
              </a:ext>
            </a:extLst>
          </p:cNvPr>
          <p:cNvCxnSpPr>
            <a:cxnSpLocks/>
            <a:stCxn id="51" idx="5"/>
            <a:endCxn id="52" idx="1"/>
          </p:cNvCxnSpPr>
          <p:nvPr/>
        </p:nvCxnSpPr>
        <p:spPr>
          <a:xfrm>
            <a:off x="10494089" y="7312062"/>
            <a:ext cx="1025685" cy="1269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Arco 57">
            <a:extLst>
              <a:ext uri="{FF2B5EF4-FFF2-40B4-BE49-F238E27FC236}">
                <a16:creationId xmlns:a16="http://schemas.microsoft.com/office/drawing/2014/main" id="{4E6161A2-94D3-405F-BF80-D539E42254DD}"/>
              </a:ext>
            </a:extLst>
          </p:cNvPr>
          <p:cNvSpPr/>
          <p:nvPr/>
        </p:nvSpPr>
        <p:spPr>
          <a:xfrm rot="20741856">
            <a:off x="9310429" y="6692933"/>
            <a:ext cx="720069" cy="656655"/>
          </a:xfrm>
          <a:prstGeom prst="arc">
            <a:avLst>
              <a:gd name="adj1" fmla="val 3136466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49508A33-CB82-46E2-B5A5-2A62CE34D72A}"/>
                  </a:ext>
                </a:extLst>
              </p:cNvPr>
              <p:cNvSpPr txBox="1"/>
              <p:nvPr/>
            </p:nvSpPr>
            <p:spPr>
              <a:xfrm>
                <a:off x="7060082" y="3259714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49508A33-CB82-46E2-B5A5-2A62CE34D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082" y="3259714"/>
                <a:ext cx="256480" cy="395493"/>
              </a:xfrm>
              <a:prstGeom prst="rect">
                <a:avLst/>
              </a:prstGeom>
              <a:blipFill>
                <a:blip r:embed="rId3"/>
                <a:stretch>
                  <a:fillRect l="-28571" r="-30952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7FAF6234-1544-42EF-815C-2442867EB357}"/>
                  </a:ext>
                </a:extLst>
              </p:cNvPr>
              <p:cNvSpPr txBox="1"/>
              <p:nvPr/>
            </p:nvSpPr>
            <p:spPr>
              <a:xfrm>
                <a:off x="8119572" y="3208762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7FAF6234-1544-42EF-815C-2442867EB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572" y="3208762"/>
                <a:ext cx="256480" cy="395493"/>
              </a:xfrm>
              <a:prstGeom prst="rect">
                <a:avLst/>
              </a:prstGeom>
              <a:blipFill>
                <a:blip r:embed="rId4"/>
                <a:stretch>
                  <a:fillRect l="-30952" r="-28571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90A5F956-4276-465A-A57F-4DAE292ED851}"/>
                  </a:ext>
                </a:extLst>
              </p:cNvPr>
              <p:cNvSpPr txBox="1"/>
              <p:nvPr/>
            </p:nvSpPr>
            <p:spPr>
              <a:xfrm>
                <a:off x="9191928" y="3259713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90A5F956-4276-465A-A57F-4DAE292ED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928" y="3259713"/>
                <a:ext cx="256480" cy="395493"/>
              </a:xfrm>
              <a:prstGeom prst="rect">
                <a:avLst/>
              </a:prstGeom>
              <a:blipFill>
                <a:blip r:embed="rId5"/>
                <a:stretch>
                  <a:fillRect l="-30952" r="-28571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A5D27532-C032-4CE7-AEA5-A9B6B1BBAC68}"/>
                  </a:ext>
                </a:extLst>
              </p:cNvPr>
              <p:cNvSpPr txBox="1"/>
              <p:nvPr/>
            </p:nvSpPr>
            <p:spPr>
              <a:xfrm>
                <a:off x="7060082" y="3745492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A5D27532-C032-4CE7-AEA5-A9B6B1BBA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082" y="3745492"/>
                <a:ext cx="256480" cy="395493"/>
              </a:xfrm>
              <a:prstGeom prst="rect">
                <a:avLst/>
              </a:prstGeom>
              <a:blipFill>
                <a:blip r:embed="rId6"/>
                <a:stretch>
                  <a:fillRect l="-28571" r="-30952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BFC828C6-85C4-4FA4-A889-4BC55F26C41E}"/>
                  </a:ext>
                </a:extLst>
              </p:cNvPr>
              <p:cNvSpPr txBox="1"/>
              <p:nvPr/>
            </p:nvSpPr>
            <p:spPr>
              <a:xfrm>
                <a:off x="9196475" y="3745492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BFC828C6-85C4-4FA4-A889-4BC55F26C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6475" y="3745492"/>
                <a:ext cx="256480" cy="395493"/>
              </a:xfrm>
              <a:prstGeom prst="rect">
                <a:avLst/>
              </a:prstGeom>
              <a:blipFill>
                <a:blip r:embed="rId7"/>
                <a:stretch>
                  <a:fillRect l="-30952" r="-28571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5C8005F6-B2A6-4E33-8A23-0578DF285CA3}"/>
                  </a:ext>
                </a:extLst>
              </p:cNvPr>
              <p:cNvSpPr txBox="1"/>
              <p:nvPr/>
            </p:nvSpPr>
            <p:spPr>
              <a:xfrm>
                <a:off x="10264961" y="3745492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5C8005F6-B2A6-4E33-8A23-0578DF285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4961" y="3745492"/>
                <a:ext cx="256480" cy="395493"/>
              </a:xfrm>
              <a:prstGeom prst="rect">
                <a:avLst/>
              </a:prstGeom>
              <a:blipFill>
                <a:blip r:embed="rId8"/>
                <a:stretch>
                  <a:fillRect l="-30952" r="-28571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6FFF2A3A-4F12-41C7-BA48-C460493D22C9}"/>
                  </a:ext>
                </a:extLst>
              </p:cNvPr>
              <p:cNvSpPr txBox="1"/>
              <p:nvPr/>
            </p:nvSpPr>
            <p:spPr>
              <a:xfrm>
                <a:off x="7060082" y="4227952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6FFF2A3A-4F12-41C7-BA48-C460493D2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082" y="4227952"/>
                <a:ext cx="256480" cy="395493"/>
              </a:xfrm>
              <a:prstGeom prst="rect">
                <a:avLst/>
              </a:prstGeom>
              <a:blipFill>
                <a:blip r:embed="rId9"/>
                <a:stretch>
                  <a:fillRect l="-28571" r="-30952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E834B69E-261A-4A7E-A366-954D2FDBD7F0}"/>
                  </a:ext>
                </a:extLst>
              </p:cNvPr>
              <p:cNvSpPr txBox="1"/>
              <p:nvPr/>
            </p:nvSpPr>
            <p:spPr>
              <a:xfrm>
                <a:off x="8133200" y="4227951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E834B69E-261A-4A7E-A366-954D2FDBD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200" y="4227951"/>
                <a:ext cx="256480" cy="395493"/>
              </a:xfrm>
              <a:prstGeom prst="rect">
                <a:avLst/>
              </a:prstGeom>
              <a:blipFill>
                <a:blip r:embed="rId10"/>
                <a:stretch>
                  <a:fillRect l="-28571" r="-30952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3EE127B2-E94F-469D-ACF1-B449837AD383}"/>
                  </a:ext>
                </a:extLst>
              </p:cNvPr>
              <p:cNvSpPr txBox="1"/>
              <p:nvPr/>
            </p:nvSpPr>
            <p:spPr>
              <a:xfrm>
                <a:off x="10264961" y="4222788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3EE127B2-E94F-469D-ACF1-B449837AD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4961" y="4222788"/>
                <a:ext cx="256480" cy="395493"/>
              </a:xfrm>
              <a:prstGeom prst="rect">
                <a:avLst/>
              </a:prstGeom>
              <a:blipFill>
                <a:blip r:embed="rId11"/>
                <a:stretch>
                  <a:fillRect l="-30952" r="-28571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09643329-BB1F-4737-93EF-E1F806697FEB}"/>
                  </a:ext>
                </a:extLst>
              </p:cNvPr>
              <p:cNvSpPr txBox="1"/>
              <p:nvPr/>
            </p:nvSpPr>
            <p:spPr>
              <a:xfrm>
                <a:off x="8133200" y="4674170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09643329-BB1F-4737-93EF-E1F80669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200" y="4674170"/>
                <a:ext cx="256480" cy="395493"/>
              </a:xfrm>
              <a:prstGeom prst="rect">
                <a:avLst/>
              </a:prstGeom>
              <a:blipFill>
                <a:blip r:embed="rId12"/>
                <a:stretch>
                  <a:fillRect l="-28571" r="-30952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1AA7775A-6754-454A-B3C1-506302D79897}"/>
                  </a:ext>
                </a:extLst>
              </p:cNvPr>
              <p:cNvSpPr txBox="1"/>
              <p:nvPr/>
            </p:nvSpPr>
            <p:spPr>
              <a:xfrm>
                <a:off x="9207886" y="4698103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1AA7775A-6754-454A-B3C1-506302D79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7886" y="4698103"/>
                <a:ext cx="256480" cy="395493"/>
              </a:xfrm>
              <a:prstGeom prst="rect">
                <a:avLst/>
              </a:prstGeom>
              <a:blipFill>
                <a:blip r:embed="rId13"/>
                <a:stretch>
                  <a:fillRect l="-27907" r="-27907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CuadroTexto 72">
            <a:extLst>
              <a:ext uri="{FF2B5EF4-FFF2-40B4-BE49-F238E27FC236}">
                <a16:creationId xmlns:a16="http://schemas.microsoft.com/office/drawing/2014/main" id="{E5447306-6AF7-4A0C-9EF6-376BD971A7B1}"/>
              </a:ext>
            </a:extLst>
          </p:cNvPr>
          <p:cNvSpPr txBox="1"/>
          <p:nvPr/>
        </p:nvSpPr>
        <p:spPr>
          <a:xfrm>
            <a:off x="7060082" y="4707793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10FD1B93-2088-4ECC-B447-D52A04AE9AC7}"/>
                  </a:ext>
                </a:extLst>
              </p:cNvPr>
              <p:cNvSpPr txBox="1"/>
              <p:nvPr/>
            </p:nvSpPr>
            <p:spPr>
              <a:xfrm>
                <a:off x="8127989" y="3760252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10FD1B93-2088-4ECC-B447-D52A04AE9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989" y="3760252"/>
                <a:ext cx="256480" cy="395493"/>
              </a:xfrm>
              <a:prstGeom prst="rect">
                <a:avLst/>
              </a:prstGeom>
              <a:blipFill>
                <a:blip r:embed="rId14"/>
                <a:stretch>
                  <a:fillRect l="-28571" r="-30952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CuadroTexto 74">
            <a:extLst>
              <a:ext uri="{FF2B5EF4-FFF2-40B4-BE49-F238E27FC236}">
                <a16:creationId xmlns:a16="http://schemas.microsoft.com/office/drawing/2014/main" id="{878EF7AB-6351-46C7-8A0C-DF523E1226C5}"/>
              </a:ext>
            </a:extLst>
          </p:cNvPr>
          <p:cNvSpPr txBox="1"/>
          <p:nvPr/>
        </p:nvSpPr>
        <p:spPr>
          <a:xfrm>
            <a:off x="9209248" y="4227951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DF95FBD-2B8E-4868-A5B0-A2DC423B01F7}"/>
              </a:ext>
            </a:extLst>
          </p:cNvPr>
          <p:cNvSpPr txBox="1"/>
          <p:nvPr/>
        </p:nvSpPr>
        <p:spPr>
          <a:xfrm>
            <a:off x="10282572" y="4692318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E018BD39-E118-495E-BB85-6F8324DD9791}"/>
              </a:ext>
            </a:extLst>
          </p:cNvPr>
          <p:cNvSpPr txBox="1"/>
          <p:nvPr/>
        </p:nvSpPr>
        <p:spPr>
          <a:xfrm>
            <a:off x="10258534" y="3208478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19579897-2B17-4CCF-BCAC-73A6DB8D2648}"/>
              </a:ext>
            </a:extLst>
          </p:cNvPr>
          <p:cNvSpPr txBox="1"/>
          <p:nvPr/>
        </p:nvSpPr>
        <p:spPr>
          <a:xfrm>
            <a:off x="11365732" y="3208762"/>
            <a:ext cx="101743" cy="395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DA75B4F4-A0AB-4085-A9C4-7B86624E4697}"/>
              </a:ext>
            </a:extLst>
          </p:cNvPr>
          <p:cNvCxnSpPr>
            <a:cxnSpLocks/>
          </p:cNvCxnSpPr>
          <p:nvPr/>
        </p:nvCxnSpPr>
        <p:spPr>
          <a:xfrm flipV="1">
            <a:off x="2188481" y="4849807"/>
            <a:ext cx="835869" cy="217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75866356-C12C-4AF2-8BE5-6EF122568908}"/>
              </a:ext>
            </a:extLst>
          </p:cNvPr>
          <p:cNvCxnSpPr>
            <a:cxnSpLocks/>
          </p:cNvCxnSpPr>
          <p:nvPr/>
        </p:nvCxnSpPr>
        <p:spPr>
          <a:xfrm flipH="1">
            <a:off x="3348386" y="3461007"/>
            <a:ext cx="5588" cy="110076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1854D054-A570-4955-B162-2F76B83A78FA}"/>
              </a:ext>
            </a:extLst>
          </p:cNvPr>
          <p:cNvCxnSpPr>
            <a:cxnSpLocks/>
          </p:cNvCxnSpPr>
          <p:nvPr/>
        </p:nvCxnSpPr>
        <p:spPr>
          <a:xfrm>
            <a:off x="1864445" y="3461007"/>
            <a:ext cx="0" cy="11029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850E0C0E-F782-46C8-A125-87D2B88BD242}"/>
              </a:ext>
            </a:extLst>
          </p:cNvPr>
          <p:cNvCxnSpPr>
            <a:cxnSpLocks/>
          </p:cNvCxnSpPr>
          <p:nvPr/>
        </p:nvCxnSpPr>
        <p:spPr>
          <a:xfrm flipH="1">
            <a:off x="2188481" y="3172975"/>
            <a:ext cx="84145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Arco 80">
            <a:extLst>
              <a:ext uri="{FF2B5EF4-FFF2-40B4-BE49-F238E27FC236}">
                <a16:creationId xmlns:a16="http://schemas.microsoft.com/office/drawing/2014/main" id="{F6AC5D53-E538-4CB9-8628-555BFDA927BD}"/>
              </a:ext>
            </a:extLst>
          </p:cNvPr>
          <p:cNvSpPr/>
          <p:nvPr/>
        </p:nvSpPr>
        <p:spPr>
          <a:xfrm rot="923852">
            <a:off x="2497189" y="3049676"/>
            <a:ext cx="1548360" cy="2077222"/>
          </a:xfrm>
          <a:prstGeom prst="arc">
            <a:avLst>
              <a:gd name="adj1" fmla="val 16804697"/>
              <a:gd name="adj2" fmla="val 2616762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AD42A123-C9B5-4267-90F6-E8EEF05BE7B0}"/>
              </a:ext>
            </a:extLst>
          </p:cNvPr>
          <p:cNvCxnSpPr>
            <a:cxnSpLocks/>
          </p:cNvCxnSpPr>
          <p:nvPr/>
        </p:nvCxnSpPr>
        <p:spPr>
          <a:xfrm flipH="1">
            <a:off x="2093573" y="3376644"/>
            <a:ext cx="1031273" cy="12716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Arco 82">
            <a:extLst>
              <a:ext uri="{FF2B5EF4-FFF2-40B4-BE49-F238E27FC236}">
                <a16:creationId xmlns:a16="http://schemas.microsoft.com/office/drawing/2014/main" id="{5AFDC01F-7E05-4975-910F-3B34037D5B2C}"/>
              </a:ext>
            </a:extLst>
          </p:cNvPr>
          <p:cNvSpPr/>
          <p:nvPr/>
        </p:nvSpPr>
        <p:spPr>
          <a:xfrm rot="20741856">
            <a:off x="909913" y="2757515"/>
            <a:ext cx="720069" cy="656655"/>
          </a:xfrm>
          <a:prstGeom prst="arc">
            <a:avLst>
              <a:gd name="adj1" fmla="val 3136466"/>
              <a:gd name="adj2" fmla="val 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CB87F46A-28B1-48C7-BF7E-FB3A13ABE0D1}"/>
              </a:ext>
            </a:extLst>
          </p:cNvPr>
          <p:cNvSpPr txBox="1"/>
          <p:nvPr/>
        </p:nvSpPr>
        <p:spPr>
          <a:xfrm>
            <a:off x="11379582" y="3745492"/>
            <a:ext cx="101743" cy="395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D44B00CA-8797-470D-976A-2FFAE63C0915}"/>
              </a:ext>
            </a:extLst>
          </p:cNvPr>
          <p:cNvSpPr txBox="1"/>
          <p:nvPr/>
        </p:nvSpPr>
        <p:spPr>
          <a:xfrm>
            <a:off x="11379582" y="4222788"/>
            <a:ext cx="101743" cy="395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551C29FD-76B5-4EA8-9B2C-0F4868383EBF}"/>
              </a:ext>
            </a:extLst>
          </p:cNvPr>
          <p:cNvSpPr txBox="1"/>
          <p:nvPr/>
        </p:nvSpPr>
        <p:spPr>
          <a:xfrm>
            <a:off x="11365731" y="4686257"/>
            <a:ext cx="101743" cy="395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98E5F7BE-B2DC-4E22-9682-F2C8D8516D5D}"/>
              </a:ext>
            </a:extLst>
          </p:cNvPr>
          <p:cNvSpPr txBox="1"/>
          <p:nvPr/>
        </p:nvSpPr>
        <p:spPr>
          <a:xfrm>
            <a:off x="3584415" y="4312300"/>
            <a:ext cx="101743" cy="395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7962A225-0949-477E-843A-383B54140B0B}"/>
              </a:ext>
            </a:extLst>
          </p:cNvPr>
          <p:cNvSpPr txBox="1"/>
          <p:nvPr/>
        </p:nvSpPr>
        <p:spPr>
          <a:xfrm>
            <a:off x="3769004" y="2744986"/>
            <a:ext cx="101743" cy="395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E4DFC376-C75A-4E25-9AC3-9DD43BC4E248}"/>
              </a:ext>
            </a:extLst>
          </p:cNvPr>
          <p:cNvSpPr txBox="1"/>
          <p:nvPr/>
        </p:nvSpPr>
        <p:spPr>
          <a:xfrm>
            <a:off x="1409439" y="3332513"/>
            <a:ext cx="101743" cy="395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8A3004DF-FC1F-434B-AA7E-C503713D3059}"/>
              </a:ext>
            </a:extLst>
          </p:cNvPr>
          <p:cNvSpPr txBox="1"/>
          <p:nvPr/>
        </p:nvSpPr>
        <p:spPr>
          <a:xfrm>
            <a:off x="1261857" y="4659855"/>
            <a:ext cx="101743" cy="395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EFC9D24-682E-412D-9F5F-FC1DE644D716}"/>
              </a:ext>
            </a:extLst>
          </p:cNvPr>
          <p:cNvSpPr/>
          <p:nvPr/>
        </p:nvSpPr>
        <p:spPr>
          <a:xfrm>
            <a:off x="3216226" y="5903962"/>
            <a:ext cx="5426227" cy="488436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6D549A49-9376-48AA-B537-BEEEBA06D87B}"/>
              </a:ext>
            </a:extLst>
          </p:cNvPr>
          <p:cNvSpPr/>
          <p:nvPr/>
        </p:nvSpPr>
        <p:spPr>
          <a:xfrm>
            <a:off x="3216225" y="6383428"/>
            <a:ext cx="5426227" cy="488436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Arco 91">
            <a:extLst>
              <a:ext uri="{FF2B5EF4-FFF2-40B4-BE49-F238E27FC236}">
                <a16:creationId xmlns:a16="http://schemas.microsoft.com/office/drawing/2014/main" id="{D4936281-469E-45B6-A8A2-3B1F5B6C60ED}"/>
              </a:ext>
            </a:extLst>
          </p:cNvPr>
          <p:cNvSpPr/>
          <p:nvPr/>
        </p:nvSpPr>
        <p:spPr>
          <a:xfrm rot="6138394">
            <a:off x="11791977" y="6358322"/>
            <a:ext cx="720069" cy="656655"/>
          </a:xfrm>
          <a:prstGeom prst="arc">
            <a:avLst>
              <a:gd name="adj1" fmla="val 3136466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Arco 92">
            <a:extLst>
              <a:ext uri="{FF2B5EF4-FFF2-40B4-BE49-F238E27FC236}">
                <a16:creationId xmlns:a16="http://schemas.microsoft.com/office/drawing/2014/main" id="{B993DB0C-4504-4651-906C-827341D8C1E8}"/>
              </a:ext>
            </a:extLst>
          </p:cNvPr>
          <p:cNvSpPr/>
          <p:nvPr/>
        </p:nvSpPr>
        <p:spPr>
          <a:xfrm rot="6138394">
            <a:off x="11665482" y="6001505"/>
            <a:ext cx="1113151" cy="1143603"/>
          </a:xfrm>
          <a:prstGeom prst="arc">
            <a:avLst>
              <a:gd name="adj1" fmla="val 3136466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1CA1675A-CB11-46A8-A144-6CE77CF52241}"/>
              </a:ext>
            </a:extLst>
          </p:cNvPr>
          <p:cNvSpPr/>
          <p:nvPr/>
        </p:nvSpPr>
        <p:spPr>
          <a:xfrm>
            <a:off x="3218589" y="6848208"/>
            <a:ext cx="5426227" cy="488436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Arco 94">
            <a:extLst>
              <a:ext uri="{FF2B5EF4-FFF2-40B4-BE49-F238E27FC236}">
                <a16:creationId xmlns:a16="http://schemas.microsoft.com/office/drawing/2014/main" id="{D0DEB6F3-CCE2-42D5-BA4A-19F4FFF4C64B}"/>
              </a:ext>
            </a:extLst>
          </p:cNvPr>
          <p:cNvSpPr/>
          <p:nvPr/>
        </p:nvSpPr>
        <p:spPr>
          <a:xfrm rot="18808506">
            <a:off x="9347919" y="8687516"/>
            <a:ext cx="720069" cy="656655"/>
          </a:xfrm>
          <a:prstGeom prst="arc">
            <a:avLst>
              <a:gd name="adj1" fmla="val 3136466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Arco 95">
            <a:extLst>
              <a:ext uri="{FF2B5EF4-FFF2-40B4-BE49-F238E27FC236}">
                <a16:creationId xmlns:a16="http://schemas.microsoft.com/office/drawing/2014/main" id="{7100A61A-008B-4DA6-8762-4C9D32092820}"/>
              </a:ext>
            </a:extLst>
          </p:cNvPr>
          <p:cNvSpPr/>
          <p:nvPr/>
        </p:nvSpPr>
        <p:spPr>
          <a:xfrm rot="6276202">
            <a:off x="10190650" y="7606969"/>
            <a:ext cx="1548360" cy="2077222"/>
          </a:xfrm>
          <a:prstGeom prst="arc">
            <a:avLst>
              <a:gd name="adj1" fmla="val 16804697"/>
              <a:gd name="adj2" fmla="val 2616762"/>
            </a:avLst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CD38A1E2-4A05-41F1-9A12-FC4416C2B2B2}"/>
              </a:ext>
            </a:extLst>
          </p:cNvPr>
          <p:cNvSpPr/>
          <p:nvPr/>
        </p:nvSpPr>
        <p:spPr>
          <a:xfrm>
            <a:off x="3216136" y="7344122"/>
            <a:ext cx="5426227" cy="488436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9" grpId="0" animBg="1"/>
      <p:bldP spid="41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8" grpId="0" animBg="1"/>
      <p:bldP spid="62" grpId="0"/>
      <p:bldP spid="63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3" grpId="0"/>
      <p:bldP spid="74" grpId="0"/>
      <p:bldP spid="75" grpId="0"/>
      <p:bldP spid="76" grpId="0"/>
      <p:bldP spid="77" grpId="0"/>
      <p:bldP spid="78" grpId="0"/>
      <p:bldP spid="81" grpId="0" animBg="1"/>
      <p:bldP spid="83" grpId="0" animBg="1"/>
      <p:bldP spid="84" grpId="0"/>
      <p:bldP spid="85" grpId="0"/>
      <p:bldP spid="86" grpId="0"/>
      <p:bldP spid="87" grpId="0"/>
      <p:bldP spid="88" grpId="0"/>
      <p:bldP spid="89" grpId="0"/>
      <p:bldP spid="90" grpId="0"/>
      <p:bldP spid="11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882553" y="232364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Matriz de Incidencia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B40AA57-40E9-4A3E-97C6-8D8B37F276CD}"/>
              </a:ext>
            </a:extLst>
          </p:cNvPr>
          <p:cNvSpPr/>
          <p:nvPr/>
        </p:nvSpPr>
        <p:spPr>
          <a:xfrm>
            <a:off x="4569121" y="2176702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CE38D6D-BBCF-463D-8C8E-D50BADF201F8}"/>
              </a:ext>
            </a:extLst>
          </p:cNvPr>
          <p:cNvSpPr/>
          <p:nvPr/>
        </p:nvSpPr>
        <p:spPr>
          <a:xfrm>
            <a:off x="2333099" y="3850518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4E961A5-685A-4145-B41E-1D50FB357E38}"/>
              </a:ext>
            </a:extLst>
          </p:cNvPr>
          <p:cNvSpPr/>
          <p:nvPr/>
        </p:nvSpPr>
        <p:spPr>
          <a:xfrm>
            <a:off x="2333099" y="217151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AC3207E-03E3-423D-9D58-3E0E7184624A}"/>
              </a:ext>
            </a:extLst>
          </p:cNvPr>
          <p:cNvSpPr/>
          <p:nvPr/>
        </p:nvSpPr>
        <p:spPr>
          <a:xfrm>
            <a:off x="4567436" y="3848347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E140A71-D36D-4114-ADC9-1A3A5B8AB7A8}"/>
              </a:ext>
            </a:extLst>
          </p:cNvPr>
          <p:cNvCxnSpPr>
            <a:cxnSpLocks/>
            <a:stCxn id="8" idx="6"/>
            <a:endCxn id="19" idx="2"/>
          </p:cNvCxnSpPr>
          <p:nvPr/>
        </p:nvCxnSpPr>
        <p:spPr>
          <a:xfrm flipV="1">
            <a:off x="2981171" y="4136379"/>
            <a:ext cx="1586265" cy="2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C7858680-5F13-4705-99B7-63003944B356}"/>
              </a:ext>
            </a:extLst>
          </p:cNvPr>
          <p:cNvCxnSpPr>
            <a:cxnSpLocks/>
            <a:stCxn id="6" idx="4"/>
            <a:endCxn id="19" idx="0"/>
          </p:cNvCxnSpPr>
          <p:nvPr/>
        </p:nvCxnSpPr>
        <p:spPr>
          <a:xfrm flipH="1">
            <a:off x="4891472" y="2752766"/>
            <a:ext cx="1685" cy="1095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9BFB5DE4-1C83-4F27-896C-E0816CC138BE}"/>
              </a:ext>
            </a:extLst>
          </p:cNvPr>
          <p:cNvCxnSpPr>
            <a:cxnSpLocks/>
            <a:stCxn id="9" idx="4"/>
            <a:endCxn id="8" idx="0"/>
          </p:cNvCxnSpPr>
          <p:nvPr/>
        </p:nvCxnSpPr>
        <p:spPr>
          <a:xfrm>
            <a:off x="2657135" y="2747579"/>
            <a:ext cx="0" cy="1102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7675701-4273-4785-86A3-F54CD2A20F55}"/>
              </a:ext>
            </a:extLst>
          </p:cNvPr>
          <p:cNvCxnSpPr>
            <a:cxnSpLocks/>
            <a:stCxn id="6" idx="2"/>
            <a:endCxn id="9" idx="6"/>
          </p:cNvCxnSpPr>
          <p:nvPr/>
        </p:nvCxnSpPr>
        <p:spPr>
          <a:xfrm flipH="1" flipV="1">
            <a:off x="2981171" y="2459547"/>
            <a:ext cx="1587950" cy="5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a 45">
            <a:extLst>
              <a:ext uri="{FF2B5EF4-FFF2-40B4-BE49-F238E27FC236}">
                <a16:creationId xmlns:a16="http://schemas.microsoft.com/office/drawing/2014/main" id="{1F99F623-1DAA-4856-B3FE-BF54E96DA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296378"/>
              </p:ext>
            </p:extLst>
          </p:nvPr>
        </p:nvGraphicFramePr>
        <p:xfrm>
          <a:off x="4453747" y="5687938"/>
          <a:ext cx="7736211" cy="2898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173">
                  <a:extLst>
                    <a:ext uri="{9D8B030D-6E8A-4147-A177-3AD203B41FA5}">
                      <a16:colId xmlns:a16="http://schemas.microsoft.com/office/drawing/2014/main" val="2922290006"/>
                    </a:ext>
                  </a:extLst>
                </a:gridCol>
                <a:gridCol w="1105173">
                  <a:extLst>
                    <a:ext uri="{9D8B030D-6E8A-4147-A177-3AD203B41FA5}">
                      <a16:colId xmlns:a16="http://schemas.microsoft.com/office/drawing/2014/main" val="2710348077"/>
                    </a:ext>
                  </a:extLst>
                </a:gridCol>
                <a:gridCol w="1105173">
                  <a:extLst>
                    <a:ext uri="{9D8B030D-6E8A-4147-A177-3AD203B41FA5}">
                      <a16:colId xmlns:a16="http://schemas.microsoft.com/office/drawing/2014/main" val="437912255"/>
                    </a:ext>
                  </a:extLst>
                </a:gridCol>
                <a:gridCol w="1105173">
                  <a:extLst>
                    <a:ext uri="{9D8B030D-6E8A-4147-A177-3AD203B41FA5}">
                      <a16:colId xmlns:a16="http://schemas.microsoft.com/office/drawing/2014/main" val="1025469075"/>
                    </a:ext>
                  </a:extLst>
                </a:gridCol>
                <a:gridCol w="1105173">
                  <a:extLst>
                    <a:ext uri="{9D8B030D-6E8A-4147-A177-3AD203B41FA5}">
                      <a16:colId xmlns:a16="http://schemas.microsoft.com/office/drawing/2014/main" val="3618980"/>
                    </a:ext>
                  </a:extLst>
                </a:gridCol>
                <a:gridCol w="1105173">
                  <a:extLst>
                    <a:ext uri="{9D8B030D-6E8A-4147-A177-3AD203B41FA5}">
                      <a16:colId xmlns:a16="http://schemas.microsoft.com/office/drawing/2014/main" val="1428946552"/>
                    </a:ext>
                  </a:extLst>
                </a:gridCol>
                <a:gridCol w="1105173">
                  <a:extLst>
                    <a:ext uri="{9D8B030D-6E8A-4147-A177-3AD203B41FA5}">
                      <a16:colId xmlns:a16="http://schemas.microsoft.com/office/drawing/2014/main" val="1138597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49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286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400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193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982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35060"/>
                  </a:ext>
                </a:extLst>
              </a:tr>
            </a:tbl>
          </a:graphicData>
        </a:graphic>
      </p:graphicFrame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A55D584D-45B4-4989-8D5D-06883E9A7CEB}"/>
              </a:ext>
            </a:extLst>
          </p:cNvPr>
          <p:cNvCxnSpPr>
            <a:cxnSpLocks/>
            <a:stCxn id="60" idx="3"/>
          </p:cNvCxnSpPr>
          <p:nvPr/>
        </p:nvCxnSpPr>
        <p:spPr>
          <a:xfrm flipH="1">
            <a:off x="2882036" y="3481139"/>
            <a:ext cx="599282" cy="472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AA5D27A5-F248-4B79-8210-CCC5D2803442}"/>
                  </a:ext>
                </a:extLst>
              </p:cNvPr>
              <p:cNvSpPr txBox="1"/>
              <p:nvPr/>
            </p:nvSpPr>
            <p:spPr>
              <a:xfrm>
                <a:off x="7104658" y="195017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AA5D27A5-F248-4B79-8210-CCC5D2803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658" y="195017"/>
                <a:ext cx="256480" cy="395493"/>
              </a:xfrm>
              <a:prstGeom prst="rect">
                <a:avLst/>
              </a:prstGeom>
              <a:blipFill>
                <a:blip r:embed="rId2"/>
                <a:stretch>
                  <a:fillRect l="-27907" r="-27907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49508A33-CB82-46E2-B5A5-2A62CE34D72A}"/>
                  </a:ext>
                </a:extLst>
              </p:cNvPr>
              <p:cNvSpPr txBox="1"/>
              <p:nvPr/>
            </p:nvSpPr>
            <p:spPr>
              <a:xfrm>
                <a:off x="6053441" y="6212184"/>
                <a:ext cx="256480" cy="3954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49508A33-CB82-46E2-B5A5-2A62CE34D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441" y="6212184"/>
                <a:ext cx="256480" cy="395493"/>
              </a:xfrm>
              <a:prstGeom prst="rect">
                <a:avLst/>
              </a:prstGeom>
              <a:blipFill>
                <a:blip r:embed="rId3"/>
                <a:stretch>
                  <a:fillRect l="-28571" r="-30952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7FAF6234-1544-42EF-815C-2442867EB357}"/>
                  </a:ext>
                </a:extLst>
              </p:cNvPr>
              <p:cNvSpPr txBox="1"/>
              <p:nvPr/>
            </p:nvSpPr>
            <p:spPr>
              <a:xfrm>
                <a:off x="7112931" y="6161232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7FAF6234-1544-42EF-815C-2442867EB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931" y="6161232"/>
                <a:ext cx="256480" cy="395493"/>
              </a:xfrm>
              <a:prstGeom prst="rect">
                <a:avLst/>
              </a:prstGeom>
              <a:blipFill>
                <a:blip r:embed="rId4"/>
                <a:stretch>
                  <a:fillRect l="-30952" r="-28571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90A5F956-4276-465A-A57F-4DAE292ED851}"/>
                  </a:ext>
                </a:extLst>
              </p:cNvPr>
              <p:cNvSpPr txBox="1"/>
              <p:nvPr/>
            </p:nvSpPr>
            <p:spPr>
              <a:xfrm>
                <a:off x="8185287" y="8160678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90A5F956-4276-465A-A57F-4DAE292ED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287" y="8160678"/>
                <a:ext cx="256480" cy="395493"/>
              </a:xfrm>
              <a:prstGeom prst="rect">
                <a:avLst/>
              </a:prstGeom>
              <a:blipFill>
                <a:blip r:embed="rId5"/>
                <a:stretch>
                  <a:fillRect l="-30952" r="-28571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CuadroTexto 64">
            <a:extLst>
              <a:ext uri="{FF2B5EF4-FFF2-40B4-BE49-F238E27FC236}">
                <a16:creationId xmlns:a16="http://schemas.microsoft.com/office/drawing/2014/main" id="{A5D27532-C032-4CE7-AEA5-A9B6B1BBAC68}"/>
              </a:ext>
            </a:extLst>
          </p:cNvPr>
          <p:cNvSpPr txBox="1"/>
          <p:nvPr/>
        </p:nvSpPr>
        <p:spPr>
          <a:xfrm>
            <a:off x="6053441" y="6697962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BFC828C6-85C4-4FA4-A889-4BC55F26C41E}"/>
                  </a:ext>
                </a:extLst>
              </p:cNvPr>
              <p:cNvSpPr txBox="1"/>
              <p:nvPr/>
            </p:nvSpPr>
            <p:spPr>
              <a:xfrm>
                <a:off x="8189834" y="6697962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BFC828C6-85C4-4FA4-A889-4BC55F26C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834" y="6697962"/>
                <a:ext cx="256480" cy="395493"/>
              </a:xfrm>
              <a:prstGeom prst="rect">
                <a:avLst/>
              </a:prstGeom>
              <a:blipFill>
                <a:blip r:embed="rId6"/>
                <a:stretch>
                  <a:fillRect l="-27907" r="-27907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5C8005F6-B2A6-4E33-8A23-0578DF285CA3}"/>
                  </a:ext>
                </a:extLst>
              </p:cNvPr>
              <p:cNvSpPr txBox="1"/>
              <p:nvPr/>
            </p:nvSpPr>
            <p:spPr>
              <a:xfrm>
                <a:off x="9258320" y="6697962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5C8005F6-B2A6-4E33-8A23-0578DF285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320" y="6697962"/>
                <a:ext cx="256480" cy="395493"/>
              </a:xfrm>
              <a:prstGeom prst="rect">
                <a:avLst/>
              </a:prstGeom>
              <a:blipFill>
                <a:blip r:embed="rId7"/>
                <a:stretch>
                  <a:fillRect l="-30952" r="-28571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6FFF2A3A-4F12-41C7-BA48-C460493D22C9}"/>
                  </a:ext>
                </a:extLst>
              </p:cNvPr>
              <p:cNvSpPr txBox="1"/>
              <p:nvPr/>
            </p:nvSpPr>
            <p:spPr>
              <a:xfrm>
                <a:off x="6053441" y="7180422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6FFF2A3A-4F12-41C7-BA48-C460493D2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441" y="7180422"/>
                <a:ext cx="256480" cy="395493"/>
              </a:xfrm>
              <a:prstGeom prst="rect">
                <a:avLst/>
              </a:prstGeom>
              <a:blipFill>
                <a:blip r:embed="rId8"/>
                <a:stretch>
                  <a:fillRect l="-28571" r="-30952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E834B69E-261A-4A7E-A366-954D2FDBD7F0}"/>
                  </a:ext>
                </a:extLst>
              </p:cNvPr>
              <p:cNvSpPr txBox="1"/>
              <p:nvPr/>
            </p:nvSpPr>
            <p:spPr>
              <a:xfrm>
                <a:off x="7126559" y="7180421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E834B69E-261A-4A7E-A366-954D2FDBD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559" y="7180421"/>
                <a:ext cx="256480" cy="395493"/>
              </a:xfrm>
              <a:prstGeom prst="rect">
                <a:avLst/>
              </a:prstGeom>
              <a:blipFill>
                <a:blip r:embed="rId9"/>
                <a:stretch>
                  <a:fillRect l="-28571" r="-30952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3EE127B2-E94F-469D-ACF1-B449837AD383}"/>
                  </a:ext>
                </a:extLst>
              </p:cNvPr>
              <p:cNvSpPr txBox="1"/>
              <p:nvPr/>
            </p:nvSpPr>
            <p:spPr>
              <a:xfrm>
                <a:off x="9258320" y="7175258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3EE127B2-E94F-469D-ACF1-B449837AD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320" y="7175258"/>
                <a:ext cx="256480" cy="395493"/>
              </a:xfrm>
              <a:prstGeom prst="rect">
                <a:avLst/>
              </a:prstGeom>
              <a:blipFill>
                <a:blip r:embed="rId10"/>
                <a:stretch>
                  <a:fillRect l="-30952" r="-28571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09643329-BB1F-4737-93EF-E1F806697FEB}"/>
                  </a:ext>
                </a:extLst>
              </p:cNvPr>
              <p:cNvSpPr txBox="1"/>
              <p:nvPr/>
            </p:nvSpPr>
            <p:spPr>
              <a:xfrm>
                <a:off x="7126559" y="7626640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09643329-BB1F-4737-93EF-E1F80669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559" y="7626640"/>
                <a:ext cx="256480" cy="395493"/>
              </a:xfrm>
              <a:prstGeom prst="rect">
                <a:avLst/>
              </a:prstGeom>
              <a:blipFill>
                <a:blip r:embed="rId11"/>
                <a:stretch>
                  <a:fillRect l="-28571" r="-30952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CuadroTexto 71">
            <a:extLst>
              <a:ext uri="{FF2B5EF4-FFF2-40B4-BE49-F238E27FC236}">
                <a16:creationId xmlns:a16="http://schemas.microsoft.com/office/drawing/2014/main" id="{1AA7775A-6754-454A-B3C1-506302D79897}"/>
              </a:ext>
            </a:extLst>
          </p:cNvPr>
          <p:cNvSpPr txBox="1"/>
          <p:nvPr/>
        </p:nvSpPr>
        <p:spPr>
          <a:xfrm>
            <a:off x="8201245" y="7650573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E5447306-6AF7-4A0C-9EF6-376BD971A7B1}"/>
              </a:ext>
            </a:extLst>
          </p:cNvPr>
          <p:cNvSpPr txBox="1"/>
          <p:nvPr/>
        </p:nvSpPr>
        <p:spPr>
          <a:xfrm>
            <a:off x="6096757" y="7690789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10FD1B93-2088-4ECC-B447-D52A04AE9AC7}"/>
                  </a:ext>
                </a:extLst>
              </p:cNvPr>
              <p:cNvSpPr txBox="1"/>
              <p:nvPr/>
            </p:nvSpPr>
            <p:spPr>
              <a:xfrm>
                <a:off x="7121348" y="6712722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10FD1B93-2088-4ECC-B447-D52A04AE9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348" y="6712722"/>
                <a:ext cx="256480" cy="395493"/>
              </a:xfrm>
              <a:prstGeom prst="rect">
                <a:avLst/>
              </a:prstGeom>
              <a:blipFill>
                <a:blip r:embed="rId12"/>
                <a:stretch>
                  <a:fillRect l="-28571" r="-30952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CuadroTexto 74">
            <a:extLst>
              <a:ext uri="{FF2B5EF4-FFF2-40B4-BE49-F238E27FC236}">
                <a16:creationId xmlns:a16="http://schemas.microsoft.com/office/drawing/2014/main" id="{878EF7AB-6351-46C7-8A0C-DF523E1226C5}"/>
              </a:ext>
            </a:extLst>
          </p:cNvPr>
          <p:cNvSpPr txBox="1"/>
          <p:nvPr/>
        </p:nvSpPr>
        <p:spPr>
          <a:xfrm>
            <a:off x="8202607" y="7180421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DF95FBD-2B8E-4868-A5B0-A2DC423B01F7}"/>
              </a:ext>
            </a:extLst>
          </p:cNvPr>
          <p:cNvSpPr txBox="1"/>
          <p:nvPr/>
        </p:nvSpPr>
        <p:spPr>
          <a:xfrm>
            <a:off x="9275931" y="7644788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E018BD39-E118-495E-BB85-6F8324DD9791}"/>
              </a:ext>
            </a:extLst>
          </p:cNvPr>
          <p:cNvSpPr txBox="1"/>
          <p:nvPr/>
        </p:nvSpPr>
        <p:spPr>
          <a:xfrm>
            <a:off x="9251893" y="6160948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818E330F-FB09-454B-A4D0-F5E98DBB6A36}"/>
              </a:ext>
            </a:extLst>
          </p:cNvPr>
          <p:cNvSpPr/>
          <p:nvPr/>
        </p:nvSpPr>
        <p:spPr>
          <a:xfrm>
            <a:off x="3386410" y="2989438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4BF42713-5084-4751-96D4-AC4A2D965940}"/>
              </a:ext>
            </a:extLst>
          </p:cNvPr>
          <p:cNvCxnSpPr>
            <a:cxnSpLocks/>
            <a:stCxn id="60" idx="5"/>
            <a:endCxn id="19" idx="1"/>
          </p:cNvCxnSpPr>
          <p:nvPr/>
        </p:nvCxnSpPr>
        <p:spPr>
          <a:xfrm>
            <a:off x="3939574" y="3481139"/>
            <a:ext cx="722770" cy="451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79FD0BBF-00FF-49E0-A77D-802ECE8EF7A2}"/>
              </a:ext>
            </a:extLst>
          </p:cNvPr>
          <p:cNvSpPr/>
          <p:nvPr/>
        </p:nvSpPr>
        <p:spPr>
          <a:xfrm>
            <a:off x="2059518" y="2983049"/>
            <a:ext cx="51488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e1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1BE983A8-1721-4584-A818-046E8DEEC8FA}"/>
              </a:ext>
            </a:extLst>
          </p:cNvPr>
          <p:cNvSpPr/>
          <p:nvPr/>
        </p:nvSpPr>
        <p:spPr>
          <a:xfrm>
            <a:off x="3511281" y="4182669"/>
            <a:ext cx="51488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e6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0F73E56-4EAA-467C-B4A4-2A24E04A2A66}"/>
              </a:ext>
            </a:extLst>
          </p:cNvPr>
          <p:cNvSpPr/>
          <p:nvPr/>
        </p:nvSpPr>
        <p:spPr>
          <a:xfrm>
            <a:off x="3499933" y="1916599"/>
            <a:ext cx="51488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e2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3F61FF36-8752-403D-A2CF-B4048A1D96B4}"/>
              </a:ext>
            </a:extLst>
          </p:cNvPr>
          <p:cNvSpPr/>
          <p:nvPr/>
        </p:nvSpPr>
        <p:spPr>
          <a:xfrm>
            <a:off x="4984562" y="3036237"/>
            <a:ext cx="51488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e5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0B2D1FCC-86FE-4B84-A2D8-B676508A0721}"/>
              </a:ext>
            </a:extLst>
          </p:cNvPr>
          <p:cNvSpPr/>
          <p:nvPr/>
        </p:nvSpPr>
        <p:spPr>
          <a:xfrm>
            <a:off x="4145126" y="3172646"/>
            <a:ext cx="51488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e4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C1738CEB-EB07-41AC-A66A-955FA80DDA52}"/>
              </a:ext>
            </a:extLst>
          </p:cNvPr>
          <p:cNvSpPr/>
          <p:nvPr/>
        </p:nvSpPr>
        <p:spPr>
          <a:xfrm>
            <a:off x="2798591" y="3260858"/>
            <a:ext cx="51488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e3</a:t>
            </a:r>
          </a:p>
        </p:txBody>
      </p: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6207A650-9D30-4513-B2B3-C8546D621581}"/>
              </a:ext>
            </a:extLst>
          </p:cNvPr>
          <p:cNvCxnSpPr>
            <a:cxnSpLocks/>
          </p:cNvCxnSpPr>
          <p:nvPr/>
        </p:nvCxnSpPr>
        <p:spPr>
          <a:xfrm flipV="1">
            <a:off x="2967130" y="4138550"/>
            <a:ext cx="1586265" cy="217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63A187A1-995A-49EA-A4E0-ADD6F785E778}"/>
              </a:ext>
            </a:extLst>
          </p:cNvPr>
          <p:cNvCxnSpPr>
            <a:cxnSpLocks/>
          </p:cNvCxnSpPr>
          <p:nvPr/>
        </p:nvCxnSpPr>
        <p:spPr>
          <a:xfrm flipH="1">
            <a:off x="4877431" y="2754937"/>
            <a:ext cx="1685" cy="109558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9CF60CA7-D12B-4485-8D3B-F3E43600D33D}"/>
              </a:ext>
            </a:extLst>
          </p:cNvPr>
          <p:cNvCxnSpPr>
            <a:cxnSpLocks/>
          </p:cNvCxnSpPr>
          <p:nvPr/>
        </p:nvCxnSpPr>
        <p:spPr>
          <a:xfrm>
            <a:off x="2643094" y="2749750"/>
            <a:ext cx="0" cy="11029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A63BA0DF-6641-42D7-A6E0-220B56C932E0}"/>
              </a:ext>
            </a:extLst>
          </p:cNvPr>
          <p:cNvCxnSpPr>
            <a:cxnSpLocks/>
          </p:cNvCxnSpPr>
          <p:nvPr/>
        </p:nvCxnSpPr>
        <p:spPr>
          <a:xfrm flipH="1" flipV="1">
            <a:off x="2967130" y="2461718"/>
            <a:ext cx="1587950" cy="518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1E938378-36B6-44C5-A760-0FD2C346AC13}"/>
              </a:ext>
            </a:extLst>
          </p:cNvPr>
          <p:cNvCxnSpPr>
            <a:cxnSpLocks/>
          </p:cNvCxnSpPr>
          <p:nvPr/>
        </p:nvCxnSpPr>
        <p:spPr>
          <a:xfrm flipH="1">
            <a:off x="2867995" y="3483310"/>
            <a:ext cx="599282" cy="47223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47246C34-366A-44D1-BAF7-0EAC27DBE550}"/>
              </a:ext>
            </a:extLst>
          </p:cNvPr>
          <p:cNvCxnSpPr>
            <a:cxnSpLocks/>
          </p:cNvCxnSpPr>
          <p:nvPr/>
        </p:nvCxnSpPr>
        <p:spPr>
          <a:xfrm>
            <a:off x="3925533" y="3483310"/>
            <a:ext cx="722770" cy="45157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uadroTexto 84">
            <a:extLst>
              <a:ext uri="{FF2B5EF4-FFF2-40B4-BE49-F238E27FC236}">
                <a16:creationId xmlns:a16="http://schemas.microsoft.com/office/drawing/2014/main" id="{CC7833DC-EEC9-44C4-BE62-B3F50D33C0F8}"/>
              </a:ext>
            </a:extLst>
          </p:cNvPr>
          <p:cNvSpPr txBox="1"/>
          <p:nvPr/>
        </p:nvSpPr>
        <p:spPr>
          <a:xfrm>
            <a:off x="6096757" y="8141364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BE25E20B-5669-4614-B1C9-6C3C4BFE23D7}"/>
                  </a:ext>
                </a:extLst>
              </p:cNvPr>
              <p:cNvSpPr txBox="1"/>
              <p:nvPr/>
            </p:nvSpPr>
            <p:spPr>
              <a:xfrm>
                <a:off x="7126559" y="8149771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BE25E20B-5669-4614-B1C9-6C3C4BFE2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559" y="8149771"/>
                <a:ext cx="256480" cy="395493"/>
              </a:xfrm>
              <a:prstGeom prst="rect">
                <a:avLst/>
              </a:prstGeom>
              <a:blipFill>
                <a:blip r:embed="rId13"/>
                <a:stretch>
                  <a:fillRect l="-28571" r="-30952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542A42E2-170B-4BE0-B019-286440C76BCC}"/>
                  </a:ext>
                </a:extLst>
              </p:cNvPr>
              <p:cNvSpPr txBox="1"/>
              <p:nvPr/>
            </p:nvSpPr>
            <p:spPr>
              <a:xfrm>
                <a:off x="8189834" y="6232520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542A42E2-170B-4BE0-B019-286440C76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834" y="6232520"/>
                <a:ext cx="256480" cy="395493"/>
              </a:xfrm>
              <a:prstGeom prst="rect">
                <a:avLst/>
              </a:prstGeom>
              <a:blipFill>
                <a:blip r:embed="rId14"/>
                <a:stretch>
                  <a:fillRect l="-27907" r="-27907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CuadroTexto 87">
            <a:extLst>
              <a:ext uri="{FF2B5EF4-FFF2-40B4-BE49-F238E27FC236}">
                <a16:creationId xmlns:a16="http://schemas.microsoft.com/office/drawing/2014/main" id="{B58F7E95-9E31-473B-A7C1-E35C65690DDE}"/>
              </a:ext>
            </a:extLst>
          </p:cNvPr>
          <p:cNvSpPr txBox="1"/>
          <p:nvPr/>
        </p:nvSpPr>
        <p:spPr>
          <a:xfrm>
            <a:off x="9275931" y="8156398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21CFC5ED-75CC-4CC0-AAFB-C1121C2B2171}"/>
              </a:ext>
            </a:extLst>
          </p:cNvPr>
          <p:cNvSpPr txBox="1"/>
          <p:nvPr/>
        </p:nvSpPr>
        <p:spPr>
          <a:xfrm>
            <a:off x="10476486" y="6753473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67253226-7650-4DE7-A7B7-31ADA0C5FB02}"/>
                  </a:ext>
                </a:extLst>
              </p:cNvPr>
              <p:cNvSpPr txBox="1"/>
              <p:nvPr/>
            </p:nvSpPr>
            <p:spPr>
              <a:xfrm>
                <a:off x="10476486" y="7230769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67253226-7650-4DE7-A7B7-31ADA0C5F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6486" y="7230769"/>
                <a:ext cx="256480" cy="395493"/>
              </a:xfrm>
              <a:prstGeom prst="rect">
                <a:avLst/>
              </a:prstGeom>
              <a:blipFill>
                <a:blip r:embed="rId15"/>
                <a:stretch>
                  <a:fillRect l="-30952" r="-28571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CuadroTexto 90">
            <a:extLst>
              <a:ext uri="{FF2B5EF4-FFF2-40B4-BE49-F238E27FC236}">
                <a16:creationId xmlns:a16="http://schemas.microsoft.com/office/drawing/2014/main" id="{0799CC27-0E7F-427B-901E-1634389FB061}"/>
              </a:ext>
            </a:extLst>
          </p:cNvPr>
          <p:cNvSpPr txBox="1"/>
          <p:nvPr/>
        </p:nvSpPr>
        <p:spPr>
          <a:xfrm>
            <a:off x="10494097" y="7700299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9257CF77-43A2-4A00-975C-D610D2D67B21}"/>
              </a:ext>
            </a:extLst>
          </p:cNvPr>
          <p:cNvSpPr txBox="1"/>
          <p:nvPr/>
        </p:nvSpPr>
        <p:spPr>
          <a:xfrm>
            <a:off x="10470059" y="6216459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9DB26B9C-C82B-476B-BCE6-AA05FBD7ADC8}"/>
              </a:ext>
            </a:extLst>
          </p:cNvPr>
          <p:cNvSpPr txBox="1"/>
          <p:nvPr/>
        </p:nvSpPr>
        <p:spPr>
          <a:xfrm>
            <a:off x="10494097" y="8211909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6C3BCD31-3BB0-41FE-8397-87EF66F6A9B6}"/>
                  </a:ext>
                </a:extLst>
              </p:cNvPr>
              <p:cNvSpPr txBox="1"/>
              <p:nvPr/>
            </p:nvSpPr>
            <p:spPr>
              <a:xfrm>
                <a:off x="11563581" y="6753473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6C3BCD31-3BB0-41FE-8397-87EF66F6A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581" y="6753473"/>
                <a:ext cx="256480" cy="395493"/>
              </a:xfrm>
              <a:prstGeom prst="rect">
                <a:avLst/>
              </a:prstGeom>
              <a:blipFill>
                <a:blip r:embed="rId16"/>
                <a:stretch>
                  <a:fillRect l="-30952" r="-28571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2D745C1F-BD61-456C-9FEF-78050CD19CF3}"/>
                  </a:ext>
                </a:extLst>
              </p:cNvPr>
              <p:cNvSpPr txBox="1"/>
              <p:nvPr/>
            </p:nvSpPr>
            <p:spPr>
              <a:xfrm>
                <a:off x="11563581" y="7230769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2D745C1F-BD61-456C-9FEF-78050CD19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581" y="7230769"/>
                <a:ext cx="256480" cy="395493"/>
              </a:xfrm>
              <a:prstGeom prst="rect">
                <a:avLst/>
              </a:prstGeom>
              <a:blipFill>
                <a:blip r:embed="rId17"/>
                <a:stretch>
                  <a:fillRect l="-30952" r="-28571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CuadroTexto 95">
            <a:extLst>
              <a:ext uri="{FF2B5EF4-FFF2-40B4-BE49-F238E27FC236}">
                <a16:creationId xmlns:a16="http://schemas.microsoft.com/office/drawing/2014/main" id="{A568B61B-FECA-4F47-8391-DC235FD364AC}"/>
              </a:ext>
            </a:extLst>
          </p:cNvPr>
          <p:cNvSpPr txBox="1"/>
          <p:nvPr/>
        </p:nvSpPr>
        <p:spPr>
          <a:xfrm>
            <a:off x="11581192" y="7700299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B4B80CB7-6463-45A8-8338-AC4F0F9CE624}"/>
              </a:ext>
            </a:extLst>
          </p:cNvPr>
          <p:cNvSpPr txBox="1"/>
          <p:nvPr/>
        </p:nvSpPr>
        <p:spPr>
          <a:xfrm>
            <a:off x="11557154" y="6216459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0DA8F645-1708-4950-8BD5-51D1F35E0732}"/>
              </a:ext>
            </a:extLst>
          </p:cNvPr>
          <p:cNvSpPr txBox="1"/>
          <p:nvPr/>
        </p:nvSpPr>
        <p:spPr>
          <a:xfrm>
            <a:off x="11581192" y="8211909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7156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882553" y="232364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Matriz de Incidencia</a:t>
            </a:r>
          </a:p>
        </p:txBody>
      </p:sp>
      <p:graphicFrame>
        <p:nvGraphicFramePr>
          <p:cNvPr id="46" name="Tabla 45">
            <a:extLst>
              <a:ext uri="{FF2B5EF4-FFF2-40B4-BE49-F238E27FC236}">
                <a16:creationId xmlns:a16="http://schemas.microsoft.com/office/drawing/2014/main" id="{1F99F623-1DAA-4856-B3FE-BF54E96DA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84839"/>
              </p:ext>
            </p:extLst>
          </p:nvPr>
        </p:nvGraphicFramePr>
        <p:xfrm>
          <a:off x="2397703" y="1684883"/>
          <a:ext cx="7736211" cy="2898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173">
                  <a:extLst>
                    <a:ext uri="{9D8B030D-6E8A-4147-A177-3AD203B41FA5}">
                      <a16:colId xmlns:a16="http://schemas.microsoft.com/office/drawing/2014/main" val="2922290006"/>
                    </a:ext>
                  </a:extLst>
                </a:gridCol>
                <a:gridCol w="1105173">
                  <a:extLst>
                    <a:ext uri="{9D8B030D-6E8A-4147-A177-3AD203B41FA5}">
                      <a16:colId xmlns:a16="http://schemas.microsoft.com/office/drawing/2014/main" val="2710348077"/>
                    </a:ext>
                  </a:extLst>
                </a:gridCol>
                <a:gridCol w="1105173">
                  <a:extLst>
                    <a:ext uri="{9D8B030D-6E8A-4147-A177-3AD203B41FA5}">
                      <a16:colId xmlns:a16="http://schemas.microsoft.com/office/drawing/2014/main" val="437912255"/>
                    </a:ext>
                  </a:extLst>
                </a:gridCol>
                <a:gridCol w="1105173">
                  <a:extLst>
                    <a:ext uri="{9D8B030D-6E8A-4147-A177-3AD203B41FA5}">
                      <a16:colId xmlns:a16="http://schemas.microsoft.com/office/drawing/2014/main" val="1025469075"/>
                    </a:ext>
                  </a:extLst>
                </a:gridCol>
                <a:gridCol w="1105173">
                  <a:extLst>
                    <a:ext uri="{9D8B030D-6E8A-4147-A177-3AD203B41FA5}">
                      <a16:colId xmlns:a16="http://schemas.microsoft.com/office/drawing/2014/main" val="3618980"/>
                    </a:ext>
                  </a:extLst>
                </a:gridCol>
                <a:gridCol w="1105173">
                  <a:extLst>
                    <a:ext uri="{9D8B030D-6E8A-4147-A177-3AD203B41FA5}">
                      <a16:colId xmlns:a16="http://schemas.microsoft.com/office/drawing/2014/main" val="1428946552"/>
                    </a:ext>
                  </a:extLst>
                </a:gridCol>
                <a:gridCol w="1105173">
                  <a:extLst>
                    <a:ext uri="{9D8B030D-6E8A-4147-A177-3AD203B41FA5}">
                      <a16:colId xmlns:a16="http://schemas.microsoft.com/office/drawing/2014/main" val="1138597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49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286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400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193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982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35060"/>
                  </a:ext>
                </a:extLst>
              </a:tr>
            </a:tbl>
          </a:graphicData>
        </a:graphic>
      </p:graphicFrame>
      <p:sp>
        <p:nvSpPr>
          <p:cNvPr id="49" name="Elipse 48">
            <a:extLst>
              <a:ext uri="{FF2B5EF4-FFF2-40B4-BE49-F238E27FC236}">
                <a16:creationId xmlns:a16="http://schemas.microsoft.com/office/drawing/2014/main" id="{1587498B-A535-415E-AF6A-D1E851C923EB}"/>
              </a:ext>
            </a:extLst>
          </p:cNvPr>
          <p:cNvSpPr/>
          <p:nvPr/>
        </p:nvSpPr>
        <p:spPr>
          <a:xfrm>
            <a:off x="7544641" y="5742002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665CCF19-B46B-4DC0-8799-8BE97DD036EA}"/>
              </a:ext>
            </a:extLst>
          </p:cNvPr>
          <p:cNvSpPr/>
          <p:nvPr/>
        </p:nvSpPr>
        <p:spPr>
          <a:xfrm>
            <a:off x="9115363" y="646066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00966DBA-DC6E-4DBD-B246-4008052D4DF0}"/>
              </a:ext>
            </a:extLst>
          </p:cNvPr>
          <p:cNvSpPr/>
          <p:nvPr/>
        </p:nvSpPr>
        <p:spPr>
          <a:xfrm>
            <a:off x="6114254" y="652426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8E583793-D2A4-4A73-9B55-09A21F666678}"/>
              </a:ext>
            </a:extLst>
          </p:cNvPr>
          <p:cNvSpPr/>
          <p:nvPr/>
        </p:nvSpPr>
        <p:spPr>
          <a:xfrm>
            <a:off x="8467291" y="7977714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7E47026B-4AAC-4EAD-9A4E-6F45CE061EEB}"/>
              </a:ext>
            </a:extLst>
          </p:cNvPr>
          <p:cNvCxnSpPr>
            <a:cxnSpLocks/>
            <a:stCxn id="49" idx="2"/>
            <a:endCxn id="51" idx="7"/>
          </p:cNvCxnSpPr>
          <p:nvPr/>
        </p:nvCxnSpPr>
        <p:spPr>
          <a:xfrm flipH="1">
            <a:off x="6667418" y="6030034"/>
            <a:ext cx="877223" cy="578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79FD0BBF-00FF-49E0-A77D-802ECE8EF7A2}"/>
              </a:ext>
            </a:extLst>
          </p:cNvPr>
          <p:cNvSpPr/>
          <p:nvPr/>
        </p:nvSpPr>
        <p:spPr>
          <a:xfrm>
            <a:off x="6595660" y="5735827"/>
            <a:ext cx="51488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e1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1BE983A8-1721-4584-A818-046E8DEEC8FA}"/>
              </a:ext>
            </a:extLst>
          </p:cNvPr>
          <p:cNvSpPr/>
          <p:nvPr/>
        </p:nvSpPr>
        <p:spPr>
          <a:xfrm>
            <a:off x="7714962" y="8396334"/>
            <a:ext cx="51488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e6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0F73E56-4EAA-467C-B4A4-2A24E04A2A66}"/>
              </a:ext>
            </a:extLst>
          </p:cNvPr>
          <p:cNvSpPr/>
          <p:nvPr/>
        </p:nvSpPr>
        <p:spPr>
          <a:xfrm>
            <a:off x="8360355" y="6897993"/>
            <a:ext cx="51488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e2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3F61FF36-8752-403D-A2CF-B4048A1D96B4}"/>
              </a:ext>
            </a:extLst>
          </p:cNvPr>
          <p:cNvSpPr/>
          <p:nvPr/>
        </p:nvSpPr>
        <p:spPr>
          <a:xfrm>
            <a:off x="9229927" y="7416372"/>
            <a:ext cx="51488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e5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0B2D1FCC-86FE-4B84-A2D8-B676508A0721}"/>
              </a:ext>
            </a:extLst>
          </p:cNvPr>
          <p:cNvSpPr/>
          <p:nvPr/>
        </p:nvSpPr>
        <p:spPr>
          <a:xfrm>
            <a:off x="7294783" y="7271157"/>
            <a:ext cx="51488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e4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C1738CEB-EB07-41AC-A66A-955FA80DDA52}"/>
              </a:ext>
            </a:extLst>
          </p:cNvPr>
          <p:cNvSpPr/>
          <p:nvPr/>
        </p:nvSpPr>
        <p:spPr>
          <a:xfrm>
            <a:off x="5955651" y="5548883"/>
            <a:ext cx="51488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e3</a:t>
            </a:r>
          </a:p>
        </p:txBody>
      </p:sp>
      <p:sp>
        <p:nvSpPr>
          <p:cNvPr id="99" name="Elipse 98">
            <a:extLst>
              <a:ext uri="{FF2B5EF4-FFF2-40B4-BE49-F238E27FC236}">
                <a16:creationId xmlns:a16="http://schemas.microsoft.com/office/drawing/2014/main" id="{189DD0A5-A3EB-40E2-AE11-CF32A60AAB56}"/>
              </a:ext>
            </a:extLst>
          </p:cNvPr>
          <p:cNvSpPr/>
          <p:nvPr/>
        </p:nvSpPr>
        <p:spPr>
          <a:xfrm>
            <a:off x="6829447" y="8004833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BBB13D57-2C52-4779-8AB6-9AA5DA4F969A}"/>
              </a:ext>
            </a:extLst>
          </p:cNvPr>
          <p:cNvSpPr/>
          <p:nvPr/>
        </p:nvSpPr>
        <p:spPr>
          <a:xfrm>
            <a:off x="3480397" y="2097673"/>
            <a:ext cx="1103982" cy="248585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2F654376-7E19-4AB5-B2E4-BE9701264D52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7929384" y="6318066"/>
            <a:ext cx="861943" cy="1659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D333C07D-22ED-430F-98A8-1D6B5CFF6053}"/>
              </a:ext>
            </a:extLst>
          </p:cNvPr>
          <p:cNvSpPr/>
          <p:nvPr/>
        </p:nvSpPr>
        <p:spPr>
          <a:xfrm>
            <a:off x="6247958" y="5494314"/>
            <a:ext cx="1441996" cy="1026407"/>
          </a:xfrm>
          <a:custGeom>
            <a:avLst/>
            <a:gdLst>
              <a:gd name="connsiteX0" fmla="*/ 77891 w 1441996"/>
              <a:gd name="connsiteY0" fmla="*/ 1026407 h 1026407"/>
              <a:gd name="connsiteX1" fmla="*/ 77891 w 1441996"/>
              <a:gd name="connsiteY1" fmla="*/ 531732 h 1026407"/>
              <a:gd name="connsiteX2" fmla="*/ 887360 w 1441996"/>
              <a:gd name="connsiteY2" fmla="*/ 7076 h 1026407"/>
              <a:gd name="connsiteX3" fmla="*/ 1441996 w 1441996"/>
              <a:gd name="connsiteY3" fmla="*/ 276899 h 102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1996" h="1026407">
                <a:moveTo>
                  <a:pt x="77891" y="1026407"/>
                </a:moveTo>
                <a:cubicBezTo>
                  <a:pt x="10435" y="864013"/>
                  <a:pt x="-57020" y="701620"/>
                  <a:pt x="77891" y="531732"/>
                </a:cubicBezTo>
                <a:cubicBezTo>
                  <a:pt x="212802" y="361844"/>
                  <a:pt x="660009" y="49548"/>
                  <a:pt x="887360" y="7076"/>
                </a:cubicBezTo>
                <a:cubicBezTo>
                  <a:pt x="1114711" y="-35396"/>
                  <a:pt x="1278353" y="120751"/>
                  <a:pt x="1441996" y="27689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534EC510-E3DF-4E08-AA85-C1B5FBD9F33B}"/>
              </a:ext>
            </a:extLst>
          </p:cNvPr>
          <p:cNvCxnSpPr>
            <a:cxnSpLocks/>
            <a:stCxn id="49" idx="3"/>
            <a:endCxn id="99" idx="0"/>
          </p:cNvCxnSpPr>
          <p:nvPr/>
        </p:nvCxnSpPr>
        <p:spPr>
          <a:xfrm flipH="1">
            <a:off x="7153483" y="6233703"/>
            <a:ext cx="486066" cy="1771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F4BDB135-0C5D-4FD5-BEFA-CF13F75863EA}"/>
              </a:ext>
            </a:extLst>
          </p:cNvPr>
          <p:cNvCxnSpPr>
            <a:cxnSpLocks/>
            <a:stCxn id="50" idx="4"/>
            <a:endCxn id="52" idx="7"/>
          </p:cNvCxnSpPr>
          <p:nvPr/>
        </p:nvCxnSpPr>
        <p:spPr>
          <a:xfrm flipH="1">
            <a:off x="9020455" y="7036729"/>
            <a:ext cx="418944" cy="10253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97B3E45F-5E41-438A-8259-45E05333E0B1}"/>
              </a:ext>
            </a:extLst>
          </p:cNvPr>
          <p:cNvCxnSpPr>
            <a:cxnSpLocks/>
            <a:stCxn id="52" idx="2"/>
            <a:endCxn id="99" idx="6"/>
          </p:cNvCxnSpPr>
          <p:nvPr/>
        </p:nvCxnSpPr>
        <p:spPr>
          <a:xfrm flipH="1">
            <a:off x="7477519" y="8265746"/>
            <a:ext cx="989772" cy="2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54260EC2-3C77-41BC-BDAA-42B67B5496C4}"/>
              </a:ext>
            </a:extLst>
          </p:cNvPr>
          <p:cNvSpPr/>
          <p:nvPr/>
        </p:nvSpPr>
        <p:spPr>
          <a:xfrm>
            <a:off x="4590460" y="2097673"/>
            <a:ext cx="1103982" cy="248585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80F5D71B-70D3-441B-B4C8-DAEDA8DA7543}"/>
              </a:ext>
            </a:extLst>
          </p:cNvPr>
          <p:cNvSpPr/>
          <p:nvPr/>
        </p:nvSpPr>
        <p:spPr>
          <a:xfrm>
            <a:off x="5695967" y="2097673"/>
            <a:ext cx="1103982" cy="248585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FA1FA015-98D7-446C-88BC-75D190F65933}"/>
              </a:ext>
            </a:extLst>
          </p:cNvPr>
          <p:cNvSpPr/>
          <p:nvPr/>
        </p:nvSpPr>
        <p:spPr>
          <a:xfrm>
            <a:off x="6799949" y="2097673"/>
            <a:ext cx="1103982" cy="248585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34D8AB8B-2444-4874-B473-2538ABAEA655}"/>
              </a:ext>
            </a:extLst>
          </p:cNvPr>
          <p:cNvSpPr/>
          <p:nvPr/>
        </p:nvSpPr>
        <p:spPr>
          <a:xfrm>
            <a:off x="7920588" y="2097673"/>
            <a:ext cx="1103982" cy="248585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7BA226BD-E5E6-4BF1-92DA-E3FD7BAFCE88}"/>
              </a:ext>
            </a:extLst>
          </p:cNvPr>
          <p:cNvSpPr/>
          <p:nvPr/>
        </p:nvSpPr>
        <p:spPr>
          <a:xfrm>
            <a:off x="9029932" y="2097673"/>
            <a:ext cx="1103982" cy="248585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0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2" grpId="0" animBg="1"/>
      <p:bldP spid="2" grpId="0"/>
      <p:bldP spid="43" grpId="0"/>
      <p:bldP spid="44" grpId="0"/>
      <p:bldP spid="45" grpId="0"/>
      <p:bldP spid="59" grpId="0"/>
      <p:bldP spid="78" grpId="0"/>
      <p:bldP spid="99" grpId="0" animBg="1"/>
      <p:bldP spid="100" grpId="0" animBg="1"/>
      <p:bldP spid="24" grpId="0" animBg="1"/>
      <p:bldP spid="105" grpId="0" animBg="1"/>
      <p:bldP spid="106" grpId="0" animBg="1"/>
      <p:bldP spid="107" grpId="0" animBg="1"/>
      <p:bldP spid="108" grpId="0" animBg="1"/>
      <p:bldP spid="10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984250" y="4239195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Ejercicio matriz de adyacencia e incidencia</a:t>
            </a:r>
          </a:p>
        </p:txBody>
      </p:sp>
    </p:spTree>
    <p:extLst>
      <p:ext uri="{BB962C8B-B14F-4D97-AF65-F5344CB8AC3E}">
        <p14:creationId xmlns:p14="http://schemas.microsoft.com/office/powerpoint/2010/main" val="40942261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E94C0-DB12-4987-9F5B-36161D405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328" y="4443835"/>
            <a:ext cx="11098610" cy="1044453"/>
          </a:xfrm>
        </p:spPr>
        <p:txBody>
          <a:bodyPr/>
          <a:lstStyle/>
          <a:p>
            <a:r>
              <a:rPr lang="en-US" dirty="0"/>
              <a:t>ARBOLES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0BF296-0CB7-48C4-88D5-E69E2DE045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PARTE 4</a:t>
            </a:r>
          </a:p>
        </p:txBody>
      </p:sp>
    </p:spTree>
    <p:extLst>
      <p:ext uri="{BB962C8B-B14F-4D97-AF65-F5344CB8AC3E}">
        <p14:creationId xmlns:p14="http://schemas.microsoft.com/office/powerpoint/2010/main" val="28088873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Introducción a los arboles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9AAF357-4C56-4C7A-BB10-BC8D96D4A7C5}"/>
              </a:ext>
            </a:extLst>
          </p:cNvPr>
          <p:cNvSpPr/>
          <p:nvPr/>
        </p:nvSpPr>
        <p:spPr>
          <a:xfrm>
            <a:off x="2790279" y="1650015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Mexico</a:t>
            </a:r>
          </a:p>
        </p:txBody>
      </p: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EA048F01-C86F-4540-B22C-01F0CEFF4795}"/>
              </a:ext>
            </a:extLst>
          </p:cNvPr>
          <p:cNvSpPr/>
          <p:nvPr/>
        </p:nvSpPr>
        <p:spPr>
          <a:xfrm>
            <a:off x="2790278" y="2622123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Colombia</a:t>
            </a:r>
          </a:p>
        </p:txBody>
      </p:sp>
      <p:sp>
        <p:nvSpPr>
          <p:cNvPr id="81" name="Rectángulo: esquinas redondeadas 80">
            <a:extLst>
              <a:ext uri="{FF2B5EF4-FFF2-40B4-BE49-F238E27FC236}">
                <a16:creationId xmlns:a16="http://schemas.microsoft.com/office/drawing/2014/main" id="{9E5554AC-8184-48C7-A5F3-21C4A9D7B9D8}"/>
              </a:ext>
            </a:extLst>
          </p:cNvPr>
          <p:cNvSpPr/>
          <p:nvPr/>
        </p:nvSpPr>
        <p:spPr>
          <a:xfrm>
            <a:off x="2790280" y="3594231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España</a:t>
            </a:r>
            <a:endParaRPr lang="en-US" dirty="0"/>
          </a:p>
        </p:txBody>
      </p: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6EEC705D-6055-40B8-B95A-8D05E32ADB1D}"/>
              </a:ext>
            </a:extLst>
          </p:cNvPr>
          <p:cNvSpPr/>
          <p:nvPr/>
        </p:nvSpPr>
        <p:spPr>
          <a:xfrm>
            <a:off x="2790277" y="4566339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Francia</a:t>
            </a:r>
          </a:p>
        </p:txBody>
      </p:sp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2957CE66-C632-4DCB-8170-CBB7CED2691E}"/>
              </a:ext>
            </a:extLst>
          </p:cNvPr>
          <p:cNvSpPr/>
          <p:nvPr/>
        </p:nvSpPr>
        <p:spPr>
          <a:xfrm>
            <a:off x="5598145" y="4062283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Francia</a:t>
            </a:r>
          </a:p>
        </p:txBody>
      </p:sp>
      <p:sp>
        <p:nvSpPr>
          <p:cNvPr id="85" name="Rectángulo: esquinas redondeadas 84">
            <a:extLst>
              <a:ext uri="{FF2B5EF4-FFF2-40B4-BE49-F238E27FC236}">
                <a16:creationId xmlns:a16="http://schemas.microsoft.com/office/drawing/2014/main" id="{4CD94009-19F3-454E-986D-417926AD83FB}"/>
              </a:ext>
            </a:extLst>
          </p:cNvPr>
          <p:cNvSpPr/>
          <p:nvPr/>
        </p:nvSpPr>
        <p:spPr>
          <a:xfrm>
            <a:off x="5605189" y="2154071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Colombia</a:t>
            </a:r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67951DB3-2973-46DC-B467-115DBF387A28}"/>
              </a:ext>
            </a:extLst>
          </p:cNvPr>
          <p:cNvSpPr/>
          <p:nvPr/>
        </p:nvSpPr>
        <p:spPr>
          <a:xfrm>
            <a:off x="8046914" y="3090175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Colombia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310A800-330D-4BEA-AB3D-1143DBB0F31D}"/>
              </a:ext>
            </a:extLst>
          </p:cNvPr>
          <p:cNvCxnSpPr>
            <a:stCxn id="2" idx="3"/>
            <a:endCxn id="85" idx="0"/>
          </p:cNvCxnSpPr>
          <p:nvPr/>
        </p:nvCxnSpPr>
        <p:spPr>
          <a:xfrm>
            <a:off x="5239048" y="1902043"/>
            <a:ext cx="1590526" cy="252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9228570F-788C-41C0-B549-CB2FA16028A4}"/>
              </a:ext>
            </a:extLst>
          </p:cNvPr>
          <p:cNvCxnSpPr>
            <a:cxnSpLocks/>
            <a:stCxn id="78" idx="3"/>
            <a:endCxn id="85" idx="2"/>
          </p:cNvCxnSpPr>
          <p:nvPr/>
        </p:nvCxnSpPr>
        <p:spPr>
          <a:xfrm flipV="1">
            <a:off x="5239047" y="2658127"/>
            <a:ext cx="1590527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ACF442DF-0D0E-4F80-9949-FA71CBE0871D}"/>
              </a:ext>
            </a:extLst>
          </p:cNvPr>
          <p:cNvCxnSpPr/>
          <p:nvPr/>
        </p:nvCxnSpPr>
        <p:spPr>
          <a:xfrm>
            <a:off x="5239049" y="3810255"/>
            <a:ext cx="1590526" cy="252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35115412-13C6-4F8B-AE75-E09CEC62FAAC}"/>
              </a:ext>
            </a:extLst>
          </p:cNvPr>
          <p:cNvCxnSpPr>
            <a:cxnSpLocks/>
            <a:stCxn id="84" idx="3"/>
            <a:endCxn id="86" idx="2"/>
          </p:cNvCxnSpPr>
          <p:nvPr/>
        </p:nvCxnSpPr>
        <p:spPr>
          <a:xfrm flipV="1">
            <a:off x="8046914" y="3594231"/>
            <a:ext cx="1224385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488A128E-1EE3-415B-9F64-9A4B550CDA88}"/>
              </a:ext>
            </a:extLst>
          </p:cNvPr>
          <p:cNvCxnSpPr>
            <a:cxnSpLocks/>
            <a:stCxn id="82" idx="3"/>
            <a:endCxn id="84" idx="2"/>
          </p:cNvCxnSpPr>
          <p:nvPr/>
        </p:nvCxnSpPr>
        <p:spPr>
          <a:xfrm flipV="1">
            <a:off x="5239046" y="4566339"/>
            <a:ext cx="1583484" cy="252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B65F087E-72D9-4D9D-8238-4868D23C83EF}"/>
              </a:ext>
            </a:extLst>
          </p:cNvPr>
          <p:cNvCxnSpPr>
            <a:cxnSpLocks/>
            <a:stCxn id="85" idx="3"/>
            <a:endCxn id="86" idx="0"/>
          </p:cNvCxnSpPr>
          <p:nvPr/>
        </p:nvCxnSpPr>
        <p:spPr>
          <a:xfrm>
            <a:off x="8053958" y="2406099"/>
            <a:ext cx="1217341" cy="6840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9BB67F86-FA76-42FB-850B-41F193E8219C}"/>
              </a:ext>
            </a:extLst>
          </p:cNvPr>
          <p:cNvSpPr/>
          <p:nvPr/>
        </p:nvSpPr>
        <p:spPr>
          <a:xfrm>
            <a:off x="7819381" y="724360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BC7DA73F-CD7E-4BAD-81F3-49918AA1D0DC}"/>
              </a:ext>
            </a:extLst>
          </p:cNvPr>
          <p:cNvSpPr/>
          <p:nvPr/>
        </p:nvSpPr>
        <p:spPr>
          <a:xfrm>
            <a:off x="6637526" y="671788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4" name="Elipse 103">
            <a:extLst>
              <a:ext uri="{FF2B5EF4-FFF2-40B4-BE49-F238E27FC236}">
                <a16:creationId xmlns:a16="http://schemas.microsoft.com/office/drawing/2014/main" id="{221295C3-9F02-4131-935A-D5083EB17C2D}"/>
              </a:ext>
            </a:extLst>
          </p:cNvPr>
          <p:cNvSpPr/>
          <p:nvPr/>
        </p:nvSpPr>
        <p:spPr>
          <a:xfrm>
            <a:off x="6637526" y="7933154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05" name="Elipse 104">
            <a:extLst>
              <a:ext uri="{FF2B5EF4-FFF2-40B4-BE49-F238E27FC236}">
                <a16:creationId xmlns:a16="http://schemas.microsoft.com/office/drawing/2014/main" id="{4EE215CC-4794-41E2-BE8F-66BC55325F7F}"/>
              </a:ext>
            </a:extLst>
          </p:cNvPr>
          <p:cNvSpPr/>
          <p:nvPr/>
        </p:nvSpPr>
        <p:spPr>
          <a:xfrm>
            <a:off x="5387421" y="868376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06" name="Elipse 105">
            <a:extLst>
              <a:ext uri="{FF2B5EF4-FFF2-40B4-BE49-F238E27FC236}">
                <a16:creationId xmlns:a16="http://schemas.microsoft.com/office/drawing/2014/main" id="{2920AD8E-80D3-43C8-BF6A-87763A161A6A}"/>
              </a:ext>
            </a:extLst>
          </p:cNvPr>
          <p:cNvSpPr/>
          <p:nvPr/>
        </p:nvSpPr>
        <p:spPr>
          <a:xfrm>
            <a:off x="5370612" y="790643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31EA03A4-167A-4662-B94E-15AB3199F289}"/>
              </a:ext>
            </a:extLst>
          </p:cNvPr>
          <p:cNvSpPr/>
          <p:nvPr/>
        </p:nvSpPr>
        <p:spPr>
          <a:xfrm>
            <a:off x="5329483" y="690398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8" name="Elipse 107">
            <a:extLst>
              <a:ext uri="{FF2B5EF4-FFF2-40B4-BE49-F238E27FC236}">
                <a16:creationId xmlns:a16="http://schemas.microsoft.com/office/drawing/2014/main" id="{8E1DB44A-2CE1-42EF-9E3E-7AF291BD7036}"/>
              </a:ext>
            </a:extLst>
          </p:cNvPr>
          <p:cNvSpPr/>
          <p:nvPr/>
        </p:nvSpPr>
        <p:spPr>
          <a:xfrm>
            <a:off x="5320357" y="6191994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B021FEB8-F993-4C28-8AFC-EAF0F6DBA3BA}"/>
              </a:ext>
            </a:extLst>
          </p:cNvPr>
          <p:cNvCxnSpPr>
            <a:cxnSpLocks/>
            <a:stCxn id="108" idx="6"/>
            <a:endCxn id="103" idx="1"/>
          </p:cNvCxnSpPr>
          <p:nvPr/>
        </p:nvCxnSpPr>
        <p:spPr>
          <a:xfrm>
            <a:off x="5890020" y="6444022"/>
            <a:ext cx="830931" cy="347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15CF5CDE-4CE6-410A-98D2-773C5A76C720}"/>
              </a:ext>
            </a:extLst>
          </p:cNvPr>
          <p:cNvCxnSpPr>
            <a:cxnSpLocks/>
            <a:stCxn id="107" idx="5"/>
            <a:endCxn id="103" idx="3"/>
          </p:cNvCxnSpPr>
          <p:nvPr/>
        </p:nvCxnSpPr>
        <p:spPr>
          <a:xfrm flipV="1">
            <a:off x="5815721" y="7148128"/>
            <a:ext cx="905230" cy="186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2EA25F49-EA3A-45F5-BE99-889BF5313297}"/>
              </a:ext>
            </a:extLst>
          </p:cNvPr>
          <p:cNvCxnSpPr>
            <a:cxnSpLocks/>
            <a:stCxn id="106" idx="7"/>
            <a:endCxn id="104" idx="2"/>
          </p:cNvCxnSpPr>
          <p:nvPr/>
        </p:nvCxnSpPr>
        <p:spPr>
          <a:xfrm>
            <a:off x="5856850" y="7980255"/>
            <a:ext cx="780676" cy="204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AE3E7CD1-5266-42D4-B910-84731593BBAF}"/>
              </a:ext>
            </a:extLst>
          </p:cNvPr>
          <p:cNvCxnSpPr>
            <a:cxnSpLocks/>
            <a:stCxn id="105" idx="6"/>
            <a:endCxn id="104" idx="3"/>
          </p:cNvCxnSpPr>
          <p:nvPr/>
        </p:nvCxnSpPr>
        <p:spPr>
          <a:xfrm flipV="1">
            <a:off x="5957084" y="8363393"/>
            <a:ext cx="763867" cy="572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E33CD6BF-F529-4805-A71D-3BC4447D8157}"/>
              </a:ext>
            </a:extLst>
          </p:cNvPr>
          <p:cNvCxnSpPr>
            <a:cxnSpLocks/>
            <a:stCxn id="103" idx="6"/>
            <a:endCxn id="15" idx="1"/>
          </p:cNvCxnSpPr>
          <p:nvPr/>
        </p:nvCxnSpPr>
        <p:spPr>
          <a:xfrm>
            <a:off x="7207189" y="6969917"/>
            <a:ext cx="695617" cy="347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cto 127">
            <a:extLst>
              <a:ext uri="{FF2B5EF4-FFF2-40B4-BE49-F238E27FC236}">
                <a16:creationId xmlns:a16="http://schemas.microsoft.com/office/drawing/2014/main" id="{6B8F7D70-D6BA-4B9D-B777-57F0C1A156EE}"/>
              </a:ext>
            </a:extLst>
          </p:cNvPr>
          <p:cNvCxnSpPr>
            <a:cxnSpLocks/>
            <a:stCxn id="104" idx="6"/>
            <a:endCxn id="15" idx="3"/>
          </p:cNvCxnSpPr>
          <p:nvPr/>
        </p:nvCxnSpPr>
        <p:spPr>
          <a:xfrm flipV="1">
            <a:off x="7207189" y="7673842"/>
            <a:ext cx="695617" cy="511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49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8" grpId="0" animBg="1"/>
      <p:bldP spid="81" grpId="0" animBg="1"/>
      <p:bldP spid="82" grpId="0" animBg="1"/>
      <p:bldP spid="84" grpId="0" animBg="1"/>
      <p:bldP spid="85" grpId="0" animBg="1"/>
      <p:bldP spid="86" grpId="0" animBg="1"/>
      <p:bldP spid="15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F60D052-721B-4C40-BB21-A6E13931D1F6}"/>
              </a:ext>
            </a:extLst>
          </p:cNvPr>
          <p:cNvSpPr/>
          <p:nvPr/>
        </p:nvSpPr>
        <p:spPr>
          <a:xfrm>
            <a:off x="2781043" y="432644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Presidente</a:t>
            </a:r>
            <a:endParaRPr lang="en-U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B8CFE5C-C047-418E-B42B-AEB7A7FF3220}"/>
              </a:ext>
            </a:extLst>
          </p:cNvPr>
          <p:cNvSpPr/>
          <p:nvPr/>
        </p:nvSpPr>
        <p:spPr>
          <a:xfrm>
            <a:off x="1412891" y="1260091"/>
            <a:ext cx="2448769" cy="86409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Vicepresidente</a:t>
            </a:r>
          </a:p>
          <a:p>
            <a:pPr algn="ctr"/>
            <a:r>
              <a:rPr lang="en-US" dirty="0" err="1"/>
              <a:t>Académico</a:t>
            </a:r>
            <a:endParaRPr lang="en-US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DDF93FE-473B-4B13-BED6-E73E7AE8EE46}"/>
              </a:ext>
            </a:extLst>
          </p:cNvPr>
          <p:cNvSpPr/>
          <p:nvPr/>
        </p:nvSpPr>
        <p:spPr>
          <a:xfrm>
            <a:off x="4079825" y="1260091"/>
            <a:ext cx="2448769" cy="86409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Vicepresidente</a:t>
            </a:r>
          </a:p>
          <a:p>
            <a:pPr algn="ctr"/>
            <a:r>
              <a:rPr lang="en-US" dirty="0" err="1"/>
              <a:t>Administrativo</a:t>
            </a:r>
            <a:endParaRPr lang="en-US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853CAF9-1FC9-4CC7-8140-9EB795D0CFF4}"/>
              </a:ext>
            </a:extLst>
          </p:cNvPr>
          <p:cNvSpPr/>
          <p:nvPr/>
        </p:nvSpPr>
        <p:spPr>
          <a:xfrm>
            <a:off x="188506" y="2447578"/>
            <a:ext cx="2448769" cy="86409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Docente</a:t>
            </a:r>
            <a:r>
              <a:rPr lang="en-US" dirty="0"/>
              <a:t> </a:t>
            </a:r>
            <a:r>
              <a:rPr lang="en-US" dirty="0" err="1"/>
              <a:t>Cátedra</a:t>
            </a:r>
            <a:endParaRPr lang="en-US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520A054-39C0-4C2D-99AC-5A746FE9EE49}"/>
              </a:ext>
            </a:extLst>
          </p:cNvPr>
          <p:cNvSpPr/>
          <p:nvPr/>
        </p:nvSpPr>
        <p:spPr>
          <a:xfrm>
            <a:off x="2062906" y="3455690"/>
            <a:ext cx="2448769" cy="86409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Docente</a:t>
            </a:r>
            <a:r>
              <a:rPr lang="en-US" dirty="0"/>
              <a:t> Plante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8965821-2B3A-4E45-9EEE-189A3BDBC35A}"/>
              </a:ext>
            </a:extLst>
          </p:cNvPr>
          <p:cNvSpPr/>
          <p:nvPr/>
        </p:nvSpPr>
        <p:spPr>
          <a:xfrm>
            <a:off x="5664498" y="2447578"/>
            <a:ext cx="2448769" cy="86409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CDB4286-9803-414C-836D-A5268709075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2637276" y="936700"/>
            <a:ext cx="1368152" cy="323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437607F-5DE7-40F3-8534-94542E04F387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4005428" y="936700"/>
            <a:ext cx="1298782" cy="323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7A01D6D-4378-4C15-850F-15AC6E7AA9FD}"/>
              </a:ext>
            </a:extLst>
          </p:cNvPr>
          <p:cNvCxnSpPr>
            <a:cxnSpLocks/>
          </p:cNvCxnSpPr>
          <p:nvPr/>
        </p:nvCxnSpPr>
        <p:spPr>
          <a:xfrm flipH="1">
            <a:off x="1232747" y="2124187"/>
            <a:ext cx="1368152" cy="323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9829A31A-5160-4A15-9812-EA401CE25121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562878" y="2141866"/>
            <a:ext cx="724413" cy="131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8561378-0515-420D-A4BE-9C57D70CFDC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304210" y="2124187"/>
            <a:ext cx="1584673" cy="323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n 21">
            <a:extLst>
              <a:ext uri="{FF2B5EF4-FFF2-40B4-BE49-F238E27FC236}">
                <a16:creationId xmlns:a16="http://schemas.microsoft.com/office/drawing/2014/main" id="{6479AD36-021D-4E1D-8805-65DEC85B9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30" y="0"/>
            <a:ext cx="7939274" cy="5260323"/>
          </a:xfrm>
          <a:prstGeom prst="rect">
            <a:avLst/>
          </a:prstGeom>
        </p:spPr>
      </p:pic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CB7C5115-0B99-4E03-8A73-816A40788A59}"/>
              </a:ext>
            </a:extLst>
          </p:cNvPr>
          <p:cNvSpPr/>
          <p:nvPr/>
        </p:nvSpPr>
        <p:spPr>
          <a:xfrm>
            <a:off x="7268220" y="5220532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Equipo</a:t>
            </a:r>
            <a:endParaRPr lang="en-US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777CF29-33CF-4CBF-8AFD-67D75CCF31A8}"/>
              </a:ext>
            </a:extLst>
          </p:cNvPr>
          <p:cNvSpPr/>
          <p:nvPr/>
        </p:nvSpPr>
        <p:spPr>
          <a:xfrm>
            <a:off x="5900068" y="6047979"/>
            <a:ext cx="2448769" cy="86409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Documentos</a:t>
            </a:r>
            <a:endParaRPr lang="en-US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C7E1FEB1-7BC3-43A0-8C87-08DE978D4EB9}"/>
              </a:ext>
            </a:extLst>
          </p:cNvPr>
          <p:cNvSpPr/>
          <p:nvPr/>
        </p:nvSpPr>
        <p:spPr>
          <a:xfrm>
            <a:off x="8567002" y="6047979"/>
            <a:ext cx="2448769" cy="86409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Descargas</a:t>
            </a:r>
            <a:endParaRPr lang="en-US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8D0CE8E1-A59C-4D13-8E20-13913A98D53A}"/>
              </a:ext>
            </a:extLst>
          </p:cNvPr>
          <p:cNvSpPr/>
          <p:nvPr/>
        </p:nvSpPr>
        <p:spPr>
          <a:xfrm>
            <a:off x="4675683" y="7235466"/>
            <a:ext cx="2448769" cy="86409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Trabajos</a:t>
            </a:r>
            <a:endParaRPr lang="en-U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F08F22B1-0686-4F6D-A6B1-B513F685D01B}"/>
              </a:ext>
            </a:extLst>
          </p:cNvPr>
          <p:cNvSpPr/>
          <p:nvPr/>
        </p:nvSpPr>
        <p:spPr>
          <a:xfrm>
            <a:off x="6550083" y="8243578"/>
            <a:ext cx="2448769" cy="86409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Fotos</a:t>
            </a:r>
            <a:endParaRPr lang="en-US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5DFF41A3-F517-432F-9DDF-6FC80685A88E}"/>
              </a:ext>
            </a:extLst>
          </p:cNvPr>
          <p:cNvSpPr/>
          <p:nvPr/>
        </p:nvSpPr>
        <p:spPr>
          <a:xfrm>
            <a:off x="10151675" y="7235466"/>
            <a:ext cx="2448769" cy="86409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Archivos</a:t>
            </a:r>
            <a:endParaRPr lang="en-US" dirty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30678FFF-03C5-4A96-A3D7-6631D1B259BA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7124453" y="5724588"/>
            <a:ext cx="1368152" cy="323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0F5B5A90-9630-4C6E-9C6C-BB1A0F01660F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>
            <a:off x="8492605" y="5724588"/>
            <a:ext cx="1298782" cy="323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057AAEA-5AD8-4084-9B6B-7304AC2AA8D5}"/>
              </a:ext>
            </a:extLst>
          </p:cNvPr>
          <p:cNvCxnSpPr>
            <a:cxnSpLocks/>
          </p:cNvCxnSpPr>
          <p:nvPr/>
        </p:nvCxnSpPr>
        <p:spPr>
          <a:xfrm flipH="1">
            <a:off x="5719924" y="6912075"/>
            <a:ext cx="1368152" cy="323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E5ED986F-72C4-4DB9-9407-2BD4DBDAE488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7050055" y="6929754"/>
            <a:ext cx="724413" cy="131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3377189-473D-4D54-8B7B-1AD1ADB17358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>
            <a:off x="9791387" y="6912075"/>
            <a:ext cx="1584673" cy="323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84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Tipos de arboles</a:t>
            </a:r>
          </a:p>
        </p:txBody>
      </p: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565640D6-FB91-4598-A851-3B255F83C9A3}"/>
              </a:ext>
            </a:extLst>
          </p:cNvPr>
          <p:cNvSpPr/>
          <p:nvPr/>
        </p:nvSpPr>
        <p:spPr>
          <a:xfrm>
            <a:off x="1449428" y="1809959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Libres</a:t>
            </a:r>
            <a:endParaRPr lang="en-US" dirty="0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93A7A0E3-B370-4F90-93D0-860BD7376E1B}"/>
              </a:ext>
            </a:extLst>
          </p:cNvPr>
          <p:cNvSpPr/>
          <p:nvPr/>
        </p:nvSpPr>
        <p:spPr>
          <a:xfrm>
            <a:off x="484631" y="320366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83374F28-0730-482A-B817-066431D31831}"/>
              </a:ext>
            </a:extLst>
          </p:cNvPr>
          <p:cNvSpPr/>
          <p:nvPr/>
        </p:nvSpPr>
        <p:spPr>
          <a:xfrm>
            <a:off x="1704058" y="269960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EC5F93FF-25B3-4849-9E7A-EEC38A46237A}"/>
              </a:ext>
            </a:extLst>
          </p:cNvPr>
          <p:cNvSpPr/>
          <p:nvPr/>
        </p:nvSpPr>
        <p:spPr>
          <a:xfrm>
            <a:off x="2223948" y="370771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A30D65B3-E410-4FA3-951B-8C5898C3D48C}"/>
              </a:ext>
            </a:extLst>
          </p:cNvPr>
          <p:cNvSpPr/>
          <p:nvPr/>
        </p:nvSpPr>
        <p:spPr>
          <a:xfrm>
            <a:off x="879765" y="4190850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384E7DD1-005E-4AD3-9159-CFD8CF4A3230}"/>
              </a:ext>
            </a:extLst>
          </p:cNvPr>
          <p:cNvSpPr/>
          <p:nvPr/>
        </p:nvSpPr>
        <p:spPr>
          <a:xfrm>
            <a:off x="3144218" y="2860134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0847608B-8DD1-4F01-B455-2A9CAD2A10C0}"/>
              </a:ext>
            </a:extLst>
          </p:cNvPr>
          <p:cNvSpPr/>
          <p:nvPr/>
        </p:nvSpPr>
        <p:spPr>
          <a:xfrm>
            <a:off x="4014715" y="320366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671A430F-AE6E-4A2A-B728-C5C89D71661F}"/>
              </a:ext>
            </a:extLst>
          </p:cNvPr>
          <p:cNvSpPr/>
          <p:nvPr/>
        </p:nvSpPr>
        <p:spPr>
          <a:xfrm>
            <a:off x="3071515" y="450586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AF93A728-19ED-460D-AB85-377C879D8F86}"/>
              </a:ext>
            </a:extLst>
          </p:cNvPr>
          <p:cNvSpPr/>
          <p:nvPr/>
        </p:nvSpPr>
        <p:spPr>
          <a:xfrm>
            <a:off x="4014715" y="412433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1CAD324-1DD0-4B37-A8E8-C0AE0D8C7424}"/>
              </a:ext>
            </a:extLst>
          </p:cNvPr>
          <p:cNvCxnSpPr>
            <a:cxnSpLocks/>
            <a:stCxn id="86" idx="0"/>
            <a:endCxn id="84" idx="4"/>
          </p:cNvCxnSpPr>
          <p:nvPr/>
        </p:nvCxnSpPr>
        <p:spPr>
          <a:xfrm flipV="1">
            <a:off x="4299547" y="3707718"/>
            <a:ext cx="0" cy="416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524F5871-0870-44DF-B3E8-AE2DF7EC6019}"/>
              </a:ext>
            </a:extLst>
          </p:cNvPr>
          <p:cNvCxnSpPr>
            <a:cxnSpLocks/>
            <a:stCxn id="82" idx="0"/>
            <a:endCxn id="79" idx="4"/>
          </p:cNvCxnSpPr>
          <p:nvPr/>
        </p:nvCxnSpPr>
        <p:spPr>
          <a:xfrm flipH="1" flipV="1">
            <a:off x="769463" y="3707718"/>
            <a:ext cx="395134" cy="483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9DDACCBE-BD11-474A-BE02-C25617AFCC45}"/>
              </a:ext>
            </a:extLst>
          </p:cNvPr>
          <p:cNvCxnSpPr>
            <a:cxnSpLocks/>
            <a:stCxn id="82" idx="7"/>
            <a:endCxn id="80" idx="4"/>
          </p:cNvCxnSpPr>
          <p:nvPr/>
        </p:nvCxnSpPr>
        <p:spPr>
          <a:xfrm flipV="1">
            <a:off x="1366003" y="3203662"/>
            <a:ext cx="622887" cy="10610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7A7116EA-E131-46EC-B4E7-557ED03A896E}"/>
              </a:ext>
            </a:extLst>
          </p:cNvPr>
          <p:cNvCxnSpPr>
            <a:cxnSpLocks/>
            <a:stCxn id="82" idx="5"/>
            <a:endCxn id="81" idx="3"/>
          </p:cNvCxnSpPr>
          <p:nvPr/>
        </p:nvCxnSpPr>
        <p:spPr>
          <a:xfrm flipV="1">
            <a:off x="1366003" y="4137957"/>
            <a:ext cx="941370" cy="483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CF379258-55A8-4787-8660-1E0B905B594F}"/>
              </a:ext>
            </a:extLst>
          </p:cNvPr>
          <p:cNvCxnSpPr>
            <a:cxnSpLocks/>
            <a:stCxn id="81" idx="5"/>
            <a:endCxn id="85" idx="1"/>
          </p:cNvCxnSpPr>
          <p:nvPr/>
        </p:nvCxnSpPr>
        <p:spPr>
          <a:xfrm>
            <a:off x="2710186" y="4137957"/>
            <a:ext cx="444754" cy="441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E7A08EBA-054F-4160-9538-ABB015FF071F}"/>
              </a:ext>
            </a:extLst>
          </p:cNvPr>
          <p:cNvCxnSpPr>
            <a:cxnSpLocks/>
            <a:stCxn id="81" idx="7"/>
            <a:endCxn id="83" idx="3"/>
          </p:cNvCxnSpPr>
          <p:nvPr/>
        </p:nvCxnSpPr>
        <p:spPr>
          <a:xfrm flipV="1">
            <a:off x="2710186" y="3290373"/>
            <a:ext cx="517457" cy="491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CA9E6C6C-F87E-4B93-A045-0AD595622632}"/>
              </a:ext>
            </a:extLst>
          </p:cNvPr>
          <p:cNvCxnSpPr>
            <a:cxnSpLocks/>
            <a:stCxn id="83" idx="6"/>
            <a:endCxn id="84" idx="1"/>
          </p:cNvCxnSpPr>
          <p:nvPr/>
        </p:nvCxnSpPr>
        <p:spPr>
          <a:xfrm>
            <a:off x="3713881" y="3112162"/>
            <a:ext cx="384259" cy="165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ángulo: esquinas redondeadas 104">
            <a:extLst>
              <a:ext uri="{FF2B5EF4-FFF2-40B4-BE49-F238E27FC236}">
                <a16:creationId xmlns:a16="http://schemas.microsoft.com/office/drawing/2014/main" id="{4EF6AEF5-CFD8-4892-92E3-F0A833E065B6}"/>
              </a:ext>
            </a:extLst>
          </p:cNvPr>
          <p:cNvSpPr/>
          <p:nvPr/>
        </p:nvSpPr>
        <p:spPr>
          <a:xfrm>
            <a:off x="7068669" y="1806108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Raíz</a:t>
            </a:r>
            <a:endParaRPr lang="en-US" dirty="0"/>
          </a:p>
        </p:txBody>
      </p:sp>
      <p:sp>
        <p:nvSpPr>
          <p:cNvPr id="106" name="Elipse 105">
            <a:extLst>
              <a:ext uri="{FF2B5EF4-FFF2-40B4-BE49-F238E27FC236}">
                <a16:creationId xmlns:a16="http://schemas.microsoft.com/office/drawing/2014/main" id="{94DEF260-BD45-411C-87FF-3074737EBC3E}"/>
              </a:ext>
            </a:extLst>
          </p:cNvPr>
          <p:cNvSpPr/>
          <p:nvPr/>
        </p:nvSpPr>
        <p:spPr>
          <a:xfrm>
            <a:off x="9517438" y="341196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9342A5ED-7238-459B-AA33-443C778B9266}"/>
              </a:ext>
            </a:extLst>
          </p:cNvPr>
          <p:cNvSpPr/>
          <p:nvPr/>
        </p:nvSpPr>
        <p:spPr>
          <a:xfrm>
            <a:off x="7926614" y="268214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8" name="Elipse 107">
            <a:extLst>
              <a:ext uri="{FF2B5EF4-FFF2-40B4-BE49-F238E27FC236}">
                <a16:creationId xmlns:a16="http://schemas.microsoft.com/office/drawing/2014/main" id="{316376F0-0C0C-4625-8A1E-ACEC63C5AA0D}"/>
              </a:ext>
            </a:extLst>
          </p:cNvPr>
          <p:cNvSpPr/>
          <p:nvPr/>
        </p:nvSpPr>
        <p:spPr>
          <a:xfrm>
            <a:off x="6015394" y="4484834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09" name="Elipse 108">
            <a:extLst>
              <a:ext uri="{FF2B5EF4-FFF2-40B4-BE49-F238E27FC236}">
                <a16:creationId xmlns:a16="http://schemas.microsoft.com/office/drawing/2014/main" id="{1F60C65D-DB38-4DE4-B288-127C77BC7C4C}"/>
              </a:ext>
            </a:extLst>
          </p:cNvPr>
          <p:cNvSpPr/>
          <p:nvPr/>
        </p:nvSpPr>
        <p:spPr>
          <a:xfrm>
            <a:off x="6714423" y="361642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20" name="Elipse 119">
            <a:extLst>
              <a:ext uri="{FF2B5EF4-FFF2-40B4-BE49-F238E27FC236}">
                <a16:creationId xmlns:a16="http://schemas.microsoft.com/office/drawing/2014/main" id="{4F3E1D1C-BE8C-4C70-B037-8DB11794855F}"/>
              </a:ext>
            </a:extLst>
          </p:cNvPr>
          <p:cNvSpPr/>
          <p:nvPr/>
        </p:nvSpPr>
        <p:spPr>
          <a:xfrm>
            <a:off x="8145439" y="3620277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5" name="Elipse 124">
            <a:extLst>
              <a:ext uri="{FF2B5EF4-FFF2-40B4-BE49-F238E27FC236}">
                <a16:creationId xmlns:a16="http://schemas.microsoft.com/office/drawing/2014/main" id="{39B2C266-EC97-4980-84B8-B78B55BA4925}"/>
              </a:ext>
            </a:extLst>
          </p:cNvPr>
          <p:cNvSpPr/>
          <p:nvPr/>
        </p:nvSpPr>
        <p:spPr>
          <a:xfrm>
            <a:off x="8734434" y="446011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26" name="Elipse 125">
            <a:extLst>
              <a:ext uri="{FF2B5EF4-FFF2-40B4-BE49-F238E27FC236}">
                <a16:creationId xmlns:a16="http://schemas.microsoft.com/office/drawing/2014/main" id="{AFE4FFC7-C63B-44EB-802E-B8EDE8349D00}"/>
              </a:ext>
            </a:extLst>
          </p:cNvPr>
          <p:cNvSpPr/>
          <p:nvPr/>
        </p:nvSpPr>
        <p:spPr>
          <a:xfrm>
            <a:off x="7347760" y="437636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27" name="Elipse 126">
            <a:extLst>
              <a:ext uri="{FF2B5EF4-FFF2-40B4-BE49-F238E27FC236}">
                <a16:creationId xmlns:a16="http://schemas.microsoft.com/office/drawing/2014/main" id="{13B64B24-DB93-4BFB-9720-04C062E037D4}"/>
              </a:ext>
            </a:extLst>
          </p:cNvPr>
          <p:cNvSpPr/>
          <p:nvPr/>
        </p:nvSpPr>
        <p:spPr>
          <a:xfrm>
            <a:off x="10433351" y="437636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128" name="Conector recto 127">
            <a:extLst>
              <a:ext uri="{FF2B5EF4-FFF2-40B4-BE49-F238E27FC236}">
                <a16:creationId xmlns:a16="http://schemas.microsoft.com/office/drawing/2014/main" id="{DE6053CE-95E3-4192-A907-D8910B34D538}"/>
              </a:ext>
            </a:extLst>
          </p:cNvPr>
          <p:cNvCxnSpPr>
            <a:cxnSpLocks/>
            <a:stCxn id="127" idx="0"/>
            <a:endCxn id="106" idx="5"/>
          </p:cNvCxnSpPr>
          <p:nvPr/>
        </p:nvCxnSpPr>
        <p:spPr>
          <a:xfrm flipH="1" flipV="1">
            <a:off x="10003676" y="3842208"/>
            <a:ext cx="714507" cy="534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cto 129">
            <a:extLst>
              <a:ext uri="{FF2B5EF4-FFF2-40B4-BE49-F238E27FC236}">
                <a16:creationId xmlns:a16="http://schemas.microsoft.com/office/drawing/2014/main" id="{DADD6B27-7E04-4F01-BF80-20A10ACC8356}"/>
              </a:ext>
            </a:extLst>
          </p:cNvPr>
          <p:cNvCxnSpPr>
            <a:cxnSpLocks/>
            <a:stCxn id="109" idx="7"/>
            <a:endCxn id="107" idx="3"/>
          </p:cNvCxnSpPr>
          <p:nvPr/>
        </p:nvCxnSpPr>
        <p:spPr>
          <a:xfrm flipV="1">
            <a:off x="7200661" y="3112380"/>
            <a:ext cx="809378" cy="577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130">
            <a:extLst>
              <a:ext uri="{FF2B5EF4-FFF2-40B4-BE49-F238E27FC236}">
                <a16:creationId xmlns:a16="http://schemas.microsoft.com/office/drawing/2014/main" id="{F7874B87-B190-43B4-AFC1-3AB57CB3C4A4}"/>
              </a:ext>
            </a:extLst>
          </p:cNvPr>
          <p:cNvCxnSpPr>
            <a:cxnSpLocks/>
            <a:stCxn id="109" idx="3"/>
            <a:endCxn id="108" idx="7"/>
          </p:cNvCxnSpPr>
          <p:nvPr/>
        </p:nvCxnSpPr>
        <p:spPr>
          <a:xfrm flipH="1">
            <a:off x="6501632" y="4046665"/>
            <a:ext cx="296216" cy="511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5A6F108A-263F-44DF-93B9-706260AAC0F9}"/>
              </a:ext>
            </a:extLst>
          </p:cNvPr>
          <p:cNvCxnSpPr>
            <a:cxnSpLocks/>
            <a:stCxn id="109" idx="5"/>
            <a:endCxn id="126" idx="1"/>
          </p:cNvCxnSpPr>
          <p:nvPr/>
        </p:nvCxnSpPr>
        <p:spPr>
          <a:xfrm>
            <a:off x="7200661" y="4046665"/>
            <a:ext cx="230524" cy="4035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649BD0E7-FA59-4384-BB8E-E31851E382C9}"/>
              </a:ext>
            </a:extLst>
          </p:cNvPr>
          <p:cNvCxnSpPr>
            <a:cxnSpLocks/>
            <a:stCxn id="107" idx="4"/>
            <a:endCxn id="120" idx="0"/>
          </p:cNvCxnSpPr>
          <p:nvPr/>
        </p:nvCxnSpPr>
        <p:spPr>
          <a:xfrm>
            <a:off x="8211446" y="3186197"/>
            <a:ext cx="218825" cy="434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cto 133">
            <a:extLst>
              <a:ext uri="{FF2B5EF4-FFF2-40B4-BE49-F238E27FC236}">
                <a16:creationId xmlns:a16="http://schemas.microsoft.com/office/drawing/2014/main" id="{93F76025-E874-41AB-863C-1525ADFF7A14}"/>
              </a:ext>
            </a:extLst>
          </p:cNvPr>
          <p:cNvCxnSpPr>
            <a:cxnSpLocks/>
            <a:stCxn id="107" idx="5"/>
            <a:endCxn id="106" idx="1"/>
          </p:cNvCxnSpPr>
          <p:nvPr/>
        </p:nvCxnSpPr>
        <p:spPr>
          <a:xfrm>
            <a:off x="8412852" y="3112380"/>
            <a:ext cx="1188011" cy="37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ector recto 147">
            <a:extLst>
              <a:ext uri="{FF2B5EF4-FFF2-40B4-BE49-F238E27FC236}">
                <a16:creationId xmlns:a16="http://schemas.microsoft.com/office/drawing/2014/main" id="{75CDA478-71B0-4362-976D-FC9336C3A193}"/>
              </a:ext>
            </a:extLst>
          </p:cNvPr>
          <p:cNvCxnSpPr>
            <a:cxnSpLocks/>
            <a:stCxn id="125" idx="0"/>
            <a:endCxn id="120" idx="5"/>
          </p:cNvCxnSpPr>
          <p:nvPr/>
        </p:nvCxnSpPr>
        <p:spPr>
          <a:xfrm flipH="1" flipV="1">
            <a:off x="8631677" y="4050516"/>
            <a:ext cx="387589" cy="4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ángulo: esquinas redondeadas 150">
            <a:extLst>
              <a:ext uri="{FF2B5EF4-FFF2-40B4-BE49-F238E27FC236}">
                <a16:creationId xmlns:a16="http://schemas.microsoft.com/office/drawing/2014/main" id="{9E18850F-B5FE-4603-AF1B-4D403DDF4B30}"/>
              </a:ext>
            </a:extLst>
          </p:cNvPr>
          <p:cNvSpPr/>
          <p:nvPr/>
        </p:nvSpPr>
        <p:spPr>
          <a:xfrm>
            <a:off x="3864304" y="5465271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Expansión</a:t>
            </a:r>
            <a:endParaRPr lang="en-US" dirty="0"/>
          </a:p>
        </p:txBody>
      </p:sp>
      <p:sp>
        <p:nvSpPr>
          <p:cNvPr id="152" name="Elipse 151">
            <a:extLst>
              <a:ext uri="{FF2B5EF4-FFF2-40B4-BE49-F238E27FC236}">
                <a16:creationId xmlns:a16="http://schemas.microsoft.com/office/drawing/2014/main" id="{E66B45EB-DC43-4D96-997B-15A0E71C17EF}"/>
              </a:ext>
            </a:extLst>
          </p:cNvPr>
          <p:cNvSpPr/>
          <p:nvPr/>
        </p:nvSpPr>
        <p:spPr>
          <a:xfrm>
            <a:off x="3184339" y="613626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53" name="Elipse 152">
            <a:extLst>
              <a:ext uri="{FF2B5EF4-FFF2-40B4-BE49-F238E27FC236}">
                <a16:creationId xmlns:a16="http://schemas.microsoft.com/office/drawing/2014/main" id="{AE51BD24-DC15-4DE2-BE63-1F948546DD87}"/>
              </a:ext>
            </a:extLst>
          </p:cNvPr>
          <p:cNvSpPr/>
          <p:nvPr/>
        </p:nvSpPr>
        <p:spPr>
          <a:xfrm>
            <a:off x="4098140" y="6776907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54" name="Elipse 153">
            <a:extLst>
              <a:ext uri="{FF2B5EF4-FFF2-40B4-BE49-F238E27FC236}">
                <a16:creationId xmlns:a16="http://schemas.microsoft.com/office/drawing/2014/main" id="{934C7074-7FF8-4E86-A27C-DA1415DCD258}"/>
              </a:ext>
            </a:extLst>
          </p:cNvPr>
          <p:cNvSpPr/>
          <p:nvPr/>
        </p:nvSpPr>
        <p:spPr>
          <a:xfrm>
            <a:off x="5357686" y="788289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55" name="Elipse 154">
            <a:extLst>
              <a:ext uri="{FF2B5EF4-FFF2-40B4-BE49-F238E27FC236}">
                <a16:creationId xmlns:a16="http://schemas.microsoft.com/office/drawing/2014/main" id="{8CBBCEE5-A035-46A2-84FC-8BE50F45C410}"/>
              </a:ext>
            </a:extLst>
          </p:cNvPr>
          <p:cNvSpPr/>
          <p:nvPr/>
        </p:nvSpPr>
        <p:spPr>
          <a:xfrm>
            <a:off x="4098140" y="786708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56" name="Elipse 155">
            <a:extLst>
              <a:ext uri="{FF2B5EF4-FFF2-40B4-BE49-F238E27FC236}">
                <a16:creationId xmlns:a16="http://schemas.microsoft.com/office/drawing/2014/main" id="{1FC11C91-4F5F-46E2-ABDF-D5C133696E78}"/>
              </a:ext>
            </a:extLst>
          </p:cNvPr>
          <p:cNvSpPr/>
          <p:nvPr/>
        </p:nvSpPr>
        <p:spPr>
          <a:xfrm>
            <a:off x="5357687" y="6776907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57" name="Elipse 156">
            <a:extLst>
              <a:ext uri="{FF2B5EF4-FFF2-40B4-BE49-F238E27FC236}">
                <a16:creationId xmlns:a16="http://schemas.microsoft.com/office/drawing/2014/main" id="{2DD68FB0-2B57-481D-9749-B66F8F6F0AFF}"/>
              </a:ext>
            </a:extLst>
          </p:cNvPr>
          <p:cNvSpPr/>
          <p:nvPr/>
        </p:nvSpPr>
        <p:spPr>
          <a:xfrm>
            <a:off x="6361497" y="608545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58" name="Elipse 157">
            <a:extLst>
              <a:ext uri="{FF2B5EF4-FFF2-40B4-BE49-F238E27FC236}">
                <a16:creationId xmlns:a16="http://schemas.microsoft.com/office/drawing/2014/main" id="{8AE1EA6C-41DE-4BF8-9FFC-4166DF6F0AFA}"/>
              </a:ext>
            </a:extLst>
          </p:cNvPr>
          <p:cNvSpPr/>
          <p:nvPr/>
        </p:nvSpPr>
        <p:spPr>
          <a:xfrm>
            <a:off x="6107817" y="870031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59" name="Elipse 158">
            <a:extLst>
              <a:ext uri="{FF2B5EF4-FFF2-40B4-BE49-F238E27FC236}">
                <a16:creationId xmlns:a16="http://schemas.microsoft.com/office/drawing/2014/main" id="{E256A596-5CB8-4360-ACC3-E84660775CD6}"/>
              </a:ext>
            </a:extLst>
          </p:cNvPr>
          <p:cNvSpPr/>
          <p:nvPr/>
        </p:nvSpPr>
        <p:spPr>
          <a:xfrm>
            <a:off x="6429591" y="777964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160" name="Conector recto 159">
            <a:extLst>
              <a:ext uri="{FF2B5EF4-FFF2-40B4-BE49-F238E27FC236}">
                <a16:creationId xmlns:a16="http://schemas.microsoft.com/office/drawing/2014/main" id="{D5089735-9E0B-4AE5-8788-C3204207DEF8}"/>
              </a:ext>
            </a:extLst>
          </p:cNvPr>
          <p:cNvCxnSpPr>
            <a:cxnSpLocks/>
            <a:stCxn id="159" idx="0"/>
            <a:endCxn id="157" idx="4"/>
          </p:cNvCxnSpPr>
          <p:nvPr/>
        </p:nvCxnSpPr>
        <p:spPr>
          <a:xfrm flipH="1" flipV="1">
            <a:off x="6646329" y="6589507"/>
            <a:ext cx="68094" cy="1190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ector recto 162">
            <a:extLst>
              <a:ext uri="{FF2B5EF4-FFF2-40B4-BE49-F238E27FC236}">
                <a16:creationId xmlns:a16="http://schemas.microsoft.com/office/drawing/2014/main" id="{0E878D3F-45B0-4CB4-BBC5-98B268BFDDD4}"/>
              </a:ext>
            </a:extLst>
          </p:cNvPr>
          <p:cNvCxnSpPr>
            <a:cxnSpLocks/>
            <a:stCxn id="155" idx="5"/>
            <a:endCxn id="154" idx="3"/>
          </p:cNvCxnSpPr>
          <p:nvPr/>
        </p:nvCxnSpPr>
        <p:spPr>
          <a:xfrm>
            <a:off x="4584378" y="8297325"/>
            <a:ext cx="856733" cy="158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ector recto 163">
            <a:extLst>
              <a:ext uri="{FF2B5EF4-FFF2-40B4-BE49-F238E27FC236}">
                <a16:creationId xmlns:a16="http://schemas.microsoft.com/office/drawing/2014/main" id="{87C184F0-2B25-4ABC-A83C-8A181A054D10}"/>
              </a:ext>
            </a:extLst>
          </p:cNvPr>
          <p:cNvCxnSpPr>
            <a:cxnSpLocks/>
            <a:stCxn id="154" idx="5"/>
            <a:endCxn id="158" idx="1"/>
          </p:cNvCxnSpPr>
          <p:nvPr/>
        </p:nvCxnSpPr>
        <p:spPr>
          <a:xfrm>
            <a:off x="5843924" y="8313131"/>
            <a:ext cx="347318" cy="461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ector recto 164">
            <a:extLst>
              <a:ext uri="{FF2B5EF4-FFF2-40B4-BE49-F238E27FC236}">
                <a16:creationId xmlns:a16="http://schemas.microsoft.com/office/drawing/2014/main" id="{FCA4BC21-9B00-436B-9D93-378BDCD469E2}"/>
              </a:ext>
            </a:extLst>
          </p:cNvPr>
          <p:cNvCxnSpPr>
            <a:cxnSpLocks/>
            <a:stCxn id="154" idx="7"/>
            <a:endCxn id="156" idx="3"/>
          </p:cNvCxnSpPr>
          <p:nvPr/>
        </p:nvCxnSpPr>
        <p:spPr>
          <a:xfrm flipH="1" flipV="1">
            <a:off x="5441112" y="7207146"/>
            <a:ext cx="402812" cy="749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cto 165">
            <a:extLst>
              <a:ext uri="{FF2B5EF4-FFF2-40B4-BE49-F238E27FC236}">
                <a16:creationId xmlns:a16="http://schemas.microsoft.com/office/drawing/2014/main" id="{8B8F7565-049E-41D1-B696-D8724D343AD7}"/>
              </a:ext>
            </a:extLst>
          </p:cNvPr>
          <p:cNvCxnSpPr>
            <a:cxnSpLocks/>
            <a:stCxn id="152" idx="6"/>
            <a:endCxn id="157" idx="1"/>
          </p:cNvCxnSpPr>
          <p:nvPr/>
        </p:nvCxnSpPr>
        <p:spPr>
          <a:xfrm flipV="1">
            <a:off x="3754002" y="6159268"/>
            <a:ext cx="2690920" cy="229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cto 183">
            <a:extLst>
              <a:ext uri="{FF2B5EF4-FFF2-40B4-BE49-F238E27FC236}">
                <a16:creationId xmlns:a16="http://schemas.microsoft.com/office/drawing/2014/main" id="{3B06548F-B426-466E-B327-DB01D7798A19}"/>
              </a:ext>
            </a:extLst>
          </p:cNvPr>
          <p:cNvCxnSpPr>
            <a:cxnSpLocks/>
            <a:stCxn id="156" idx="7"/>
            <a:endCxn id="157" idx="3"/>
          </p:cNvCxnSpPr>
          <p:nvPr/>
        </p:nvCxnSpPr>
        <p:spPr>
          <a:xfrm flipV="1">
            <a:off x="5843925" y="6515690"/>
            <a:ext cx="600997" cy="335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24E9A138-D879-4070-91DE-A27253FA2CB0}"/>
              </a:ext>
            </a:extLst>
          </p:cNvPr>
          <p:cNvCxnSpPr>
            <a:cxnSpLocks/>
            <a:stCxn id="156" idx="2"/>
            <a:endCxn id="153" idx="6"/>
          </p:cNvCxnSpPr>
          <p:nvPr/>
        </p:nvCxnSpPr>
        <p:spPr>
          <a:xfrm flipH="1">
            <a:off x="4667803" y="7028935"/>
            <a:ext cx="6898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ángulo 189">
            <a:extLst>
              <a:ext uri="{FF2B5EF4-FFF2-40B4-BE49-F238E27FC236}">
                <a16:creationId xmlns:a16="http://schemas.microsoft.com/office/drawing/2014/main" id="{6BBE56EB-AD95-4266-943B-C9E881517571}"/>
              </a:ext>
            </a:extLst>
          </p:cNvPr>
          <p:cNvSpPr/>
          <p:nvPr/>
        </p:nvSpPr>
        <p:spPr>
          <a:xfrm>
            <a:off x="4837055" y="6270390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1" name="Rectángulo 190">
            <a:extLst>
              <a:ext uri="{FF2B5EF4-FFF2-40B4-BE49-F238E27FC236}">
                <a16:creationId xmlns:a16="http://schemas.microsoft.com/office/drawing/2014/main" id="{52068510-0DC4-46FC-BF94-3298EB29708B}"/>
              </a:ext>
            </a:extLst>
          </p:cNvPr>
          <p:cNvSpPr/>
          <p:nvPr/>
        </p:nvSpPr>
        <p:spPr>
          <a:xfrm>
            <a:off x="5660810" y="8642729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92" name="Rectángulo 191">
            <a:extLst>
              <a:ext uri="{FF2B5EF4-FFF2-40B4-BE49-F238E27FC236}">
                <a16:creationId xmlns:a16="http://schemas.microsoft.com/office/drawing/2014/main" id="{BF8E091C-252F-4614-BA52-DC6B9EC25A1F}"/>
              </a:ext>
            </a:extLst>
          </p:cNvPr>
          <p:cNvSpPr/>
          <p:nvPr/>
        </p:nvSpPr>
        <p:spPr>
          <a:xfrm>
            <a:off x="4910522" y="7726880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3" name="Rectángulo 192">
            <a:extLst>
              <a:ext uri="{FF2B5EF4-FFF2-40B4-BE49-F238E27FC236}">
                <a16:creationId xmlns:a16="http://schemas.microsoft.com/office/drawing/2014/main" id="{BCF60C98-4868-458C-A83F-29320EA7D64B}"/>
              </a:ext>
            </a:extLst>
          </p:cNvPr>
          <p:cNvSpPr/>
          <p:nvPr/>
        </p:nvSpPr>
        <p:spPr>
          <a:xfrm>
            <a:off x="5770554" y="7352861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4" name="Rectángulo 193">
            <a:extLst>
              <a:ext uri="{FF2B5EF4-FFF2-40B4-BE49-F238E27FC236}">
                <a16:creationId xmlns:a16="http://schemas.microsoft.com/office/drawing/2014/main" id="{5AAD7603-1A1E-415A-82A0-ABEF2167DBBE}"/>
              </a:ext>
            </a:extLst>
          </p:cNvPr>
          <p:cNvSpPr/>
          <p:nvPr/>
        </p:nvSpPr>
        <p:spPr>
          <a:xfrm>
            <a:off x="6847323" y="7045685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5952A00C-CF78-4BFC-B777-6D53FD49CC40}"/>
              </a:ext>
            </a:extLst>
          </p:cNvPr>
          <p:cNvSpPr/>
          <p:nvPr/>
        </p:nvSpPr>
        <p:spPr>
          <a:xfrm>
            <a:off x="5813121" y="6250675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96" name="Rectángulo: esquinas redondeadas 195">
            <a:extLst>
              <a:ext uri="{FF2B5EF4-FFF2-40B4-BE49-F238E27FC236}">
                <a16:creationId xmlns:a16="http://schemas.microsoft.com/office/drawing/2014/main" id="{FF8292DC-9545-491B-9EB2-351189525E9D}"/>
              </a:ext>
            </a:extLst>
          </p:cNvPr>
          <p:cNvSpPr/>
          <p:nvPr/>
        </p:nvSpPr>
        <p:spPr>
          <a:xfrm>
            <a:off x="8967644" y="5717134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Binarios</a:t>
            </a:r>
            <a:endParaRPr lang="en-US" dirty="0"/>
          </a:p>
        </p:txBody>
      </p:sp>
      <p:sp>
        <p:nvSpPr>
          <p:cNvPr id="197" name="Elipse 196">
            <a:extLst>
              <a:ext uri="{FF2B5EF4-FFF2-40B4-BE49-F238E27FC236}">
                <a16:creationId xmlns:a16="http://schemas.microsoft.com/office/drawing/2014/main" id="{99BF4FF5-E298-4978-AC85-9E1AF2DBA79F}"/>
              </a:ext>
            </a:extLst>
          </p:cNvPr>
          <p:cNvSpPr/>
          <p:nvPr/>
        </p:nvSpPr>
        <p:spPr>
          <a:xfrm>
            <a:off x="10675975" y="728959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98" name="Elipse 197">
            <a:extLst>
              <a:ext uri="{FF2B5EF4-FFF2-40B4-BE49-F238E27FC236}">
                <a16:creationId xmlns:a16="http://schemas.microsoft.com/office/drawing/2014/main" id="{FB7DB5AD-30F2-48E7-BD38-43AA2B60A8AA}"/>
              </a:ext>
            </a:extLst>
          </p:cNvPr>
          <p:cNvSpPr/>
          <p:nvPr/>
        </p:nvSpPr>
        <p:spPr>
          <a:xfrm>
            <a:off x="9825589" y="6593167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99" name="Elipse 198">
            <a:extLst>
              <a:ext uri="{FF2B5EF4-FFF2-40B4-BE49-F238E27FC236}">
                <a16:creationId xmlns:a16="http://schemas.microsoft.com/office/drawing/2014/main" id="{BF687AA2-D733-4AA3-8F59-F9CB94BFD7AE}"/>
              </a:ext>
            </a:extLst>
          </p:cNvPr>
          <p:cNvSpPr/>
          <p:nvPr/>
        </p:nvSpPr>
        <p:spPr>
          <a:xfrm>
            <a:off x="8484032" y="8318304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00" name="Elipse 199">
            <a:extLst>
              <a:ext uri="{FF2B5EF4-FFF2-40B4-BE49-F238E27FC236}">
                <a16:creationId xmlns:a16="http://schemas.microsoft.com/office/drawing/2014/main" id="{D970B029-17FA-40AF-8638-EC001096454B}"/>
              </a:ext>
            </a:extLst>
          </p:cNvPr>
          <p:cNvSpPr/>
          <p:nvPr/>
        </p:nvSpPr>
        <p:spPr>
          <a:xfrm>
            <a:off x="9156724" y="7363030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03" name="Elipse 202">
            <a:extLst>
              <a:ext uri="{FF2B5EF4-FFF2-40B4-BE49-F238E27FC236}">
                <a16:creationId xmlns:a16="http://schemas.microsoft.com/office/drawing/2014/main" id="{67105F87-20EB-4533-8252-D34FAD11B635}"/>
              </a:ext>
            </a:extLst>
          </p:cNvPr>
          <p:cNvSpPr/>
          <p:nvPr/>
        </p:nvSpPr>
        <p:spPr>
          <a:xfrm>
            <a:off x="9575651" y="8303314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204" name="Elipse 203">
            <a:extLst>
              <a:ext uri="{FF2B5EF4-FFF2-40B4-BE49-F238E27FC236}">
                <a16:creationId xmlns:a16="http://schemas.microsoft.com/office/drawing/2014/main" id="{55EAFFCA-4046-4F68-9BF5-A29EBB781327}"/>
              </a:ext>
            </a:extLst>
          </p:cNvPr>
          <p:cNvSpPr/>
          <p:nvPr/>
        </p:nvSpPr>
        <p:spPr>
          <a:xfrm>
            <a:off x="11347500" y="833390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205" name="Conector recto 204">
            <a:extLst>
              <a:ext uri="{FF2B5EF4-FFF2-40B4-BE49-F238E27FC236}">
                <a16:creationId xmlns:a16="http://schemas.microsoft.com/office/drawing/2014/main" id="{20409880-1C91-4E71-95F7-D5A4DC90D887}"/>
              </a:ext>
            </a:extLst>
          </p:cNvPr>
          <p:cNvCxnSpPr>
            <a:cxnSpLocks/>
            <a:stCxn id="204" idx="0"/>
            <a:endCxn id="197" idx="5"/>
          </p:cNvCxnSpPr>
          <p:nvPr/>
        </p:nvCxnSpPr>
        <p:spPr>
          <a:xfrm flipH="1" flipV="1">
            <a:off x="11162213" y="7719837"/>
            <a:ext cx="470119" cy="614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ector recto 205">
            <a:extLst>
              <a:ext uri="{FF2B5EF4-FFF2-40B4-BE49-F238E27FC236}">
                <a16:creationId xmlns:a16="http://schemas.microsoft.com/office/drawing/2014/main" id="{86EC52EE-256B-4D52-9087-5B2CD50645B6}"/>
              </a:ext>
            </a:extLst>
          </p:cNvPr>
          <p:cNvCxnSpPr>
            <a:cxnSpLocks/>
            <a:stCxn id="200" idx="7"/>
            <a:endCxn id="198" idx="3"/>
          </p:cNvCxnSpPr>
          <p:nvPr/>
        </p:nvCxnSpPr>
        <p:spPr>
          <a:xfrm flipV="1">
            <a:off x="9642962" y="7023406"/>
            <a:ext cx="266052" cy="4134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ector recto 206">
            <a:extLst>
              <a:ext uri="{FF2B5EF4-FFF2-40B4-BE49-F238E27FC236}">
                <a16:creationId xmlns:a16="http://schemas.microsoft.com/office/drawing/2014/main" id="{E135CA46-8C77-4420-9596-C6886CAF1C37}"/>
              </a:ext>
            </a:extLst>
          </p:cNvPr>
          <p:cNvCxnSpPr>
            <a:cxnSpLocks/>
            <a:stCxn id="200" idx="3"/>
            <a:endCxn id="199" idx="7"/>
          </p:cNvCxnSpPr>
          <p:nvPr/>
        </p:nvCxnSpPr>
        <p:spPr>
          <a:xfrm flipH="1">
            <a:off x="8970270" y="7793269"/>
            <a:ext cx="269879" cy="598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>
            <a:extLst>
              <a:ext uri="{FF2B5EF4-FFF2-40B4-BE49-F238E27FC236}">
                <a16:creationId xmlns:a16="http://schemas.microsoft.com/office/drawing/2014/main" id="{EED4B86B-09E7-4993-9117-5283D790FCB5}"/>
              </a:ext>
            </a:extLst>
          </p:cNvPr>
          <p:cNvCxnSpPr>
            <a:cxnSpLocks/>
            <a:stCxn id="200" idx="5"/>
            <a:endCxn id="203" idx="1"/>
          </p:cNvCxnSpPr>
          <p:nvPr/>
        </p:nvCxnSpPr>
        <p:spPr>
          <a:xfrm>
            <a:off x="9642962" y="7793269"/>
            <a:ext cx="16114" cy="5838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ector recto 209">
            <a:extLst>
              <a:ext uri="{FF2B5EF4-FFF2-40B4-BE49-F238E27FC236}">
                <a16:creationId xmlns:a16="http://schemas.microsoft.com/office/drawing/2014/main" id="{254986A7-B040-45EC-BFE4-C32D277F8DFA}"/>
              </a:ext>
            </a:extLst>
          </p:cNvPr>
          <p:cNvCxnSpPr>
            <a:cxnSpLocks/>
            <a:stCxn id="198" idx="5"/>
            <a:endCxn id="197" idx="1"/>
          </p:cNvCxnSpPr>
          <p:nvPr/>
        </p:nvCxnSpPr>
        <p:spPr>
          <a:xfrm>
            <a:off x="10311827" y="7023406"/>
            <a:ext cx="447573" cy="340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9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20" grpId="0" animBg="1"/>
      <p:bldP spid="125" grpId="0" animBg="1"/>
      <p:bldP spid="126" grpId="0" animBg="1"/>
      <p:bldP spid="127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90" grpId="0"/>
      <p:bldP spid="191" grpId="0"/>
      <p:bldP spid="192" grpId="0"/>
      <p:bldP spid="193" grpId="0"/>
      <p:bldP spid="194" grpId="0"/>
      <p:bldP spid="195" grpId="0"/>
      <p:bldP spid="196" grpId="0" animBg="1"/>
      <p:bldP spid="197" grpId="0" animBg="1"/>
      <p:bldP spid="198" grpId="0" animBg="1"/>
      <p:bldP spid="199" grpId="0" animBg="1"/>
      <p:bldP spid="200" grpId="0" animBg="1"/>
      <p:bldP spid="203" grpId="0" animBg="1"/>
      <p:bldP spid="20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">
            <a:extLst>
              <a:ext uri="{FF2B5EF4-FFF2-40B4-BE49-F238E27FC236}">
                <a16:creationId xmlns:a16="http://schemas.microsoft.com/office/drawing/2014/main" id="{E63EAF1A-EEEA-4118-84F7-8329B278B1EF}"/>
              </a:ext>
            </a:extLst>
          </p:cNvPr>
          <p:cNvSpPr txBox="1">
            <a:spLocks/>
          </p:cNvSpPr>
          <p:nvPr/>
        </p:nvSpPr>
        <p:spPr>
          <a:xfrm>
            <a:off x="591779" y="1278784"/>
            <a:ext cx="11699251" cy="1266052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Determina el nivel y la altura del siguiente árbol considerando como raíz el vértice d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A2A6D5BE-02FC-4DB2-AF0D-B3A9F6228601}"/>
              </a:ext>
            </a:extLst>
          </p:cNvPr>
          <p:cNvSpPr/>
          <p:nvPr/>
        </p:nvSpPr>
        <p:spPr>
          <a:xfrm>
            <a:off x="4294654" y="422281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A3AB791F-F88E-4E0B-9C7D-0C032A0D5415}"/>
              </a:ext>
            </a:extLst>
          </p:cNvPr>
          <p:cNvSpPr/>
          <p:nvPr/>
        </p:nvSpPr>
        <p:spPr>
          <a:xfrm>
            <a:off x="5514081" y="3718757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5AD385EF-4B9C-44C8-9B86-4DDF352E5665}"/>
              </a:ext>
            </a:extLst>
          </p:cNvPr>
          <p:cNvSpPr/>
          <p:nvPr/>
        </p:nvSpPr>
        <p:spPr>
          <a:xfrm>
            <a:off x="6033971" y="472686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DB08A300-7CB4-4341-9A26-1D1D51F57D24}"/>
              </a:ext>
            </a:extLst>
          </p:cNvPr>
          <p:cNvSpPr/>
          <p:nvPr/>
        </p:nvSpPr>
        <p:spPr>
          <a:xfrm>
            <a:off x="4689788" y="521000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1E3C1CC3-C33F-4690-AD1D-7BE66D482CB9}"/>
              </a:ext>
            </a:extLst>
          </p:cNvPr>
          <p:cNvSpPr/>
          <p:nvPr/>
        </p:nvSpPr>
        <p:spPr>
          <a:xfrm>
            <a:off x="6954241" y="387928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ACAAB30-B9FF-4E5A-9DA6-3513ECA5A889}"/>
              </a:ext>
            </a:extLst>
          </p:cNvPr>
          <p:cNvSpPr/>
          <p:nvPr/>
        </p:nvSpPr>
        <p:spPr>
          <a:xfrm>
            <a:off x="7824738" y="422281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01E9F20D-DF4C-4FEA-8036-408829D8049E}"/>
              </a:ext>
            </a:extLst>
          </p:cNvPr>
          <p:cNvSpPr/>
          <p:nvPr/>
        </p:nvSpPr>
        <p:spPr>
          <a:xfrm>
            <a:off x="6881538" y="552501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D5202644-4EFF-46AA-8796-9F59CE8F7CC5}"/>
              </a:ext>
            </a:extLst>
          </p:cNvPr>
          <p:cNvSpPr/>
          <p:nvPr/>
        </p:nvSpPr>
        <p:spPr>
          <a:xfrm>
            <a:off x="7824738" y="5143484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1BFB667B-FB1F-4666-9538-A21D752D5BA4}"/>
              </a:ext>
            </a:extLst>
          </p:cNvPr>
          <p:cNvCxnSpPr>
            <a:cxnSpLocks/>
            <a:stCxn id="36" idx="0"/>
            <a:endCxn id="34" idx="4"/>
          </p:cNvCxnSpPr>
          <p:nvPr/>
        </p:nvCxnSpPr>
        <p:spPr>
          <a:xfrm flipV="1">
            <a:off x="8109570" y="4726869"/>
            <a:ext cx="0" cy="416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D74F844-A6C6-44B7-9A2E-7212B48C544F}"/>
              </a:ext>
            </a:extLst>
          </p:cNvPr>
          <p:cNvCxnSpPr>
            <a:cxnSpLocks/>
            <a:stCxn id="32" idx="0"/>
            <a:endCxn id="28" idx="4"/>
          </p:cNvCxnSpPr>
          <p:nvPr/>
        </p:nvCxnSpPr>
        <p:spPr>
          <a:xfrm flipH="1" flipV="1">
            <a:off x="4579486" y="4726869"/>
            <a:ext cx="395134" cy="483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FF3BF2CE-55A0-4C22-AF33-089695956D1E}"/>
              </a:ext>
            </a:extLst>
          </p:cNvPr>
          <p:cNvCxnSpPr>
            <a:cxnSpLocks/>
            <a:stCxn id="32" idx="7"/>
            <a:endCxn id="29" idx="4"/>
          </p:cNvCxnSpPr>
          <p:nvPr/>
        </p:nvCxnSpPr>
        <p:spPr>
          <a:xfrm flipV="1">
            <a:off x="5176026" y="4222813"/>
            <a:ext cx="622887" cy="10610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7D287181-5221-4BE0-B569-79BA1A88E606}"/>
              </a:ext>
            </a:extLst>
          </p:cNvPr>
          <p:cNvCxnSpPr>
            <a:cxnSpLocks/>
            <a:stCxn id="32" idx="5"/>
            <a:endCxn id="31" idx="3"/>
          </p:cNvCxnSpPr>
          <p:nvPr/>
        </p:nvCxnSpPr>
        <p:spPr>
          <a:xfrm flipV="1">
            <a:off x="5176026" y="5157108"/>
            <a:ext cx="941370" cy="483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89E004C-62EE-4AAC-84C5-E006C94D5B50}"/>
              </a:ext>
            </a:extLst>
          </p:cNvPr>
          <p:cNvCxnSpPr>
            <a:cxnSpLocks/>
            <a:stCxn id="31" idx="5"/>
            <a:endCxn id="35" idx="1"/>
          </p:cNvCxnSpPr>
          <p:nvPr/>
        </p:nvCxnSpPr>
        <p:spPr>
          <a:xfrm>
            <a:off x="6520209" y="5157108"/>
            <a:ext cx="444754" cy="441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925F13C8-8380-4EB6-B720-9B1B47EB5F5B}"/>
              </a:ext>
            </a:extLst>
          </p:cNvPr>
          <p:cNvCxnSpPr>
            <a:cxnSpLocks/>
            <a:stCxn id="31" idx="7"/>
            <a:endCxn id="33" idx="3"/>
          </p:cNvCxnSpPr>
          <p:nvPr/>
        </p:nvCxnSpPr>
        <p:spPr>
          <a:xfrm flipV="1">
            <a:off x="6520209" y="4309524"/>
            <a:ext cx="517457" cy="491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2CA16A35-65B9-4765-97E5-8313BE8CAF91}"/>
              </a:ext>
            </a:extLst>
          </p:cNvPr>
          <p:cNvCxnSpPr>
            <a:cxnSpLocks/>
            <a:stCxn id="33" idx="6"/>
            <a:endCxn id="34" idx="1"/>
          </p:cNvCxnSpPr>
          <p:nvPr/>
        </p:nvCxnSpPr>
        <p:spPr>
          <a:xfrm>
            <a:off x="7523904" y="4131313"/>
            <a:ext cx="384259" cy="165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41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 err="1"/>
              <a:t>Subarboles</a:t>
            </a:r>
            <a:r>
              <a:rPr lang="es-ES_tradnl" sz="4400" dirty="0"/>
              <a:t>, </a:t>
            </a:r>
            <a:r>
              <a:rPr lang="es-ES_tradnl" sz="4400" dirty="0" err="1"/>
              <a:t>vertices</a:t>
            </a:r>
            <a:r>
              <a:rPr lang="es-ES_tradnl" sz="4400" dirty="0"/>
              <a:t> terminales e internos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6F19DD10-A6E3-4773-8053-84864E1B2059}"/>
              </a:ext>
            </a:extLst>
          </p:cNvPr>
          <p:cNvSpPr/>
          <p:nvPr/>
        </p:nvSpPr>
        <p:spPr>
          <a:xfrm>
            <a:off x="3518706" y="2981990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D08AAF15-88EF-4C5F-A3ED-FB12A35BB16C}"/>
              </a:ext>
            </a:extLst>
          </p:cNvPr>
          <p:cNvSpPr/>
          <p:nvPr/>
        </p:nvSpPr>
        <p:spPr>
          <a:xfrm>
            <a:off x="2224150" y="171983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363AB249-1EC9-4F44-8640-731507902CF1}"/>
              </a:ext>
            </a:extLst>
          </p:cNvPr>
          <p:cNvSpPr/>
          <p:nvPr/>
        </p:nvSpPr>
        <p:spPr>
          <a:xfrm>
            <a:off x="633353" y="421444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971223A6-6EDF-4E9B-B9CF-831F1D9A62A8}"/>
              </a:ext>
            </a:extLst>
          </p:cNvPr>
          <p:cNvSpPr/>
          <p:nvPr/>
        </p:nvSpPr>
        <p:spPr>
          <a:xfrm>
            <a:off x="1211899" y="305194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B2D8DFB7-E1FD-45BD-83A0-5F261BC0CB42}"/>
              </a:ext>
            </a:extLst>
          </p:cNvPr>
          <p:cNvSpPr/>
          <p:nvPr/>
        </p:nvSpPr>
        <p:spPr>
          <a:xfrm>
            <a:off x="2192888" y="297813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305DF4D4-B7CE-4A24-A7B8-0151ED4AECAE}"/>
              </a:ext>
            </a:extLst>
          </p:cNvPr>
          <p:cNvSpPr/>
          <p:nvPr/>
        </p:nvSpPr>
        <p:spPr>
          <a:xfrm>
            <a:off x="2942710" y="419805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713661C3-4250-4ACF-875D-1C96E83083B2}"/>
              </a:ext>
            </a:extLst>
          </p:cNvPr>
          <p:cNvSpPr/>
          <p:nvPr/>
        </p:nvSpPr>
        <p:spPr>
          <a:xfrm>
            <a:off x="1737912" y="421444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B451A972-539E-4180-BA41-4482D6D230E7}"/>
              </a:ext>
            </a:extLst>
          </p:cNvPr>
          <p:cNvSpPr/>
          <p:nvPr/>
        </p:nvSpPr>
        <p:spPr>
          <a:xfrm>
            <a:off x="4272865" y="418605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072D912F-E5B8-4B53-B86D-86CD48A0042E}"/>
              </a:ext>
            </a:extLst>
          </p:cNvPr>
          <p:cNvCxnSpPr>
            <a:cxnSpLocks/>
            <a:stCxn id="86" idx="0"/>
            <a:endCxn id="79" idx="5"/>
          </p:cNvCxnSpPr>
          <p:nvPr/>
        </p:nvCxnSpPr>
        <p:spPr>
          <a:xfrm flipH="1" flipV="1">
            <a:off x="4004944" y="3412229"/>
            <a:ext cx="552753" cy="77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7175E179-2F6A-47B0-86CA-D267EFC7484D}"/>
              </a:ext>
            </a:extLst>
          </p:cNvPr>
          <p:cNvCxnSpPr>
            <a:cxnSpLocks/>
            <a:stCxn id="82" idx="7"/>
            <a:endCxn id="80" idx="3"/>
          </p:cNvCxnSpPr>
          <p:nvPr/>
        </p:nvCxnSpPr>
        <p:spPr>
          <a:xfrm flipV="1">
            <a:off x="1698137" y="2150071"/>
            <a:ext cx="609438" cy="975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62CF1045-8CCF-44DD-B993-169E8F37D90F}"/>
              </a:ext>
            </a:extLst>
          </p:cNvPr>
          <p:cNvCxnSpPr>
            <a:cxnSpLocks/>
            <a:stCxn id="82" idx="3"/>
            <a:endCxn id="81" idx="0"/>
          </p:cNvCxnSpPr>
          <p:nvPr/>
        </p:nvCxnSpPr>
        <p:spPr>
          <a:xfrm flipH="1">
            <a:off x="918185" y="3482188"/>
            <a:ext cx="377139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8BEA582A-72A6-47C4-A1EF-6619F73F33A9}"/>
              </a:ext>
            </a:extLst>
          </p:cNvPr>
          <p:cNvCxnSpPr>
            <a:cxnSpLocks/>
            <a:stCxn id="82" idx="5"/>
            <a:endCxn id="85" idx="0"/>
          </p:cNvCxnSpPr>
          <p:nvPr/>
        </p:nvCxnSpPr>
        <p:spPr>
          <a:xfrm>
            <a:off x="1698137" y="3482188"/>
            <a:ext cx="324607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7622D7C8-9AB1-408D-BC20-503B31745A2D}"/>
              </a:ext>
            </a:extLst>
          </p:cNvPr>
          <p:cNvCxnSpPr>
            <a:cxnSpLocks/>
            <a:stCxn id="80" idx="4"/>
            <a:endCxn id="83" idx="0"/>
          </p:cNvCxnSpPr>
          <p:nvPr/>
        </p:nvCxnSpPr>
        <p:spPr>
          <a:xfrm flipH="1">
            <a:off x="2477720" y="2223888"/>
            <a:ext cx="31262" cy="754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FF8B94F4-1E21-42DE-A130-E2E8B4B8D5C0}"/>
              </a:ext>
            </a:extLst>
          </p:cNvPr>
          <p:cNvCxnSpPr>
            <a:cxnSpLocks/>
            <a:stCxn id="80" idx="5"/>
            <a:endCxn id="79" idx="1"/>
          </p:cNvCxnSpPr>
          <p:nvPr/>
        </p:nvCxnSpPr>
        <p:spPr>
          <a:xfrm>
            <a:off x="2710388" y="2150071"/>
            <a:ext cx="891743" cy="905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8CD1F092-084F-4E63-AD8E-3A869C812400}"/>
              </a:ext>
            </a:extLst>
          </p:cNvPr>
          <p:cNvCxnSpPr>
            <a:cxnSpLocks/>
            <a:stCxn id="84" idx="0"/>
            <a:endCxn id="83" idx="5"/>
          </p:cNvCxnSpPr>
          <p:nvPr/>
        </p:nvCxnSpPr>
        <p:spPr>
          <a:xfrm flipH="1" flipV="1">
            <a:off x="2679126" y="3408371"/>
            <a:ext cx="548416" cy="789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Elipse 139">
            <a:extLst>
              <a:ext uri="{FF2B5EF4-FFF2-40B4-BE49-F238E27FC236}">
                <a16:creationId xmlns:a16="http://schemas.microsoft.com/office/drawing/2014/main" id="{3E516840-A9FD-4FBC-A906-4C1AAC293C96}"/>
              </a:ext>
            </a:extLst>
          </p:cNvPr>
          <p:cNvSpPr/>
          <p:nvPr/>
        </p:nvSpPr>
        <p:spPr>
          <a:xfrm>
            <a:off x="2287148" y="6470117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41" name="Elipse 140">
            <a:extLst>
              <a:ext uri="{FF2B5EF4-FFF2-40B4-BE49-F238E27FC236}">
                <a16:creationId xmlns:a16="http://schemas.microsoft.com/office/drawing/2014/main" id="{1712280F-6BB7-4735-9E7C-0C1AC18CE2B5}"/>
              </a:ext>
            </a:extLst>
          </p:cNvPr>
          <p:cNvSpPr/>
          <p:nvPr/>
        </p:nvSpPr>
        <p:spPr>
          <a:xfrm>
            <a:off x="2685773" y="530762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42" name="Elipse 141">
            <a:extLst>
              <a:ext uri="{FF2B5EF4-FFF2-40B4-BE49-F238E27FC236}">
                <a16:creationId xmlns:a16="http://schemas.microsoft.com/office/drawing/2014/main" id="{0F0E99D6-63D4-4A98-9092-9528B3DE03F3}"/>
              </a:ext>
            </a:extLst>
          </p:cNvPr>
          <p:cNvSpPr/>
          <p:nvPr/>
        </p:nvSpPr>
        <p:spPr>
          <a:xfrm>
            <a:off x="3307822" y="6470117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cxnSp>
        <p:nvCxnSpPr>
          <p:cNvPr id="143" name="Conector recto 142">
            <a:extLst>
              <a:ext uri="{FF2B5EF4-FFF2-40B4-BE49-F238E27FC236}">
                <a16:creationId xmlns:a16="http://schemas.microsoft.com/office/drawing/2014/main" id="{4E1DA319-23B4-46A8-AC86-42027D6D70FC}"/>
              </a:ext>
            </a:extLst>
          </p:cNvPr>
          <p:cNvCxnSpPr>
            <a:cxnSpLocks/>
            <a:stCxn id="141" idx="3"/>
            <a:endCxn id="140" idx="0"/>
          </p:cNvCxnSpPr>
          <p:nvPr/>
        </p:nvCxnSpPr>
        <p:spPr>
          <a:xfrm flipH="1">
            <a:off x="2571980" y="5737862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143">
            <a:extLst>
              <a:ext uri="{FF2B5EF4-FFF2-40B4-BE49-F238E27FC236}">
                <a16:creationId xmlns:a16="http://schemas.microsoft.com/office/drawing/2014/main" id="{337D2FE3-381B-4592-9C2B-4FB3F609BF93}"/>
              </a:ext>
            </a:extLst>
          </p:cNvPr>
          <p:cNvCxnSpPr>
            <a:cxnSpLocks/>
            <a:stCxn id="141" idx="5"/>
            <a:endCxn id="142" idx="1"/>
          </p:cNvCxnSpPr>
          <p:nvPr/>
        </p:nvCxnSpPr>
        <p:spPr>
          <a:xfrm>
            <a:off x="3172011" y="5737862"/>
            <a:ext cx="219236" cy="806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 recto 144">
            <a:extLst>
              <a:ext uri="{FF2B5EF4-FFF2-40B4-BE49-F238E27FC236}">
                <a16:creationId xmlns:a16="http://schemas.microsoft.com/office/drawing/2014/main" id="{F9527658-F6E6-4B0F-9E21-083728D288FC}"/>
              </a:ext>
            </a:extLst>
          </p:cNvPr>
          <p:cNvCxnSpPr>
            <a:cxnSpLocks/>
            <a:stCxn id="141" idx="0"/>
            <a:endCxn id="84" idx="4"/>
          </p:cNvCxnSpPr>
          <p:nvPr/>
        </p:nvCxnSpPr>
        <p:spPr>
          <a:xfrm flipV="1">
            <a:off x="2970605" y="4702112"/>
            <a:ext cx="256937" cy="605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ángulo: esquinas redondeadas 145">
            <a:extLst>
              <a:ext uri="{FF2B5EF4-FFF2-40B4-BE49-F238E27FC236}">
                <a16:creationId xmlns:a16="http://schemas.microsoft.com/office/drawing/2014/main" id="{BEC4374C-C4A6-4832-AC75-FFD7E6041631}"/>
              </a:ext>
            </a:extLst>
          </p:cNvPr>
          <p:cNvSpPr/>
          <p:nvPr/>
        </p:nvSpPr>
        <p:spPr>
          <a:xfrm>
            <a:off x="7295730" y="4618297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 arbol </a:t>
            </a:r>
            <a:r>
              <a:rPr lang="en-US" dirty="0" err="1"/>
              <a:t>raiz</a:t>
            </a:r>
            <a:r>
              <a:rPr lang="en-US" dirty="0"/>
              <a:t> b</a:t>
            </a:r>
          </a:p>
        </p:txBody>
      </p:sp>
      <p:sp>
        <p:nvSpPr>
          <p:cNvPr id="147" name="Elipse 146">
            <a:extLst>
              <a:ext uri="{FF2B5EF4-FFF2-40B4-BE49-F238E27FC236}">
                <a16:creationId xmlns:a16="http://schemas.microsoft.com/office/drawing/2014/main" id="{85DA6190-9029-477F-85D9-EEE7AC20CF8B}"/>
              </a:ext>
            </a:extLst>
          </p:cNvPr>
          <p:cNvSpPr/>
          <p:nvPr/>
        </p:nvSpPr>
        <p:spPr>
          <a:xfrm>
            <a:off x="9202725" y="341222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48" name="Elipse 147">
            <a:extLst>
              <a:ext uri="{FF2B5EF4-FFF2-40B4-BE49-F238E27FC236}">
                <a16:creationId xmlns:a16="http://schemas.microsoft.com/office/drawing/2014/main" id="{B44D10F5-8694-40DE-BF61-091117D42C1E}"/>
              </a:ext>
            </a:extLst>
          </p:cNvPr>
          <p:cNvSpPr/>
          <p:nvPr/>
        </p:nvSpPr>
        <p:spPr>
          <a:xfrm>
            <a:off x="9817521" y="222388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49" name="Elipse 148">
            <a:extLst>
              <a:ext uri="{FF2B5EF4-FFF2-40B4-BE49-F238E27FC236}">
                <a16:creationId xmlns:a16="http://schemas.microsoft.com/office/drawing/2014/main" id="{F5C489E6-435E-447B-AD20-615284CCD0B8}"/>
              </a:ext>
            </a:extLst>
          </p:cNvPr>
          <p:cNvSpPr/>
          <p:nvPr/>
        </p:nvSpPr>
        <p:spPr>
          <a:xfrm>
            <a:off x="10518726" y="340777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50" name="Conector recto 149">
            <a:extLst>
              <a:ext uri="{FF2B5EF4-FFF2-40B4-BE49-F238E27FC236}">
                <a16:creationId xmlns:a16="http://schemas.microsoft.com/office/drawing/2014/main" id="{615EA5A5-16CA-4B77-B15D-25226839EBCF}"/>
              </a:ext>
            </a:extLst>
          </p:cNvPr>
          <p:cNvCxnSpPr>
            <a:cxnSpLocks/>
            <a:stCxn id="148" idx="3"/>
            <a:endCxn id="147" idx="0"/>
          </p:cNvCxnSpPr>
          <p:nvPr/>
        </p:nvCxnSpPr>
        <p:spPr>
          <a:xfrm flipH="1">
            <a:off x="9487557" y="2654127"/>
            <a:ext cx="413389" cy="758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150">
            <a:extLst>
              <a:ext uri="{FF2B5EF4-FFF2-40B4-BE49-F238E27FC236}">
                <a16:creationId xmlns:a16="http://schemas.microsoft.com/office/drawing/2014/main" id="{62F32DD7-D7CB-4C03-A2BA-AD609E3B7712}"/>
              </a:ext>
            </a:extLst>
          </p:cNvPr>
          <p:cNvCxnSpPr>
            <a:cxnSpLocks/>
            <a:stCxn id="148" idx="5"/>
            <a:endCxn id="149" idx="0"/>
          </p:cNvCxnSpPr>
          <p:nvPr/>
        </p:nvCxnSpPr>
        <p:spPr>
          <a:xfrm>
            <a:off x="10303759" y="2654127"/>
            <a:ext cx="499799" cy="753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ángulo: esquinas redondeadas 151">
            <a:extLst>
              <a:ext uri="{FF2B5EF4-FFF2-40B4-BE49-F238E27FC236}">
                <a16:creationId xmlns:a16="http://schemas.microsoft.com/office/drawing/2014/main" id="{527BF089-8A87-4174-AF34-215AA86AF134}"/>
              </a:ext>
            </a:extLst>
          </p:cNvPr>
          <p:cNvSpPr/>
          <p:nvPr/>
        </p:nvSpPr>
        <p:spPr>
          <a:xfrm>
            <a:off x="9987618" y="4615569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 arbol </a:t>
            </a:r>
            <a:r>
              <a:rPr lang="en-US" dirty="0" err="1"/>
              <a:t>raiz</a:t>
            </a:r>
            <a:r>
              <a:rPr lang="en-US" dirty="0"/>
              <a:t> e</a:t>
            </a:r>
          </a:p>
        </p:txBody>
      </p:sp>
      <p:sp>
        <p:nvSpPr>
          <p:cNvPr id="153" name="Elipse 152">
            <a:extLst>
              <a:ext uri="{FF2B5EF4-FFF2-40B4-BE49-F238E27FC236}">
                <a16:creationId xmlns:a16="http://schemas.microsoft.com/office/drawing/2014/main" id="{87B442EB-155B-4EB4-8685-5471BA342A5E}"/>
              </a:ext>
            </a:extLst>
          </p:cNvPr>
          <p:cNvSpPr/>
          <p:nvPr/>
        </p:nvSpPr>
        <p:spPr>
          <a:xfrm>
            <a:off x="10994129" y="542123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54" name="Elipse 153">
            <a:extLst>
              <a:ext uri="{FF2B5EF4-FFF2-40B4-BE49-F238E27FC236}">
                <a16:creationId xmlns:a16="http://schemas.microsoft.com/office/drawing/2014/main" id="{106E63F0-5888-489D-A831-5AC79A803E4E}"/>
              </a:ext>
            </a:extLst>
          </p:cNvPr>
          <p:cNvSpPr/>
          <p:nvPr/>
        </p:nvSpPr>
        <p:spPr>
          <a:xfrm>
            <a:off x="11563792" y="665161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4BD9CEAF-C2F2-45CB-A4C0-B97FB1AC8394}"/>
              </a:ext>
            </a:extLst>
          </p:cNvPr>
          <p:cNvCxnSpPr>
            <a:cxnSpLocks/>
            <a:stCxn id="154" idx="0"/>
            <a:endCxn id="153" idx="5"/>
          </p:cNvCxnSpPr>
          <p:nvPr/>
        </p:nvCxnSpPr>
        <p:spPr>
          <a:xfrm flipH="1" flipV="1">
            <a:off x="11480367" y="5851474"/>
            <a:ext cx="368257" cy="800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Elipse 155">
            <a:extLst>
              <a:ext uri="{FF2B5EF4-FFF2-40B4-BE49-F238E27FC236}">
                <a16:creationId xmlns:a16="http://schemas.microsoft.com/office/drawing/2014/main" id="{43E9E002-B261-4786-B20C-DC85983D9FE3}"/>
              </a:ext>
            </a:extLst>
          </p:cNvPr>
          <p:cNvSpPr/>
          <p:nvPr/>
        </p:nvSpPr>
        <p:spPr>
          <a:xfrm>
            <a:off x="11088389" y="8913220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57" name="Elipse 156">
            <a:extLst>
              <a:ext uri="{FF2B5EF4-FFF2-40B4-BE49-F238E27FC236}">
                <a16:creationId xmlns:a16="http://schemas.microsoft.com/office/drawing/2014/main" id="{02AB557E-9967-42A1-A896-28F9F2626A06}"/>
              </a:ext>
            </a:extLst>
          </p:cNvPr>
          <p:cNvSpPr/>
          <p:nvPr/>
        </p:nvSpPr>
        <p:spPr>
          <a:xfrm>
            <a:off x="11487014" y="775072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8" name="Elipse 157">
            <a:extLst>
              <a:ext uri="{FF2B5EF4-FFF2-40B4-BE49-F238E27FC236}">
                <a16:creationId xmlns:a16="http://schemas.microsoft.com/office/drawing/2014/main" id="{CBF74080-A4A0-4D78-B52C-8D8BBF0B59E0}"/>
              </a:ext>
            </a:extLst>
          </p:cNvPr>
          <p:cNvSpPr/>
          <p:nvPr/>
        </p:nvSpPr>
        <p:spPr>
          <a:xfrm>
            <a:off x="11969831" y="8913220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cxnSp>
        <p:nvCxnSpPr>
          <p:cNvPr id="159" name="Conector recto 158">
            <a:extLst>
              <a:ext uri="{FF2B5EF4-FFF2-40B4-BE49-F238E27FC236}">
                <a16:creationId xmlns:a16="http://schemas.microsoft.com/office/drawing/2014/main" id="{97D08BBF-5A49-4116-BA27-7816B8A550FF}"/>
              </a:ext>
            </a:extLst>
          </p:cNvPr>
          <p:cNvCxnSpPr>
            <a:cxnSpLocks/>
            <a:stCxn id="157" idx="3"/>
            <a:endCxn id="156" idx="0"/>
          </p:cNvCxnSpPr>
          <p:nvPr/>
        </p:nvCxnSpPr>
        <p:spPr>
          <a:xfrm flipH="1">
            <a:off x="11373221" y="8180965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recto 159">
            <a:extLst>
              <a:ext uri="{FF2B5EF4-FFF2-40B4-BE49-F238E27FC236}">
                <a16:creationId xmlns:a16="http://schemas.microsoft.com/office/drawing/2014/main" id="{B8C1F986-3415-4C6E-BEC3-C46E94FC1075}"/>
              </a:ext>
            </a:extLst>
          </p:cNvPr>
          <p:cNvCxnSpPr>
            <a:cxnSpLocks/>
            <a:stCxn id="157" idx="5"/>
            <a:endCxn id="158" idx="1"/>
          </p:cNvCxnSpPr>
          <p:nvPr/>
        </p:nvCxnSpPr>
        <p:spPr>
          <a:xfrm>
            <a:off x="11973252" y="8180965"/>
            <a:ext cx="80004" cy="806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C7F7A840-2BE3-47C4-9533-E4280AF1606B}"/>
              </a:ext>
            </a:extLst>
          </p:cNvPr>
          <p:cNvCxnSpPr>
            <a:cxnSpLocks/>
            <a:stCxn id="157" idx="0"/>
            <a:endCxn id="154" idx="4"/>
          </p:cNvCxnSpPr>
          <p:nvPr/>
        </p:nvCxnSpPr>
        <p:spPr>
          <a:xfrm flipV="1">
            <a:off x="11771846" y="7155668"/>
            <a:ext cx="76778" cy="595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ángulo: esquinas redondeadas 179">
            <a:extLst>
              <a:ext uri="{FF2B5EF4-FFF2-40B4-BE49-F238E27FC236}">
                <a16:creationId xmlns:a16="http://schemas.microsoft.com/office/drawing/2014/main" id="{517D6DF4-14F9-4F44-B1BE-477A11B4064C}"/>
              </a:ext>
            </a:extLst>
          </p:cNvPr>
          <p:cNvSpPr/>
          <p:nvPr/>
        </p:nvSpPr>
        <p:spPr>
          <a:xfrm>
            <a:off x="4886751" y="8093214"/>
            <a:ext cx="2448769" cy="806072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Vertices </a:t>
            </a:r>
            <a:r>
              <a:rPr lang="en-US" dirty="0" err="1"/>
              <a:t>terminales</a:t>
            </a:r>
            <a:endParaRPr lang="en-US" dirty="0"/>
          </a:p>
        </p:txBody>
      </p:sp>
      <p:sp>
        <p:nvSpPr>
          <p:cNvPr id="182" name="Rectángulo: esquinas redondeadas 181">
            <a:extLst>
              <a:ext uri="{FF2B5EF4-FFF2-40B4-BE49-F238E27FC236}">
                <a16:creationId xmlns:a16="http://schemas.microsoft.com/office/drawing/2014/main" id="{0EA6D7F7-67A0-4226-81DF-6BFB2345CBB5}"/>
              </a:ext>
            </a:extLst>
          </p:cNvPr>
          <p:cNvSpPr/>
          <p:nvPr/>
        </p:nvSpPr>
        <p:spPr>
          <a:xfrm>
            <a:off x="7818337" y="8093214"/>
            <a:ext cx="2448769" cy="806072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Vertices </a:t>
            </a:r>
            <a:r>
              <a:rPr lang="en-US" dirty="0" err="1"/>
              <a:t>Internos</a:t>
            </a:r>
            <a:endParaRPr lang="en-US" dirty="0"/>
          </a:p>
        </p:txBody>
      </p:sp>
      <p:sp>
        <p:nvSpPr>
          <p:cNvPr id="183" name="Rectángulo: esquinas redondeadas 182">
            <a:extLst>
              <a:ext uri="{FF2B5EF4-FFF2-40B4-BE49-F238E27FC236}">
                <a16:creationId xmlns:a16="http://schemas.microsoft.com/office/drawing/2014/main" id="{92158BBA-7F56-4388-A84A-ACCEA2BC68EC}"/>
              </a:ext>
            </a:extLst>
          </p:cNvPr>
          <p:cNvSpPr/>
          <p:nvPr/>
        </p:nvSpPr>
        <p:spPr>
          <a:xfrm>
            <a:off x="4886751" y="9064673"/>
            <a:ext cx="2445348" cy="566615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d,g,I,k,h</a:t>
            </a:r>
            <a:endParaRPr lang="en-US" dirty="0"/>
          </a:p>
        </p:txBody>
      </p:sp>
      <p:sp>
        <p:nvSpPr>
          <p:cNvPr id="184" name="Rectángulo: esquinas redondeadas 183">
            <a:extLst>
              <a:ext uri="{FF2B5EF4-FFF2-40B4-BE49-F238E27FC236}">
                <a16:creationId xmlns:a16="http://schemas.microsoft.com/office/drawing/2014/main" id="{228A98F6-0794-4698-887A-F8B22B1C9C3A}"/>
              </a:ext>
            </a:extLst>
          </p:cNvPr>
          <p:cNvSpPr/>
          <p:nvPr/>
        </p:nvSpPr>
        <p:spPr>
          <a:xfrm>
            <a:off x="7821758" y="9064672"/>
            <a:ext cx="2445348" cy="596697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b,e,f,j,a</a:t>
            </a:r>
            <a:endParaRPr lang="en-US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38067E0-4174-4B4D-B489-118F927D8B4E}"/>
              </a:ext>
            </a:extLst>
          </p:cNvPr>
          <p:cNvSpPr/>
          <p:nvPr/>
        </p:nvSpPr>
        <p:spPr>
          <a:xfrm>
            <a:off x="390852" y="1439466"/>
            <a:ext cx="6480720" cy="1134601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Nivel 0</a:t>
            </a: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88ECFBD3-A2F3-49C1-A0D6-6A1B419DB90D}"/>
              </a:ext>
            </a:extLst>
          </p:cNvPr>
          <p:cNvSpPr/>
          <p:nvPr/>
        </p:nvSpPr>
        <p:spPr>
          <a:xfrm>
            <a:off x="390852" y="2653893"/>
            <a:ext cx="6480720" cy="1134601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Nivel 1</a:t>
            </a: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31A5DFFD-17C1-4B1C-8CAD-C22A383C7BA1}"/>
              </a:ext>
            </a:extLst>
          </p:cNvPr>
          <p:cNvSpPr/>
          <p:nvPr/>
        </p:nvSpPr>
        <p:spPr>
          <a:xfrm>
            <a:off x="390852" y="3880244"/>
            <a:ext cx="6480720" cy="1134601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Nivel 2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5FB934F4-A6D4-4946-A380-6E244C5FB3B9}"/>
              </a:ext>
            </a:extLst>
          </p:cNvPr>
          <p:cNvSpPr/>
          <p:nvPr/>
        </p:nvSpPr>
        <p:spPr>
          <a:xfrm>
            <a:off x="390852" y="5106595"/>
            <a:ext cx="6480720" cy="1134601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Nivel 3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EC83F6C1-B6AF-446C-ADB8-26CFFE931D2B}"/>
              </a:ext>
            </a:extLst>
          </p:cNvPr>
          <p:cNvSpPr/>
          <p:nvPr/>
        </p:nvSpPr>
        <p:spPr>
          <a:xfrm>
            <a:off x="2057302" y="6318596"/>
            <a:ext cx="4831332" cy="1134601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Nivel 4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3E533636-32DA-4127-8863-171B65A41EAF}"/>
              </a:ext>
            </a:extLst>
          </p:cNvPr>
          <p:cNvSpPr/>
          <p:nvPr/>
        </p:nvSpPr>
        <p:spPr>
          <a:xfrm>
            <a:off x="7597175" y="672214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8BFB47C7-8695-4606-956A-521831EA9E62}"/>
              </a:ext>
            </a:extLst>
          </p:cNvPr>
          <p:cNvSpPr/>
          <p:nvPr/>
        </p:nvSpPr>
        <p:spPr>
          <a:xfrm>
            <a:off x="8211971" y="5533804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3FCD10A9-611E-4416-8594-CD008A4216B8}"/>
              </a:ext>
            </a:extLst>
          </p:cNvPr>
          <p:cNvSpPr/>
          <p:nvPr/>
        </p:nvSpPr>
        <p:spPr>
          <a:xfrm>
            <a:off x="8913176" y="671768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F847C055-B9E3-4687-A006-B9DD27D2283E}"/>
              </a:ext>
            </a:extLst>
          </p:cNvPr>
          <p:cNvCxnSpPr>
            <a:cxnSpLocks/>
            <a:stCxn id="66" idx="3"/>
            <a:endCxn id="65" idx="0"/>
          </p:cNvCxnSpPr>
          <p:nvPr/>
        </p:nvCxnSpPr>
        <p:spPr>
          <a:xfrm flipH="1">
            <a:off x="7882007" y="5964043"/>
            <a:ext cx="413389" cy="758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05278CF5-6DA5-4786-B338-2F763A13058A}"/>
              </a:ext>
            </a:extLst>
          </p:cNvPr>
          <p:cNvCxnSpPr>
            <a:cxnSpLocks/>
            <a:stCxn id="66" idx="5"/>
            <a:endCxn id="67" idx="0"/>
          </p:cNvCxnSpPr>
          <p:nvPr/>
        </p:nvCxnSpPr>
        <p:spPr>
          <a:xfrm>
            <a:off x="8698209" y="5964043"/>
            <a:ext cx="499799" cy="753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563CEF-CA7E-42C8-AC8C-3B333EF9055D}"/>
              </a:ext>
            </a:extLst>
          </p:cNvPr>
          <p:cNvSpPr/>
          <p:nvPr/>
        </p:nvSpPr>
        <p:spPr>
          <a:xfrm>
            <a:off x="8792187" y="1691749"/>
            <a:ext cx="952312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Padre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93E4ADE3-28F3-4D9D-9E54-754F5CEC14B4}"/>
              </a:ext>
            </a:extLst>
          </p:cNvPr>
          <p:cNvSpPr/>
          <p:nvPr/>
        </p:nvSpPr>
        <p:spPr>
          <a:xfrm>
            <a:off x="7743625" y="3415888"/>
            <a:ext cx="845103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Hijos</a:t>
            </a:r>
            <a:endParaRPr lang="en-US" dirty="0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09E3E5EA-6AAA-477E-8DA4-CEEFD3822F8E}"/>
              </a:ext>
            </a:extLst>
          </p:cNvPr>
          <p:cNvSpPr/>
          <p:nvPr/>
        </p:nvSpPr>
        <p:spPr>
          <a:xfrm>
            <a:off x="9817521" y="107676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BAD08201-7CA9-4D2A-8835-B5A80CEF6CD0}"/>
              </a:ext>
            </a:extLst>
          </p:cNvPr>
          <p:cNvCxnSpPr>
            <a:cxnSpLocks/>
            <a:stCxn id="148" idx="0"/>
            <a:endCxn id="73" idx="0"/>
          </p:cNvCxnSpPr>
          <p:nvPr/>
        </p:nvCxnSpPr>
        <p:spPr>
          <a:xfrm flipV="1">
            <a:off x="10102353" y="1076768"/>
            <a:ext cx="0" cy="1147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76">
            <a:extLst>
              <a:ext uri="{FF2B5EF4-FFF2-40B4-BE49-F238E27FC236}">
                <a16:creationId xmlns:a16="http://schemas.microsoft.com/office/drawing/2014/main" id="{261BABBF-6328-4801-9424-D905D36095FB}"/>
              </a:ext>
            </a:extLst>
          </p:cNvPr>
          <p:cNvSpPr/>
          <p:nvPr/>
        </p:nvSpPr>
        <p:spPr>
          <a:xfrm>
            <a:off x="10591799" y="1076768"/>
            <a:ext cx="1369862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Ancestro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30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140" grpId="0" animBg="1"/>
      <p:bldP spid="141" grpId="0" animBg="1"/>
      <p:bldP spid="142" grpId="0" animBg="1"/>
      <p:bldP spid="146" grpId="0" animBg="1"/>
      <p:bldP spid="147" grpId="0" animBg="1"/>
      <p:bldP spid="148" grpId="0" animBg="1"/>
      <p:bldP spid="149" grpId="0" animBg="1"/>
      <p:bldP spid="152" grpId="0" animBg="1"/>
      <p:bldP spid="153" grpId="0" animBg="1"/>
      <p:bldP spid="154" grpId="0" animBg="1"/>
      <p:bldP spid="156" grpId="0" animBg="1"/>
      <p:bldP spid="157" grpId="0" animBg="1"/>
      <p:bldP spid="158" grpId="0" animBg="1"/>
      <p:bldP spid="180" grpId="0" animBg="1"/>
      <p:bldP spid="182" grpId="0" animBg="1"/>
      <p:bldP spid="183" grpId="0" animBg="1"/>
      <p:bldP spid="184" grpId="0" animBg="1"/>
      <p:bldP spid="14" grpId="0" animBg="1"/>
      <p:bldP spid="58" grpId="0" animBg="1"/>
      <p:bldP spid="59" grpId="0" animBg="1"/>
      <p:bldP spid="60" grpId="0" animBg="1"/>
      <p:bldP spid="61" grpId="0" animBg="1"/>
      <p:bldP spid="65" grpId="0" animBg="1"/>
      <p:bldP spid="66" grpId="0" animBg="1"/>
      <p:bldP spid="67" grpId="0" animBg="1"/>
      <p:bldP spid="18" grpId="0"/>
      <p:bldP spid="71" grpId="0"/>
      <p:bldP spid="73" grpId="0" animBg="1"/>
      <p:bldP spid="7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Árbol de expansión mínimo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977FCA1F-5187-4908-83C9-85644B9AEF94}"/>
              </a:ext>
            </a:extLst>
          </p:cNvPr>
          <p:cNvSpPr/>
          <p:nvPr/>
        </p:nvSpPr>
        <p:spPr>
          <a:xfrm>
            <a:off x="432637" y="309918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A24A7320-2079-4625-884F-B9145568C7EB}"/>
              </a:ext>
            </a:extLst>
          </p:cNvPr>
          <p:cNvSpPr/>
          <p:nvPr/>
        </p:nvSpPr>
        <p:spPr>
          <a:xfrm>
            <a:off x="1802986" y="134721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F610B6E9-7BEF-47E1-B0B1-45AF485DEED7}"/>
              </a:ext>
            </a:extLst>
          </p:cNvPr>
          <p:cNvSpPr/>
          <p:nvPr/>
        </p:nvSpPr>
        <p:spPr>
          <a:xfrm>
            <a:off x="3765502" y="130855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27F5AC4A-7057-4640-9C17-7DFC95346D84}"/>
              </a:ext>
            </a:extLst>
          </p:cNvPr>
          <p:cNvSpPr/>
          <p:nvPr/>
        </p:nvSpPr>
        <p:spPr>
          <a:xfrm>
            <a:off x="1251204" y="495014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619033FC-CD8D-49A8-8887-A3E8F0EFF0A8}"/>
              </a:ext>
            </a:extLst>
          </p:cNvPr>
          <p:cNvSpPr/>
          <p:nvPr/>
        </p:nvSpPr>
        <p:spPr>
          <a:xfrm>
            <a:off x="5070571" y="152542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90F8521D-91AD-4B56-85C5-7B66B37A8645}"/>
              </a:ext>
            </a:extLst>
          </p:cNvPr>
          <p:cNvSpPr/>
          <p:nvPr/>
        </p:nvSpPr>
        <p:spPr>
          <a:xfrm>
            <a:off x="4407760" y="546709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1903D38F-844E-4DE0-84BC-7A6E107ED908}"/>
              </a:ext>
            </a:extLst>
          </p:cNvPr>
          <p:cNvSpPr/>
          <p:nvPr/>
        </p:nvSpPr>
        <p:spPr>
          <a:xfrm>
            <a:off x="3754607" y="3573944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1AF2C318-C0AA-43B4-BD34-229148C8C33A}"/>
              </a:ext>
            </a:extLst>
          </p:cNvPr>
          <p:cNvSpPr/>
          <p:nvPr/>
        </p:nvSpPr>
        <p:spPr>
          <a:xfrm>
            <a:off x="6904934" y="491033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6C340987-1C43-4798-AB5A-0548B488E8C0}"/>
              </a:ext>
            </a:extLst>
          </p:cNvPr>
          <p:cNvCxnSpPr>
            <a:cxnSpLocks/>
            <a:stCxn id="85" idx="0"/>
            <a:endCxn id="83" idx="6"/>
          </p:cNvCxnSpPr>
          <p:nvPr/>
        </p:nvCxnSpPr>
        <p:spPr>
          <a:xfrm flipH="1">
            <a:off x="4977423" y="4910331"/>
            <a:ext cx="2212343" cy="8087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602EDBED-6B8E-4216-9779-637F09371423}"/>
              </a:ext>
            </a:extLst>
          </p:cNvPr>
          <p:cNvCxnSpPr>
            <a:cxnSpLocks/>
            <a:stCxn id="81" idx="1"/>
            <a:endCxn id="78" idx="4"/>
          </p:cNvCxnSpPr>
          <p:nvPr/>
        </p:nvCxnSpPr>
        <p:spPr>
          <a:xfrm flipH="1" flipV="1">
            <a:off x="717469" y="3603238"/>
            <a:ext cx="617160" cy="14207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34BE08B6-866F-4BCF-9DD6-2350FC2F72FA}"/>
              </a:ext>
            </a:extLst>
          </p:cNvPr>
          <p:cNvCxnSpPr>
            <a:cxnSpLocks/>
            <a:stCxn id="80" idx="2"/>
            <a:endCxn id="79" idx="6"/>
          </p:cNvCxnSpPr>
          <p:nvPr/>
        </p:nvCxnSpPr>
        <p:spPr>
          <a:xfrm flipH="1">
            <a:off x="2372649" y="1560584"/>
            <a:ext cx="1392853" cy="38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4FF38DBA-6C1A-4359-A993-4813CE169FF0}"/>
              </a:ext>
            </a:extLst>
          </p:cNvPr>
          <p:cNvCxnSpPr>
            <a:cxnSpLocks/>
            <a:stCxn id="81" idx="7"/>
            <a:endCxn id="84" idx="2"/>
          </p:cNvCxnSpPr>
          <p:nvPr/>
        </p:nvCxnSpPr>
        <p:spPr>
          <a:xfrm flipV="1">
            <a:off x="1737442" y="3825972"/>
            <a:ext cx="2017165" cy="1197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8AA90E3A-0687-46B2-B2DE-D30B89CB46D1}"/>
              </a:ext>
            </a:extLst>
          </p:cNvPr>
          <p:cNvCxnSpPr>
            <a:cxnSpLocks/>
            <a:stCxn id="80" idx="4"/>
            <a:endCxn id="84" idx="0"/>
          </p:cNvCxnSpPr>
          <p:nvPr/>
        </p:nvCxnSpPr>
        <p:spPr>
          <a:xfrm flipH="1">
            <a:off x="4039439" y="1812612"/>
            <a:ext cx="10895" cy="1761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42FF24D5-D868-4EA1-9A96-7667AEA7AA52}"/>
              </a:ext>
            </a:extLst>
          </p:cNvPr>
          <p:cNvCxnSpPr>
            <a:cxnSpLocks/>
            <a:stCxn id="80" idx="7"/>
            <a:endCxn id="82" idx="2"/>
          </p:cNvCxnSpPr>
          <p:nvPr/>
        </p:nvCxnSpPr>
        <p:spPr>
          <a:xfrm>
            <a:off x="4251740" y="1382373"/>
            <a:ext cx="818831" cy="3950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531BBD81-5714-482E-82CE-6DEB0F61B5F7}"/>
              </a:ext>
            </a:extLst>
          </p:cNvPr>
          <p:cNvCxnSpPr>
            <a:cxnSpLocks/>
            <a:stCxn id="82" idx="4"/>
            <a:endCxn id="83" idx="0"/>
          </p:cNvCxnSpPr>
          <p:nvPr/>
        </p:nvCxnSpPr>
        <p:spPr>
          <a:xfrm flipH="1">
            <a:off x="4692592" y="2029482"/>
            <a:ext cx="662811" cy="34376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Elipse 105">
            <a:extLst>
              <a:ext uri="{FF2B5EF4-FFF2-40B4-BE49-F238E27FC236}">
                <a16:creationId xmlns:a16="http://schemas.microsoft.com/office/drawing/2014/main" id="{1A7A307E-AC42-453C-B03B-A5759840AF56}"/>
              </a:ext>
            </a:extLst>
          </p:cNvPr>
          <p:cNvSpPr/>
          <p:nvPr/>
        </p:nvSpPr>
        <p:spPr>
          <a:xfrm>
            <a:off x="6337143" y="200171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DC20BC97-39E2-4715-A45A-48346FBAE236}"/>
              </a:ext>
            </a:extLst>
          </p:cNvPr>
          <p:cNvCxnSpPr>
            <a:cxnSpLocks/>
            <a:stCxn id="82" idx="5"/>
            <a:endCxn id="106" idx="2"/>
          </p:cNvCxnSpPr>
          <p:nvPr/>
        </p:nvCxnSpPr>
        <p:spPr>
          <a:xfrm>
            <a:off x="5556809" y="1955665"/>
            <a:ext cx="780334" cy="29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recto 138">
            <a:extLst>
              <a:ext uri="{FF2B5EF4-FFF2-40B4-BE49-F238E27FC236}">
                <a16:creationId xmlns:a16="http://schemas.microsoft.com/office/drawing/2014/main" id="{D7C2AE7D-54BE-474E-8832-AE377DD0E55C}"/>
              </a:ext>
            </a:extLst>
          </p:cNvPr>
          <p:cNvCxnSpPr>
            <a:cxnSpLocks/>
            <a:stCxn id="106" idx="3"/>
            <a:endCxn id="83" idx="7"/>
          </p:cNvCxnSpPr>
          <p:nvPr/>
        </p:nvCxnSpPr>
        <p:spPr>
          <a:xfrm flipH="1">
            <a:off x="4893998" y="2431954"/>
            <a:ext cx="1526570" cy="3108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recto 139">
            <a:extLst>
              <a:ext uri="{FF2B5EF4-FFF2-40B4-BE49-F238E27FC236}">
                <a16:creationId xmlns:a16="http://schemas.microsoft.com/office/drawing/2014/main" id="{650BC47B-86DE-41C6-A4C9-B71ED80725B9}"/>
              </a:ext>
            </a:extLst>
          </p:cNvPr>
          <p:cNvCxnSpPr>
            <a:cxnSpLocks/>
            <a:stCxn id="81" idx="5"/>
            <a:endCxn id="83" idx="2"/>
          </p:cNvCxnSpPr>
          <p:nvPr/>
        </p:nvCxnSpPr>
        <p:spPr>
          <a:xfrm>
            <a:off x="1737442" y="5380382"/>
            <a:ext cx="2670318" cy="338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F4B23311-1641-4C84-94F0-D97D319DF2A9}"/>
              </a:ext>
            </a:extLst>
          </p:cNvPr>
          <p:cNvCxnSpPr>
            <a:cxnSpLocks/>
            <a:stCxn id="79" idx="3"/>
            <a:endCxn id="78" idx="7"/>
          </p:cNvCxnSpPr>
          <p:nvPr/>
        </p:nvCxnSpPr>
        <p:spPr>
          <a:xfrm flipH="1">
            <a:off x="918875" y="1777454"/>
            <a:ext cx="967536" cy="13955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ector recto 141">
            <a:extLst>
              <a:ext uri="{FF2B5EF4-FFF2-40B4-BE49-F238E27FC236}">
                <a16:creationId xmlns:a16="http://schemas.microsoft.com/office/drawing/2014/main" id="{2DE02E4D-BE9F-4217-9A34-82E0FE4C58FB}"/>
              </a:ext>
            </a:extLst>
          </p:cNvPr>
          <p:cNvCxnSpPr>
            <a:cxnSpLocks/>
            <a:stCxn id="83" idx="1"/>
            <a:endCxn id="84" idx="5"/>
          </p:cNvCxnSpPr>
          <p:nvPr/>
        </p:nvCxnSpPr>
        <p:spPr>
          <a:xfrm flipH="1" flipV="1">
            <a:off x="4240845" y="4004183"/>
            <a:ext cx="250340" cy="1536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ector recto 142">
            <a:extLst>
              <a:ext uri="{FF2B5EF4-FFF2-40B4-BE49-F238E27FC236}">
                <a16:creationId xmlns:a16="http://schemas.microsoft.com/office/drawing/2014/main" id="{0BC9D949-12AD-4A02-B695-A704E8831B6F}"/>
              </a:ext>
            </a:extLst>
          </p:cNvPr>
          <p:cNvCxnSpPr>
            <a:cxnSpLocks/>
            <a:stCxn id="106" idx="4"/>
            <a:endCxn id="85" idx="0"/>
          </p:cNvCxnSpPr>
          <p:nvPr/>
        </p:nvCxnSpPr>
        <p:spPr>
          <a:xfrm>
            <a:off x="6621975" y="2505771"/>
            <a:ext cx="567791" cy="2404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ángulo 145">
            <a:extLst>
              <a:ext uri="{FF2B5EF4-FFF2-40B4-BE49-F238E27FC236}">
                <a16:creationId xmlns:a16="http://schemas.microsoft.com/office/drawing/2014/main" id="{FA482CFE-221F-4B6F-95EC-22BCA8CA7982}"/>
              </a:ext>
            </a:extLst>
          </p:cNvPr>
          <p:cNvSpPr/>
          <p:nvPr/>
        </p:nvSpPr>
        <p:spPr>
          <a:xfrm>
            <a:off x="1085321" y="2183672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9A881786-C3DF-4913-8905-86FD875CA4F9}"/>
              </a:ext>
            </a:extLst>
          </p:cNvPr>
          <p:cNvSpPr/>
          <p:nvPr/>
        </p:nvSpPr>
        <p:spPr>
          <a:xfrm>
            <a:off x="2855167" y="1158715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B4F0B7BA-6B50-447F-8852-7EC6C25545DA}"/>
              </a:ext>
            </a:extLst>
          </p:cNvPr>
          <p:cNvSpPr/>
          <p:nvPr/>
        </p:nvSpPr>
        <p:spPr>
          <a:xfrm>
            <a:off x="5424681" y="4263946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49" name="Rectángulo 148">
            <a:extLst>
              <a:ext uri="{FF2B5EF4-FFF2-40B4-BE49-F238E27FC236}">
                <a16:creationId xmlns:a16="http://schemas.microsoft.com/office/drawing/2014/main" id="{0B0E705E-B751-4A5B-9B6A-D72E4A44FD5B}"/>
              </a:ext>
            </a:extLst>
          </p:cNvPr>
          <p:cNvSpPr/>
          <p:nvPr/>
        </p:nvSpPr>
        <p:spPr>
          <a:xfrm>
            <a:off x="5918335" y="1599243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50" name="Rectángulo 149">
            <a:extLst>
              <a:ext uri="{FF2B5EF4-FFF2-40B4-BE49-F238E27FC236}">
                <a16:creationId xmlns:a16="http://schemas.microsoft.com/office/drawing/2014/main" id="{A1834D1B-F6AB-4D17-882C-AF035866AD2D}"/>
              </a:ext>
            </a:extLst>
          </p:cNvPr>
          <p:cNvSpPr/>
          <p:nvPr/>
        </p:nvSpPr>
        <p:spPr>
          <a:xfrm>
            <a:off x="2855167" y="4292221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51" name="Rectángulo 150">
            <a:extLst>
              <a:ext uri="{FF2B5EF4-FFF2-40B4-BE49-F238E27FC236}">
                <a16:creationId xmlns:a16="http://schemas.microsoft.com/office/drawing/2014/main" id="{6379F105-37F7-44C5-BA2F-C94AFA82AF76}"/>
              </a:ext>
            </a:extLst>
          </p:cNvPr>
          <p:cNvSpPr/>
          <p:nvPr/>
        </p:nvSpPr>
        <p:spPr>
          <a:xfrm>
            <a:off x="4039439" y="2384071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52" name="Rectángulo 151">
            <a:extLst>
              <a:ext uri="{FF2B5EF4-FFF2-40B4-BE49-F238E27FC236}">
                <a16:creationId xmlns:a16="http://schemas.microsoft.com/office/drawing/2014/main" id="{221E547E-52C7-4D1F-B684-F663B882D49F}"/>
              </a:ext>
            </a:extLst>
          </p:cNvPr>
          <p:cNvSpPr/>
          <p:nvPr/>
        </p:nvSpPr>
        <p:spPr>
          <a:xfrm>
            <a:off x="4584919" y="1085629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53" name="Rectángulo 152">
            <a:extLst>
              <a:ext uri="{FF2B5EF4-FFF2-40B4-BE49-F238E27FC236}">
                <a16:creationId xmlns:a16="http://schemas.microsoft.com/office/drawing/2014/main" id="{8CEC0ED2-A65F-4173-9ADC-2B7A6FCFB2C7}"/>
              </a:ext>
            </a:extLst>
          </p:cNvPr>
          <p:cNvSpPr/>
          <p:nvPr/>
        </p:nvSpPr>
        <p:spPr>
          <a:xfrm>
            <a:off x="733942" y="4219513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4" name="Rectángulo 153">
            <a:extLst>
              <a:ext uri="{FF2B5EF4-FFF2-40B4-BE49-F238E27FC236}">
                <a16:creationId xmlns:a16="http://schemas.microsoft.com/office/drawing/2014/main" id="{8FCFE4C8-79C4-4210-8CAE-164CD4103899}"/>
              </a:ext>
            </a:extLst>
          </p:cNvPr>
          <p:cNvSpPr/>
          <p:nvPr/>
        </p:nvSpPr>
        <p:spPr>
          <a:xfrm>
            <a:off x="3155226" y="5719121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55" name="Rectángulo 154">
            <a:extLst>
              <a:ext uri="{FF2B5EF4-FFF2-40B4-BE49-F238E27FC236}">
                <a16:creationId xmlns:a16="http://schemas.microsoft.com/office/drawing/2014/main" id="{E6E00ABA-DE72-4D83-B6B2-071618432DCC}"/>
              </a:ext>
            </a:extLst>
          </p:cNvPr>
          <p:cNvSpPr/>
          <p:nvPr/>
        </p:nvSpPr>
        <p:spPr>
          <a:xfrm>
            <a:off x="4037332" y="4549028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6372BF12-6311-44E0-A1AA-6871B8766C62}"/>
              </a:ext>
            </a:extLst>
          </p:cNvPr>
          <p:cNvSpPr/>
          <p:nvPr/>
        </p:nvSpPr>
        <p:spPr>
          <a:xfrm>
            <a:off x="5221207" y="2822871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7" name="Rectángulo 156">
            <a:extLst>
              <a:ext uri="{FF2B5EF4-FFF2-40B4-BE49-F238E27FC236}">
                <a16:creationId xmlns:a16="http://schemas.microsoft.com/office/drawing/2014/main" id="{8BB084B6-0373-4283-9AEA-D6B9CBB04E0D}"/>
              </a:ext>
            </a:extLst>
          </p:cNvPr>
          <p:cNvSpPr/>
          <p:nvPr/>
        </p:nvSpPr>
        <p:spPr>
          <a:xfrm>
            <a:off x="5771286" y="5414387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67" name="Rectángulo 166">
            <a:extLst>
              <a:ext uri="{FF2B5EF4-FFF2-40B4-BE49-F238E27FC236}">
                <a16:creationId xmlns:a16="http://schemas.microsoft.com/office/drawing/2014/main" id="{67844D21-5B89-4A77-8683-EF027E430C05}"/>
              </a:ext>
            </a:extLst>
          </p:cNvPr>
          <p:cNvSpPr/>
          <p:nvPr/>
        </p:nvSpPr>
        <p:spPr>
          <a:xfrm>
            <a:off x="6891964" y="3056389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98" name="Conector recto 197">
            <a:extLst>
              <a:ext uri="{FF2B5EF4-FFF2-40B4-BE49-F238E27FC236}">
                <a16:creationId xmlns:a16="http://schemas.microsoft.com/office/drawing/2014/main" id="{9339D057-5C44-4C5D-B7BB-E3BAA6EED149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4213021" y="4004183"/>
            <a:ext cx="278164" cy="15367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20F686B8-5C76-40CE-AA64-AA8CBB3B14C4}"/>
              </a:ext>
            </a:extLst>
          </p:cNvPr>
          <p:cNvCxnSpPr>
            <a:cxnSpLocks/>
            <a:stCxn id="82" idx="4"/>
            <a:endCxn id="83" idx="0"/>
          </p:cNvCxnSpPr>
          <p:nvPr/>
        </p:nvCxnSpPr>
        <p:spPr>
          <a:xfrm flipH="1">
            <a:off x="4692592" y="2029482"/>
            <a:ext cx="662811" cy="343761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ctor recto 202">
            <a:extLst>
              <a:ext uri="{FF2B5EF4-FFF2-40B4-BE49-F238E27FC236}">
                <a16:creationId xmlns:a16="http://schemas.microsoft.com/office/drawing/2014/main" id="{102C30BB-52B0-48FF-A746-D5098BEC085D}"/>
              </a:ext>
            </a:extLst>
          </p:cNvPr>
          <p:cNvCxnSpPr>
            <a:cxnSpLocks/>
            <a:stCxn id="85" idx="1"/>
            <a:endCxn id="83" idx="6"/>
          </p:cNvCxnSpPr>
          <p:nvPr/>
        </p:nvCxnSpPr>
        <p:spPr>
          <a:xfrm flipH="1">
            <a:off x="4977423" y="4984148"/>
            <a:ext cx="2010936" cy="7349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ector recto 205">
            <a:extLst>
              <a:ext uri="{FF2B5EF4-FFF2-40B4-BE49-F238E27FC236}">
                <a16:creationId xmlns:a16="http://schemas.microsoft.com/office/drawing/2014/main" id="{573E4D37-2C49-473C-949C-B77A0B4BE2C2}"/>
              </a:ext>
            </a:extLst>
          </p:cNvPr>
          <p:cNvCxnSpPr>
            <a:cxnSpLocks/>
            <a:stCxn id="85" idx="0"/>
            <a:endCxn id="106" idx="4"/>
          </p:cNvCxnSpPr>
          <p:nvPr/>
        </p:nvCxnSpPr>
        <p:spPr>
          <a:xfrm flipH="1" flipV="1">
            <a:off x="6621975" y="2505771"/>
            <a:ext cx="567791" cy="24045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ector recto 208">
            <a:extLst>
              <a:ext uri="{FF2B5EF4-FFF2-40B4-BE49-F238E27FC236}">
                <a16:creationId xmlns:a16="http://schemas.microsoft.com/office/drawing/2014/main" id="{A86986A9-1724-4DE8-8B1D-CABC6A3D2ACE}"/>
              </a:ext>
            </a:extLst>
          </p:cNvPr>
          <p:cNvCxnSpPr>
            <a:cxnSpLocks/>
            <a:stCxn id="83" idx="2"/>
            <a:endCxn id="81" idx="5"/>
          </p:cNvCxnSpPr>
          <p:nvPr/>
        </p:nvCxnSpPr>
        <p:spPr>
          <a:xfrm flipH="1" flipV="1">
            <a:off x="1737442" y="5380382"/>
            <a:ext cx="2670318" cy="33873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recto 211">
            <a:extLst>
              <a:ext uri="{FF2B5EF4-FFF2-40B4-BE49-F238E27FC236}">
                <a16:creationId xmlns:a16="http://schemas.microsoft.com/office/drawing/2014/main" id="{1C1E87C0-218F-4BE6-93B6-2EFF2B996AE1}"/>
              </a:ext>
            </a:extLst>
          </p:cNvPr>
          <p:cNvCxnSpPr>
            <a:cxnSpLocks/>
            <a:stCxn id="81" idx="1"/>
            <a:endCxn id="78" idx="4"/>
          </p:cNvCxnSpPr>
          <p:nvPr/>
        </p:nvCxnSpPr>
        <p:spPr>
          <a:xfrm flipH="1" flipV="1">
            <a:off x="717469" y="3603238"/>
            <a:ext cx="617160" cy="142072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ector recto 214">
            <a:extLst>
              <a:ext uri="{FF2B5EF4-FFF2-40B4-BE49-F238E27FC236}">
                <a16:creationId xmlns:a16="http://schemas.microsoft.com/office/drawing/2014/main" id="{E1EAD4DF-6545-4C9B-A17F-29A82A4F14CC}"/>
              </a:ext>
            </a:extLst>
          </p:cNvPr>
          <p:cNvCxnSpPr>
            <a:cxnSpLocks/>
            <a:stCxn id="79" idx="3"/>
            <a:endCxn id="78" idx="7"/>
          </p:cNvCxnSpPr>
          <p:nvPr/>
        </p:nvCxnSpPr>
        <p:spPr>
          <a:xfrm flipH="1">
            <a:off x="918875" y="1777454"/>
            <a:ext cx="967536" cy="13955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6325841A-7231-4008-B580-97E12FFBA88A}"/>
              </a:ext>
            </a:extLst>
          </p:cNvPr>
          <p:cNvCxnSpPr>
            <a:cxnSpLocks/>
            <a:stCxn id="84" idx="0"/>
            <a:endCxn id="80" idx="4"/>
          </p:cNvCxnSpPr>
          <p:nvPr/>
        </p:nvCxnSpPr>
        <p:spPr>
          <a:xfrm flipV="1">
            <a:off x="4039439" y="1812612"/>
            <a:ext cx="10895" cy="17613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Elipse 220">
            <a:extLst>
              <a:ext uri="{FF2B5EF4-FFF2-40B4-BE49-F238E27FC236}">
                <a16:creationId xmlns:a16="http://schemas.microsoft.com/office/drawing/2014/main" id="{A6775C5F-28B2-48A6-9BAF-8E6CCFBB8161}"/>
              </a:ext>
            </a:extLst>
          </p:cNvPr>
          <p:cNvSpPr/>
          <p:nvPr/>
        </p:nvSpPr>
        <p:spPr>
          <a:xfrm>
            <a:off x="10719482" y="530656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22" name="Elipse 221">
            <a:extLst>
              <a:ext uri="{FF2B5EF4-FFF2-40B4-BE49-F238E27FC236}">
                <a16:creationId xmlns:a16="http://schemas.microsoft.com/office/drawing/2014/main" id="{4069EB71-9149-472D-809F-F5FCEEC3C342}"/>
              </a:ext>
            </a:extLst>
          </p:cNvPr>
          <p:cNvSpPr/>
          <p:nvPr/>
        </p:nvSpPr>
        <p:spPr>
          <a:xfrm>
            <a:off x="9670447" y="4268490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223" name="Elipse 222">
            <a:extLst>
              <a:ext uri="{FF2B5EF4-FFF2-40B4-BE49-F238E27FC236}">
                <a16:creationId xmlns:a16="http://schemas.microsoft.com/office/drawing/2014/main" id="{00E07887-C1B3-421F-A30E-5B02EF7E2AB7}"/>
              </a:ext>
            </a:extLst>
          </p:cNvPr>
          <p:cNvSpPr/>
          <p:nvPr/>
        </p:nvSpPr>
        <p:spPr>
          <a:xfrm>
            <a:off x="8502047" y="538038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225" name="Conector recto 224">
            <a:extLst>
              <a:ext uri="{FF2B5EF4-FFF2-40B4-BE49-F238E27FC236}">
                <a16:creationId xmlns:a16="http://schemas.microsoft.com/office/drawing/2014/main" id="{313A0328-D5F5-4CA7-B5AB-D98E2D16B32A}"/>
              </a:ext>
            </a:extLst>
          </p:cNvPr>
          <p:cNvCxnSpPr>
            <a:cxnSpLocks/>
            <a:stCxn id="223" idx="7"/>
            <a:endCxn id="222" idx="3"/>
          </p:cNvCxnSpPr>
          <p:nvPr/>
        </p:nvCxnSpPr>
        <p:spPr>
          <a:xfrm flipV="1">
            <a:off x="8988285" y="4698729"/>
            <a:ext cx="765587" cy="755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65A54C4C-20B7-4119-AFD7-56A83C2045C9}"/>
              </a:ext>
            </a:extLst>
          </p:cNvPr>
          <p:cNvCxnSpPr>
            <a:cxnSpLocks/>
            <a:stCxn id="222" idx="5"/>
            <a:endCxn id="221" idx="1"/>
          </p:cNvCxnSpPr>
          <p:nvPr/>
        </p:nvCxnSpPr>
        <p:spPr>
          <a:xfrm>
            <a:off x="10156685" y="4698729"/>
            <a:ext cx="646222" cy="681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Elipse 250">
            <a:extLst>
              <a:ext uri="{FF2B5EF4-FFF2-40B4-BE49-F238E27FC236}">
                <a16:creationId xmlns:a16="http://schemas.microsoft.com/office/drawing/2014/main" id="{D35709C0-16CA-463A-9E6F-68FB588C9CE7}"/>
              </a:ext>
            </a:extLst>
          </p:cNvPr>
          <p:cNvSpPr/>
          <p:nvPr/>
        </p:nvSpPr>
        <p:spPr>
          <a:xfrm>
            <a:off x="3742558" y="3547155"/>
            <a:ext cx="665202" cy="5716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265" name="Elipse 264">
            <a:extLst>
              <a:ext uri="{FF2B5EF4-FFF2-40B4-BE49-F238E27FC236}">
                <a16:creationId xmlns:a16="http://schemas.microsoft.com/office/drawing/2014/main" id="{019D4FEC-0510-4923-8BAF-C71353CAB3D8}"/>
              </a:ext>
            </a:extLst>
          </p:cNvPr>
          <p:cNvSpPr/>
          <p:nvPr/>
        </p:nvSpPr>
        <p:spPr>
          <a:xfrm>
            <a:off x="8363955" y="6408447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266" name="Elipse 265">
            <a:extLst>
              <a:ext uri="{FF2B5EF4-FFF2-40B4-BE49-F238E27FC236}">
                <a16:creationId xmlns:a16="http://schemas.microsoft.com/office/drawing/2014/main" id="{79B32D36-54AD-4EFE-B419-BE45F8B04A33}"/>
              </a:ext>
            </a:extLst>
          </p:cNvPr>
          <p:cNvSpPr/>
          <p:nvPr/>
        </p:nvSpPr>
        <p:spPr>
          <a:xfrm>
            <a:off x="7253076" y="643792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67" name="Elipse 266">
            <a:extLst>
              <a:ext uri="{FF2B5EF4-FFF2-40B4-BE49-F238E27FC236}">
                <a16:creationId xmlns:a16="http://schemas.microsoft.com/office/drawing/2014/main" id="{5F35DF9F-3422-49FE-AF9B-C0E87FCA1948}"/>
              </a:ext>
            </a:extLst>
          </p:cNvPr>
          <p:cNvSpPr/>
          <p:nvPr/>
        </p:nvSpPr>
        <p:spPr>
          <a:xfrm>
            <a:off x="9759667" y="6408447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75" name="Elipse 274">
            <a:extLst>
              <a:ext uri="{FF2B5EF4-FFF2-40B4-BE49-F238E27FC236}">
                <a16:creationId xmlns:a16="http://schemas.microsoft.com/office/drawing/2014/main" id="{8133FF5B-8D4B-4647-B392-0821B9D49A5F}"/>
              </a:ext>
            </a:extLst>
          </p:cNvPr>
          <p:cNvSpPr/>
          <p:nvPr/>
        </p:nvSpPr>
        <p:spPr>
          <a:xfrm>
            <a:off x="9759667" y="749168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276" name="Conector recto 275">
            <a:extLst>
              <a:ext uri="{FF2B5EF4-FFF2-40B4-BE49-F238E27FC236}">
                <a16:creationId xmlns:a16="http://schemas.microsoft.com/office/drawing/2014/main" id="{CFF8EEDB-643F-4A56-B338-F7FE96055EE1}"/>
              </a:ext>
            </a:extLst>
          </p:cNvPr>
          <p:cNvCxnSpPr>
            <a:cxnSpLocks/>
            <a:stCxn id="275" idx="0"/>
            <a:endCxn id="267" idx="4"/>
          </p:cNvCxnSpPr>
          <p:nvPr/>
        </p:nvCxnSpPr>
        <p:spPr>
          <a:xfrm flipV="1">
            <a:off x="10044499" y="6912503"/>
            <a:ext cx="0" cy="579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Elipse 280">
            <a:extLst>
              <a:ext uri="{FF2B5EF4-FFF2-40B4-BE49-F238E27FC236}">
                <a16:creationId xmlns:a16="http://schemas.microsoft.com/office/drawing/2014/main" id="{74E287FB-4623-4E45-8F9A-1F1FAADFD539}"/>
              </a:ext>
            </a:extLst>
          </p:cNvPr>
          <p:cNvSpPr/>
          <p:nvPr/>
        </p:nvSpPr>
        <p:spPr>
          <a:xfrm>
            <a:off x="7260391" y="755464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282" name="Conector recto 281">
            <a:extLst>
              <a:ext uri="{FF2B5EF4-FFF2-40B4-BE49-F238E27FC236}">
                <a16:creationId xmlns:a16="http://schemas.microsoft.com/office/drawing/2014/main" id="{EABD749F-69A8-4E3E-A1A2-E160214F2CD2}"/>
              </a:ext>
            </a:extLst>
          </p:cNvPr>
          <p:cNvCxnSpPr>
            <a:cxnSpLocks/>
            <a:stCxn id="281" idx="0"/>
            <a:endCxn id="266" idx="4"/>
          </p:cNvCxnSpPr>
          <p:nvPr/>
        </p:nvCxnSpPr>
        <p:spPr>
          <a:xfrm flipH="1" flipV="1">
            <a:off x="7537908" y="6941977"/>
            <a:ext cx="7315" cy="612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Elipse 287">
            <a:extLst>
              <a:ext uri="{FF2B5EF4-FFF2-40B4-BE49-F238E27FC236}">
                <a16:creationId xmlns:a16="http://schemas.microsoft.com/office/drawing/2014/main" id="{127E43CF-9869-4353-84FC-A39833E28648}"/>
              </a:ext>
            </a:extLst>
          </p:cNvPr>
          <p:cNvSpPr/>
          <p:nvPr/>
        </p:nvSpPr>
        <p:spPr>
          <a:xfrm>
            <a:off x="7262852" y="867136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289" name="Conector recto 288">
            <a:extLst>
              <a:ext uri="{FF2B5EF4-FFF2-40B4-BE49-F238E27FC236}">
                <a16:creationId xmlns:a16="http://schemas.microsoft.com/office/drawing/2014/main" id="{29BE7FD4-E87A-4CD5-AB23-8EE0E7EB0974}"/>
              </a:ext>
            </a:extLst>
          </p:cNvPr>
          <p:cNvCxnSpPr>
            <a:cxnSpLocks/>
            <a:stCxn id="288" idx="0"/>
          </p:cNvCxnSpPr>
          <p:nvPr/>
        </p:nvCxnSpPr>
        <p:spPr>
          <a:xfrm flipH="1" flipV="1">
            <a:off x="7540369" y="8058698"/>
            <a:ext cx="7315" cy="612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ector recto 289">
            <a:extLst>
              <a:ext uri="{FF2B5EF4-FFF2-40B4-BE49-F238E27FC236}">
                <a16:creationId xmlns:a16="http://schemas.microsoft.com/office/drawing/2014/main" id="{16C6DB07-2758-4F98-BE36-5920E09E0453}"/>
              </a:ext>
            </a:extLst>
          </p:cNvPr>
          <p:cNvCxnSpPr>
            <a:cxnSpLocks/>
            <a:stCxn id="266" idx="0"/>
            <a:endCxn id="223" idx="3"/>
          </p:cNvCxnSpPr>
          <p:nvPr/>
        </p:nvCxnSpPr>
        <p:spPr>
          <a:xfrm flipV="1">
            <a:off x="7537908" y="5810621"/>
            <a:ext cx="1047564" cy="627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ector recto 292">
            <a:extLst>
              <a:ext uri="{FF2B5EF4-FFF2-40B4-BE49-F238E27FC236}">
                <a16:creationId xmlns:a16="http://schemas.microsoft.com/office/drawing/2014/main" id="{C7D2E83C-743A-4627-A75A-664BBBD2E471}"/>
              </a:ext>
            </a:extLst>
          </p:cNvPr>
          <p:cNvCxnSpPr>
            <a:cxnSpLocks/>
            <a:stCxn id="265" idx="0"/>
            <a:endCxn id="223" idx="4"/>
          </p:cNvCxnSpPr>
          <p:nvPr/>
        </p:nvCxnSpPr>
        <p:spPr>
          <a:xfrm flipV="1">
            <a:off x="8648787" y="5884438"/>
            <a:ext cx="138092" cy="524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295">
            <a:extLst>
              <a:ext uri="{FF2B5EF4-FFF2-40B4-BE49-F238E27FC236}">
                <a16:creationId xmlns:a16="http://schemas.microsoft.com/office/drawing/2014/main" id="{24358B38-66DF-494D-A5D0-C7F70AC5704A}"/>
              </a:ext>
            </a:extLst>
          </p:cNvPr>
          <p:cNvCxnSpPr>
            <a:cxnSpLocks/>
            <a:stCxn id="223" idx="4"/>
            <a:endCxn id="267" idx="0"/>
          </p:cNvCxnSpPr>
          <p:nvPr/>
        </p:nvCxnSpPr>
        <p:spPr>
          <a:xfrm>
            <a:off x="8786879" y="5884438"/>
            <a:ext cx="1257620" cy="524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Rectángulo 298">
            <a:extLst>
              <a:ext uri="{FF2B5EF4-FFF2-40B4-BE49-F238E27FC236}">
                <a16:creationId xmlns:a16="http://schemas.microsoft.com/office/drawing/2014/main" id="{F790C2F4-15BA-4277-BEE3-4822CB090D36}"/>
              </a:ext>
            </a:extLst>
          </p:cNvPr>
          <p:cNvSpPr/>
          <p:nvPr/>
        </p:nvSpPr>
        <p:spPr>
          <a:xfrm>
            <a:off x="9117661" y="4595646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5" name="Rectángulo 304">
            <a:extLst>
              <a:ext uri="{FF2B5EF4-FFF2-40B4-BE49-F238E27FC236}">
                <a16:creationId xmlns:a16="http://schemas.microsoft.com/office/drawing/2014/main" id="{4E5CB206-8EEE-4554-A776-D2FA73198A77}"/>
              </a:ext>
            </a:extLst>
          </p:cNvPr>
          <p:cNvSpPr/>
          <p:nvPr/>
        </p:nvSpPr>
        <p:spPr>
          <a:xfrm>
            <a:off x="9455565" y="5697009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6" name="Rectángulo 305">
            <a:extLst>
              <a:ext uri="{FF2B5EF4-FFF2-40B4-BE49-F238E27FC236}">
                <a16:creationId xmlns:a16="http://schemas.microsoft.com/office/drawing/2014/main" id="{DCBA725B-EDFF-463B-8977-84F98731DFE0}"/>
              </a:ext>
            </a:extLst>
          </p:cNvPr>
          <p:cNvSpPr/>
          <p:nvPr/>
        </p:nvSpPr>
        <p:spPr>
          <a:xfrm>
            <a:off x="10146325" y="6963103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7" name="Rectángulo 306">
            <a:extLst>
              <a:ext uri="{FF2B5EF4-FFF2-40B4-BE49-F238E27FC236}">
                <a16:creationId xmlns:a16="http://schemas.microsoft.com/office/drawing/2014/main" id="{7C78559D-6E91-4225-B8EE-3FF928348D5A}"/>
              </a:ext>
            </a:extLst>
          </p:cNvPr>
          <p:cNvSpPr/>
          <p:nvPr/>
        </p:nvSpPr>
        <p:spPr>
          <a:xfrm>
            <a:off x="8753605" y="6045809"/>
            <a:ext cx="351379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8" name="Rectángulo 307">
            <a:extLst>
              <a:ext uri="{FF2B5EF4-FFF2-40B4-BE49-F238E27FC236}">
                <a16:creationId xmlns:a16="http://schemas.microsoft.com/office/drawing/2014/main" id="{6205A08F-E0E5-4996-85ED-98021A3F6530}"/>
              </a:ext>
            </a:extLst>
          </p:cNvPr>
          <p:cNvSpPr/>
          <p:nvPr/>
        </p:nvSpPr>
        <p:spPr>
          <a:xfrm>
            <a:off x="7443046" y="5801896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9" name="Rectángulo 308">
            <a:extLst>
              <a:ext uri="{FF2B5EF4-FFF2-40B4-BE49-F238E27FC236}">
                <a16:creationId xmlns:a16="http://schemas.microsoft.com/office/drawing/2014/main" id="{FC9160BE-9C9F-4389-80C8-68273171E155}"/>
              </a:ext>
            </a:extLst>
          </p:cNvPr>
          <p:cNvSpPr/>
          <p:nvPr/>
        </p:nvSpPr>
        <p:spPr>
          <a:xfrm>
            <a:off x="7657291" y="7061472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0" name="Rectángulo 309">
            <a:extLst>
              <a:ext uri="{FF2B5EF4-FFF2-40B4-BE49-F238E27FC236}">
                <a16:creationId xmlns:a16="http://schemas.microsoft.com/office/drawing/2014/main" id="{6C8BCA1B-1162-4E8F-BECE-B56F7C19E3BB}"/>
              </a:ext>
            </a:extLst>
          </p:cNvPr>
          <p:cNvSpPr/>
          <p:nvPr/>
        </p:nvSpPr>
        <p:spPr>
          <a:xfrm>
            <a:off x="7647049" y="8183537"/>
            <a:ext cx="351379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CuadroTexto 313">
                <a:extLst>
                  <a:ext uri="{FF2B5EF4-FFF2-40B4-BE49-F238E27FC236}">
                    <a16:creationId xmlns:a16="http://schemas.microsoft.com/office/drawing/2014/main" id="{BC52FFD1-2EFC-4D0B-8198-091FAD8BA036}"/>
                  </a:ext>
                </a:extLst>
              </p:cNvPr>
              <p:cNvSpPr txBox="1"/>
              <p:nvPr/>
            </p:nvSpPr>
            <p:spPr>
              <a:xfrm>
                <a:off x="9471630" y="703062"/>
                <a:ext cx="1445267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3+4=7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4" name="CuadroTexto 313">
                <a:extLst>
                  <a:ext uri="{FF2B5EF4-FFF2-40B4-BE49-F238E27FC236}">
                    <a16:creationId xmlns:a16="http://schemas.microsoft.com/office/drawing/2014/main" id="{BC52FFD1-2EFC-4D0B-8198-091FAD8BA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1630" y="703062"/>
                <a:ext cx="1445267" cy="395493"/>
              </a:xfrm>
              <a:prstGeom prst="rect">
                <a:avLst/>
              </a:prstGeom>
              <a:blipFill>
                <a:blip r:embed="rId2"/>
                <a:stretch>
                  <a:fillRect l="-5063" r="-4641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CuadroTexto 314">
                <a:extLst>
                  <a:ext uri="{FF2B5EF4-FFF2-40B4-BE49-F238E27FC236}">
                    <a16:creationId xmlns:a16="http://schemas.microsoft.com/office/drawing/2014/main" id="{21BAFCBB-E7C3-48F1-A343-C1C6CDA7C21E}"/>
                  </a:ext>
                </a:extLst>
              </p:cNvPr>
              <p:cNvSpPr txBox="1"/>
              <p:nvPr/>
            </p:nvSpPr>
            <p:spPr>
              <a:xfrm>
                <a:off x="9471630" y="1306146"/>
                <a:ext cx="2021323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3+3+2=8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5" name="CuadroTexto 314">
                <a:extLst>
                  <a:ext uri="{FF2B5EF4-FFF2-40B4-BE49-F238E27FC236}">
                    <a16:creationId xmlns:a16="http://schemas.microsoft.com/office/drawing/2014/main" id="{21BAFCBB-E7C3-48F1-A343-C1C6CDA7C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1630" y="1306146"/>
                <a:ext cx="2021323" cy="395493"/>
              </a:xfrm>
              <a:prstGeom prst="rect">
                <a:avLst/>
              </a:prstGeom>
              <a:blipFill>
                <a:blip r:embed="rId3"/>
                <a:stretch>
                  <a:fillRect l="-3323" r="-3323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CuadroTexto 315">
                <a:extLst>
                  <a:ext uri="{FF2B5EF4-FFF2-40B4-BE49-F238E27FC236}">
                    <a16:creationId xmlns:a16="http://schemas.microsoft.com/office/drawing/2014/main" id="{65EE5893-AB60-41B8-A746-0EF399076AFD}"/>
                  </a:ext>
                </a:extLst>
              </p:cNvPr>
              <p:cNvSpPr txBox="1"/>
              <p:nvPr/>
            </p:nvSpPr>
            <p:spPr>
              <a:xfrm>
                <a:off x="9471630" y="1994166"/>
                <a:ext cx="1263936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+2=</m:t>
                    </m:r>
                  </m:oMath>
                </a14:m>
                <a:r>
                  <a:rPr lang="en-US" dirty="0"/>
                  <a:t>4</a:t>
                </a:r>
              </a:p>
            </p:txBody>
          </p:sp>
        </mc:Choice>
        <mc:Fallback xmlns="">
          <p:sp>
            <p:nvSpPr>
              <p:cNvPr id="316" name="CuadroTexto 315">
                <a:extLst>
                  <a:ext uri="{FF2B5EF4-FFF2-40B4-BE49-F238E27FC236}">
                    <a16:creationId xmlns:a16="http://schemas.microsoft.com/office/drawing/2014/main" id="{65EE5893-AB60-41B8-A746-0EF399076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1630" y="1994166"/>
                <a:ext cx="1263936" cy="395493"/>
              </a:xfrm>
              <a:prstGeom prst="rect">
                <a:avLst/>
              </a:prstGeom>
              <a:blipFill>
                <a:blip r:embed="rId4"/>
                <a:stretch>
                  <a:fillRect l="-9179" t="-26154" r="-14976" b="-5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CuadroTexto 316">
                <a:extLst>
                  <a:ext uri="{FF2B5EF4-FFF2-40B4-BE49-F238E27FC236}">
                    <a16:creationId xmlns:a16="http://schemas.microsoft.com/office/drawing/2014/main" id="{83250445-BBF2-4B3D-BF50-E5541AD71FD9}"/>
                  </a:ext>
                </a:extLst>
              </p:cNvPr>
              <p:cNvSpPr txBox="1"/>
              <p:nvPr/>
            </p:nvSpPr>
            <p:spPr>
              <a:xfrm>
                <a:off x="9488429" y="2684321"/>
                <a:ext cx="256480" cy="39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7" name="CuadroTexto 316">
                <a:extLst>
                  <a:ext uri="{FF2B5EF4-FFF2-40B4-BE49-F238E27FC236}">
                    <a16:creationId xmlns:a16="http://schemas.microsoft.com/office/drawing/2014/main" id="{83250445-BBF2-4B3D-BF50-E5541AD71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8429" y="2684321"/>
                <a:ext cx="256480" cy="395493"/>
              </a:xfrm>
              <a:prstGeom prst="rect">
                <a:avLst/>
              </a:prstGeom>
              <a:blipFill>
                <a:blip r:embed="rId5"/>
                <a:stretch>
                  <a:fillRect l="-30952" r="-28571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CuadroTexto 317">
                <a:extLst>
                  <a:ext uri="{FF2B5EF4-FFF2-40B4-BE49-F238E27FC236}">
                    <a16:creationId xmlns:a16="http://schemas.microsoft.com/office/drawing/2014/main" id="{E4319B2B-924A-4666-B136-ECF437C01234}"/>
                  </a:ext>
                </a:extLst>
              </p:cNvPr>
              <p:cNvSpPr txBox="1"/>
              <p:nvPr/>
            </p:nvSpPr>
            <p:spPr>
              <a:xfrm>
                <a:off x="8502047" y="3116008"/>
                <a:ext cx="3133641" cy="7909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𝐸𝑙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𝑎𝑟𝑏𝑜𝑙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𝑒𝑥𝑝𝑎𝑛𝑠𝑖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𝑛𝑖𝑚𝑎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𝑡𝑖𝑒𝑛𝑒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22 </m:t>
                      </m:r>
                      <m:r>
                        <a:rPr lang="es-CO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𝑢𝑛𝑖𝑑𝑎𝑑𝑒𝑠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8" name="CuadroTexto 317">
                <a:extLst>
                  <a:ext uri="{FF2B5EF4-FFF2-40B4-BE49-F238E27FC236}">
                    <a16:creationId xmlns:a16="http://schemas.microsoft.com/office/drawing/2014/main" id="{E4319B2B-924A-4666-B136-ECF437C01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047" y="3116008"/>
                <a:ext cx="3133641" cy="790986"/>
              </a:xfrm>
              <a:prstGeom prst="rect">
                <a:avLst/>
              </a:prstGeom>
              <a:blipFill>
                <a:blip r:embed="rId6"/>
                <a:stretch>
                  <a:fillRect l="-3891" r="-25097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CuadroTexto 318">
            <a:extLst>
              <a:ext uri="{FF2B5EF4-FFF2-40B4-BE49-F238E27FC236}">
                <a16:creationId xmlns:a16="http://schemas.microsoft.com/office/drawing/2014/main" id="{893E7942-EE6C-4CA7-9190-174758853073}"/>
              </a:ext>
            </a:extLst>
          </p:cNvPr>
          <p:cNvSpPr txBox="1"/>
          <p:nvPr/>
        </p:nvSpPr>
        <p:spPr>
          <a:xfrm>
            <a:off x="10574464" y="4695952"/>
            <a:ext cx="166712" cy="3954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2063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106" grpId="0" animBg="1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67" grpId="0"/>
      <p:bldP spid="221" grpId="0" animBg="1"/>
      <p:bldP spid="222" grpId="0" animBg="1"/>
      <p:bldP spid="223" grpId="0" animBg="1"/>
      <p:bldP spid="251" grpId="0" animBg="1"/>
      <p:bldP spid="265" grpId="0" animBg="1"/>
      <p:bldP spid="266" grpId="0" animBg="1"/>
      <p:bldP spid="267" grpId="0" animBg="1"/>
      <p:bldP spid="275" grpId="0" animBg="1"/>
      <p:bldP spid="281" grpId="0" animBg="1"/>
      <p:bldP spid="288" grpId="0" animBg="1"/>
      <p:bldP spid="299" grpId="0"/>
      <p:bldP spid="305" grpId="0"/>
      <p:bldP spid="306" grpId="0"/>
      <p:bldP spid="307" grpId="0"/>
      <p:bldP spid="308" grpId="0"/>
      <p:bldP spid="309" grpId="0"/>
      <p:bldP spid="310" grpId="0"/>
      <p:bldP spid="314" grpId="0"/>
      <p:bldP spid="317" grpId="0"/>
      <p:bldP spid="318" grpId="0"/>
      <p:bldP spid="31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 err="1"/>
              <a:t>Arbol</a:t>
            </a:r>
            <a:r>
              <a:rPr lang="es-ES_tradnl" sz="4400" dirty="0"/>
              <a:t> binario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52DD8444-510A-41F2-A4D3-A2B03422CB35}"/>
              </a:ext>
            </a:extLst>
          </p:cNvPr>
          <p:cNvSpPr/>
          <p:nvPr/>
        </p:nvSpPr>
        <p:spPr>
          <a:xfrm>
            <a:off x="1697679" y="229520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48FD946A-A3BD-4C1F-8585-9F01CC01781F}"/>
              </a:ext>
            </a:extLst>
          </p:cNvPr>
          <p:cNvSpPr/>
          <p:nvPr/>
        </p:nvSpPr>
        <p:spPr>
          <a:xfrm>
            <a:off x="438243" y="441255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1D5A66ED-A222-4463-B4C5-A70982526623}"/>
              </a:ext>
            </a:extLst>
          </p:cNvPr>
          <p:cNvSpPr/>
          <p:nvPr/>
        </p:nvSpPr>
        <p:spPr>
          <a:xfrm>
            <a:off x="836868" y="325006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052CE7F4-D781-4D04-B8F1-D2F8E99B4682}"/>
              </a:ext>
            </a:extLst>
          </p:cNvPr>
          <p:cNvSpPr/>
          <p:nvPr/>
        </p:nvSpPr>
        <p:spPr>
          <a:xfrm>
            <a:off x="2227317" y="326062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5ACED673-9314-4F14-84E7-4707AABFB6DB}"/>
              </a:ext>
            </a:extLst>
          </p:cNvPr>
          <p:cNvSpPr/>
          <p:nvPr/>
        </p:nvSpPr>
        <p:spPr>
          <a:xfrm>
            <a:off x="2657194" y="4444654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88C1E7BA-67D6-48C7-BAB5-E655AF624537}"/>
              </a:ext>
            </a:extLst>
          </p:cNvPr>
          <p:cNvSpPr/>
          <p:nvPr/>
        </p:nvSpPr>
        <p:spPr>
          <a:xfrm>
            <a:off x="1319685" y="441255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970A9819-0B33-4597-AA35-3893297C3E11}"/>
              </a:ext>
            </a:extLst>
          </p:cNvPr>
          <p:cNvCxnSpPr>
            <a:cxnSpLocks/>
            <a:stCxn id="81" idx="7"/>
            <a:endCxn id="79" idx="3"/>
          </p:cNvCxnSpPr>
          <p:nvPr/>
        </p:nvCxnSpPr>
        <p:spPr>
          <a:xfrm flipV="1">
            <a:off x="1323106" y="2725442"/>
            <a:ext cx="457998" cy="598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5828DD95-8715-4DA6-A6FD-2FA4925C2160}"/>
              </a:ext>
            </a:extLst>
          </p:cNvPr>
          <p:cNvCxnSpPr>
            <a:cxnSpLocks/>
            <a:stCxn id="81" idx="3"/>
            <a:endCxn id="80" idx="0"/>
          </p:cNvCxnSpPr>
          <p:nvPr/>
        </p:nvCxnSpPr>
        <p:spPr>
          <a:xfrm flipH="1">
            <a:off x="723075" y="3680304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82F63EDA-BD37-490E-8720-285F44C7C66B}"/>
              </a:ext>
            </a:extLst>
          </p:cNvPr>
          <p:cNvCxnSpPr>
            <a:cxnSpLocks/>
            <a:stCxn id="81" idx="5"/>
            <a:endCxn id="84" idx="0"/>
          </p:cNvCxnSpPr>
          <p:nvPr/>
        </p:nvCxnSpPr>
        <p:spPr>
          <a:xfrm>
            <a:off x="1323106" y="3680304"/>
            <a:ext cx="28141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FA676BE5-AFE9-44AA-B1AA-CCC8C3813B53}"/>
              </a:ext>
            </a:extLst>
          </p:cNvPr>
          <p:cNvCxnSpPr>
            <a:cxnSpLocks/>
            <a:stCxn id="79" idx="5"/>
            <a:endCxn id="82" idx="0"/>
          </p:cNvCxnSpPr>
          <p:nvPr/>
        </p:nvCxnSpPr>
        <p:spPr>
          <a:xfrm>
            <a:off x="2183917" y="2725442"/>
            <a:ext cx="328232" cy="535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3E9949E1-8C04-4D70-AE92-7A107EDEA590}"/>
              </a:ext>
            </a:extLst>
          </p:cNvPr>
          <p:cNvCxnSpPr>
            <a:cxnSpLocks/>
            <a:stCxn id="83" idx="0"/>
            <a:endCxn id="82" idx="5"/>
          </p:cNvCxnSpPr>
          <p:nvPr/>
        </p:nvCxnSpPr>
        <p:spPr>
          <a:xfrm flipH="1" flipV="1">
            <a:off x="2713555" y="3690867"/>
            <a:ext cx="228471" cy="7537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Elipse 103">
            <a:extLst>
              <a:ext uri="{FF2B5EF4-FFF2-40B4-BE49-F238E27FC236}">
                <a16:creationId xmlns:a16="http://schemas.microsoft.com/office/drawing/2014/main" id="{89BAE869-4C75-448E-90C2-F99BD5B205C7}"/>
              </a:ext>
            </a:extLst>
          </p:cNvPr>
          <p:cNvSpPr/>
          <p:nvPr/>
        </p:nvSpPr>
        <p:spPr>
          <a:xfrm>
            <a:off x="2512149" y="6742050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05" name="Elipse 104">
            <a:extLst>
              <a:ext uri="{FF2B5EF4-FFF2-40B4-BE49-F238E27FC236}">
                <a16:creationId xmlns:a16="http://schemas.microsoft.com/office/drawing/2014/main" id="{812A6F9A-6A91-413E-B3C6-190F6D437D7E}"/>
              </a:ext>
            </a:extLst>
          </p:cNvPr>
          <p:cNvSpPr/>
          <p:nvPr/>
        </p:nvSpPr>
        <p:spPr>
          <a:xfrm>
            <a:off x="2880405" y="550573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06" name="Elipse 105">
            <a:extLst>
              <a:ext uri="{FF2B5EF4-FFF2-40B4-BE49-F238E27FC236}">
                <a16:creationId xmlns:a16="http://schemas.microsoft.com/office/drawing/2014/main" id="{DF7DA03D-A14F-4093-B7D2-B59ACDD3F659}"/>
              </a:ext>
            </a:extLst>
          </p:cNvPr>
          <p:cNvSpPr/>
          <p:nvPr/>
        </p:nvSpPr>
        <p:spPr>
          <a:xfrm>
            <a:off x="3366643" y="6742050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259E0614-CF61-4028-A58A-DC66A448F533}"/>
              </a:ext>
            </a:extLst>
          </p:cNvPr>
          <p:cNvCxnSpPr>
            <a:cxnSpLocks/>
            <a:stCxn id="105" idx="3"/>
            <a:endCxn id="104" idx="0"/>
          </p:cNvCxnSpPr>
          <p:nvPr/>
        </p:nvCxnSpPr>
        <p:spPr>
          <a:xfrm flipH="1">
            <a:off x="2796981" y="5935978"/>
            <a:ext cx="166849" cy="806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25847F83-F92E-446F-9F6C-BA29D0A8A6CA}"/>
              </a:ext>
            </a:extLst>
          </p:cNvPr>
          <p:cNvCxnSpPr>
            <a:cxnSpLocks/>
            <a:stCxn id="105" idx="5"/>
            <a:endCxn id="106" idx="0"/>
          </p:cNvCxnSpPr>
          <p:nvPr/>
        </p:nvCxnSpPr>
        <p:spPr>
          <a:xfrm>
            <a:off x="3366643" y="5935978"/>
            <a:ext cx="284832" cy="806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B33EA12C-FD26-4965-B84B-075FCD539F40}"/>
              </a:ext>
            </a:extLst>
          </p:cNvPr>
          <p:cNvCxnSpPr>
            <a:cxnSpLocks/>
            <a:stCxn id="105" idx="0"/>
            <a:endCxn id="83" idx="4"/>
          </p:cNvCxnSpPr>
          <p:nvPr/>
        </p:nvCxnSpPr>
        <p:spPr>
          <a:xfrm flipH="1" flipV="1">
            <a:off x="2942026" y="4948710"/>
            <a:ext cx="223211" cy="557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Elipse 119">
            <a:extLst>
              <a:ext uri="{FF2B5EF4-FFF2-40B4-BE49-F238E27FC236}">
                <a16:creationId xmlns:a16="http://schemas.microsoft.com/office/drawing/2014/main" id="{275727B8-7C36-4037-AA26-B0E0F6ED169D}"/>
              </a:ext>
            </a:extLst>
          </p:cNvPr>
          <p:cNvSpPr/>
          <p:nvPr/>
        </p:nvSpPr>
        <p:spPr>
          <a:xfrm>
            <a:off x="6030374" y="229859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25" name="Elipse 124">
            <a:extLst>
              <a:ext uri="{FF2B5EF4-FFF2-40B4-BE49-F238E27FC236}">
                <a16:creationId xmlns:a16="http://schemas.microsoft.com/office/drawing/2014/main" id="{02ECA247-290E-40C2-A0E2-969C30524FC0}"/>
              </a:ext>
            </a:extLst>
          </p:cNvPr>
          <p:cNvSpPr/>
          <p:nvPr/>
        </p:nvSpPr>
        <p:spPr>
          <a:xfrm>
            <a:off x="4512370" y="438927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6" name="Elipse 125">
            <a:extLst>
              <a:ext uri="{FF2B5EF4-FFF2-40B4-BE49-F238E27FC236}">
                <a16:creationId xmlns:a16="http://schemas.microsoft.com/office/drawing/2014/main" id="{91F7260A-1F1C-4C01-96E5-25E2CA05199C}"/>
              </a:ext>
            </a:extLst>
          </p:cNvPr>
          <p:cNvSpPr/>
          <p:nvPr/>
        </p:nvSpPr>
        <p:spPr>
          <a:xfrm>
            <a:off x="4910995" y="322677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29" name="Elipse 128">
            <a:extLst>
              <a:ext uri="{FF2B5EF4-FFF2-40B4-BE49-F238E27FC236}">
                <a16:creationId xmlns:a16="http://schemas.microsoft.com/office/drawing/2014/main" id="{9733F84E-5BF9-4B56-9078-D112619F1A1B}"/>
              </a:ext>
            </a:extLst>
          </p:cNvPr>
          <p:cNvSpPr/>
          <p:nvPr/>
        </p:nvSpPr>
        <p:spPr>
          <a:xfrm>
            <a:off x="5393812" y="438927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30" name="Conector recto 129">
            <a:extLst>
              <a:ext uri="{FF2B5EF4-FFF2-40B4-BE49-F238E27FC236}">
                <a16:creationId xmlns:a16="http://schemas.microsoft.com/office/drawing/2014/main" id="{5B049DC3-EF54-407A-A4FF-7E9064C55EDD}"/>
              </a:ext>
            </a:extLst>
          </p:cNvPr>
          <p:cNvCxnSpPr>
            <a:cxnSpLocks/>
            <a:stCxn id="126" idx="7"/>
            <a:endCxn id="120" idx="3"/>
          </p:cNvCxnSpPr>
          <p:nvPr/>
        </p:nvCxnSpPr>
        <p:spPr>
          <a:xfrm flipV="1">
            <a:off x="5397233" y="2728832"/>
            <a:ext cx="716566" cy="571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130">
            <a:extLst>
              <a:ext uri="{FF2B5EF4-FFF2-40B4-BE49-F238E27FC236}">
                <a16:creationId xmlns:a16="http://schemas.microsoft.com/office/drawing/2014/main" id="{9878A538-6BD5-40EF-8716-C42E5A120463}"/>
              </a:ext>
            </a:extLst>
          </p:cNvPr>
          <p:cNvCxnSpPr>
            <a:cxnSpLocks/>
            <a:stCxn id="126" idx="3"/>
            <a:endCxn id="125" idx="0"/>
          </p:cNvCxnSpPr>
          <p:nvPr/>
        </p:nvCxnSpPr>
        <p:spPr>
          <a:xfrm flipH="1">
            <a:off x="4797202" y="3657017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1F27DDA8-7B64-4205-8143-684ED3AB94A9}"/>
              </a:ext>
            </a:extLst>
          </p:cNvPr>
          <p:cNvCxnSpPr>
            <a:cxnSpLocks/>
            <a:stCxn id="126" idx="5"/>
            <a:endCxn id="129" idx="0"/>
          </p:cNvCxnSpPr>
          <p:nvPr/>
        </p:nvCxnSpPr>
        <p:spPr>
          <a:xfrm>
            <a:off x="5397233" y="3657017"/>
            <a:ext cx="28141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4E171679-B2F1-4241-85B9-508428BB885F}"/>
              </a:ext>
            </a:extLst>
          </p:cNvPr>
          <p:cNvCxnSpPr>
            <a:cxnSpLocks/>
            <a:stCxn id="120" idx="5"/>
            <a:endCxn id="142" idx="0"/>
          </p:cNvCxnSpPr>
          <p:nvPr/>
        </p:nvCxnSpPr>
        <p:spPr>
          <a:xfrm>
            <a:off x="6516612" y="2728832"/>
            <a:ext cx="767447" cy="524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Elipse 140">
            <a:extLst>
              <a:ext uri="{FF2B5EF4-FFF2-40B4-BE49-F238E27FC236}">
                <a16:creationId xmlns:a16="http://schemas.microsoft.com/office/drawing/2014/main" id="{897F32FD-6839-4ED9-B709-D145B9680DB2}"/>
              </a:ext>
            </a:extLst>
          </p:cNvPr>
          <p:cNvSpPr/>
          <p:nvPr/>
        </p:nvSpPr>
        <p:spPr>
          <a:xfrm>
            <a:off x="6600602" y="441594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42" name="Elipse 141">
            <a:extLst>
              <a:ext uri="{FF2B5EF4-FFF2-40B4-BE49-F238E27FC236}">
                <a16:creationId xmlns:a16="http://schemas.microsoft.com/office/drawing/2014/main" id="{928001C7-BCA2-48FF-B443-A05652E2C726}"/>
              </a:ext>
            </a:extLst>
          </p:cNvPr>
          <p:cNvSpPr/>
          <p:nvPr/>
        </p:nvSpPr>
        <p:spPr>
          <a:xfrm>
            <a:off x="6999227" y="325345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43" name="Elipse 142">
            <a:extLst>
              <a:ext uri="{FF2B5EF4-FFF2-40B4-BE49-F238E27FC236}">
                <a16:creationId xmlns:a16="http://schemas.microsoft.com/office/drawing/2014/main" id="{80F48E93-F8BB-4E8B-BB86-E46D9FA47D9D}"/>
              </a:ext>
            </a:extLst>
          </p:cNvPr>
          <p:cNvSpPr/>
          <p:nvPr/>
        </p:nvSpPr>
        <p:spPr>
          <a:xfrm>
            <a:off x="7482044" y="441594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44" name="Conector recto 143">
            <a:extLst>
              <a:ext uri="{FF2B5EF4-FFF2-40B4-BE49-F238E27FC236}">
                <a16:creationId xmlns:a16="http://schemas.microsoft.com/office/drawing/2014/main" id="{8A16DE43-0057-4C52-AA93-A6E8A2F27434}"/>
              </a:ext>
            </a:extLst>
          </p:cNvPr>
          <p:cNvCxnSpPr>
            <a:cxnSpLocks/>
            <a:stCxn id="142" idx="3"/>
            <a:endCxn id="141" idx="0"/>
          </p:cNvCxnSpPr>
          <p:nvPr/>
        </p:nvCxnSpPr>
        <p:spPr>
          <a:xfrm flipH="1">
            <a:off x="6885434" y="3683694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 recto 144">
            <a:extLst>
              <a:ext uri="{FF2B5EF4-FFF2-40B4-BE49-F238E27FC236}">
                <a16:creationId xmlns:a16="http://schemas.microsoft.com/office/drawing/2014/main" id="{642B430D-0E4C-4BF3-9D89-F67FE74E2B59}"/>
              </a:ext>
            </a:extLst>
          </p:cNvPr>
          <p:cNvCxnSpPr>
            <a:cxnSpLocks/>
            <a:stCxn id="142" idx="5"/>
            <a:endCxn id="143" idx="0"/>
          </p:cNvCxnSpPr>
          <p:nvPr/>
        </p:nvCxnSpPr>
        <p:spPr>
          <a:xfrm>
            <a:off x="7485465" y="3683694"/>
            <a:ext cx="28141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Elipse 145">
            <a:extLst>
              <a:ext uri="{FF2B5EF4-FFF2-40B4-BE49-F238E27FC236}">
                <a16:creationId xmlns:a16="http://schemas.microsoft.com/office/drawing/2014/main" id="{3B2E323C-D8D8-45D7-A506-0508CEEB16D6}"/>
              </a:ext>
            </a:extLst>
          </p:cNvPr>
          <p:cNvSpPr/>
          <p:nvPr/>
        </p:nvSpPr>
        <p:spPr>
          <a:xfrm>
            <a:off x="4998608" y="556904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47" name="Elipse 146">
            <a:extLst>
              <a:ext uri="{FF2B5EF4-FFF2-40B4-BE49-F238E27FC236}">
                <a16:creationId xmlns:a16="http://schemas.microsoft.com/office/drawing/2014/main" id="{9691AFC1-632D-4440-A089-94FBA71A217A}"/>
              </a:ext>
            </a:extLst>
          </p:cNvPr>
          <p:cNvSpPr/>
          <p:nvPr/>
        </p:nvSpPr>
        <p:spPr>
          <a:xfrm>
            <a:off x="5397233" y="440655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48" name="Elipse 147">
            <a:extLst>
              <a:ext uri="{FF2B5EF4-FFF2-40B4-BE49-F238E27FC236}">
                <a16:creationId xmlns:a16="http://schemas.microsoft.com/office/drawing/2014/main" id="{7C160873-32CE-457C-8E12-BB071901A98E}"/>
              </a:ext>
            </a:extLst>
          </p:cNvPr>
          <p:cNvSpPr/>
          <p:nvPr/>
        </p:nvSpPr>
        <p:spPr>
          <a:xfrm>
            <a:off x="5880050" y="556904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E05965EF-EEA1-4BBE-BDE6-70FA13E10FCE}"/>
              </a:ext>
            </a:extLst>
          </p:cNvPr>
          <p:cNvCxnSpPr>
            <a:cxnSpLocks/>
            <a:stCxn id="147" idx="3"/>
            <a:endCxn id="146" idx="0"/>
          </p:cNvCxnSpPr>
          <p:nvPr/>
        </p:nvCxnSpPr>
        <p:spPr>
          <a:xfrm flipH="1">
            <a:off x="5283440" y="4836790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149">
            <a:extLst>
              <a:ext uri="{FF2B5EF4-FFF2-40B4-BE49-F238E27FC236}">
                <a16:creationId xmlns:a16="http://schemas.microsoft.com/office/drawing/2014/main" id="{599AB07D-9958-4C44-A68D-0735DFC4AB8F}"/>
              </a:ext>
            </a:extLst>
          </p:cNvPr>
          <p:cNvCxnSpPr>
            <a:cxnSpLocks/>
            <a:stCxn id="147" idx="5"/>
            <a:endCxn id="148" idx="0"/>
          </p:cNvCxnSpPr>
          <p:nvPr/>
        </p:nvCxnSpPr>
        <p:spPr>
          <a:xfrm>
            <a:off x="5883471" y="4836790"/>
            <a:ext cx="28141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ángulo: esquinas redondeadas 150">
            <a:extLst>
              <a:ext uri="{FF2B5EF4-FFF2-40B4-BE49-F238E27FC236}">
                <a16:creationId xmlns:a16="http://schemas.microsoft.com/office/drawing/2014/main" id="{C8F259D2-D99A-4309-BACC-3FB9019D0A78}"/>
              </a:ext>
            </a:extLst>
          </p:cNvPr>
          <p:cNvSpPr/>
          <p:nvPr/>
        </p:nvSpPr>
        <p:spPr>
          <a:xfrm>
            <a:off x="984250" y="1367458"/>
            <a:ext cx="2448769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Binario</a:t>
            </a:r>
            <a:endParaRPr lang="en-US" dirty="0"/>
          </a:p>
        </p:txBody>
      </p:sp>
      <p:sp>
        <p:nvSpPr>
          <p:cNvPr id="152" name="Rectángulo: esquinas redondeadas 151">
            <a:extLst>
              <a:ext uri="{FF2B5EF4-FFF2-40B4-BE49-F238E27FC236}">
                <a16:creationId xmlns:a16="http://schemas.microsoft.com/office/drawing/2014/main" id="{81EF58F3-51AE-4EA7-B211-201A0D9C8A7F}"/>
              </a:ext>
            </a:extLst>
          </p:cNvPr>
          <p:cNvSpPr/>
          <p:nvPr/>
        </p:nvSpPr>
        <p:spPr>
          <a:xfrm>
            <a:off x="5054670" y="1367458"/>
            <a:ext cx="2588880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Binario</a:t>
            </a:r>
            <a:r>
              <a:rPr lang="en-US" dirty="0"/>
              <a:t> </a:t>
            </a:r>
            <a:r>
              <a:rPr lang="en-US" dirty="0" err="1"/>
              <a:t>completo</a:t>
            </a:r>
            <a:endParaRPr lang="en-US" dirty="0"/>
          </a:p>
        </p:txBody>
      </p:sp>
      <p:sp>
        <p:nvSpPr>
          <p:cNvPr id="168" name="Elipse 167">
            <a:extLst>
              <a:ext uri="{FF2B5EF4-FFF2-40B4-BE49-F238E27FC236}">
                <a16:creationId xmlns:a16="http://schemas.microsoft.com/office/drawing/2014/main" id="{35E40FCE-5667-4326-A1AF-516CCDC80586}"/>
              </a:ext>
            </a:extLst>
          </p:cNvPr>
          <p:cNvSpPr/>
          <p:nvPr/>
        </p:nvSpPr>
        <p:spPr>
          <a:xfrm>
            <a:off x="10353046" y="229859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69" name="Elipse 168">
            <a:extLst>
              <a:ext uri="{FF2B5EF4-FFF2-40B4-BE49-F238E27FC236}">
                <a16:creationId xmlns:a16="http://schemas.microsoft.com/office/drawing/2014/main" id="{63BB1315-685F-40B7-9C1A-F0CD2F5E2607}"/>
              </a:ext>
            </a:extLst>
          </p:cNvPr>
          <p:cNvSpPr/>
          <p:nvPr/>
        </p:nvSpPr>
        <p:spPr>
          <a:xfrm>
            <a:off x="8835042" y="438927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70" name="Elipse 169">
            <a:extLst>
              <a:ext uri="{FF2B5EF4-FFF2-40B4-BE49-F238E27FC236}">
                <a16:creationId xmlns:a16="http://schemas.microsoft.com/office/drawing/2014/main" id="{222264AD-3FA2-4411-B9B5-3F7129A77DE5}"/>
              </a:ext>
            </a:extLst>
          </p:cNvPr>
          <p:cNvSpPr/>
          <p:nvPr/>
        </p:nvSpPr>
        <p:spPr>
          <a:xfrm>
            <a:off x="9233667" y="322677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71" name="Elipse 170">
            <a:extLst>
              <a:ext uri="{FF2B5EF4-FFF2-40B4-BE49-F238E27FC236}">
                <a16:creationId xmlns:a16="http://schemas.microsoft.com/office/drawing/2014/main" id="{F713E3B1-EF3D-4790-BAB2-8495BBB600F6}"/>
              </a:ext>
            </a:extLst>
          </p:cNvPr>
          <p:cNvSpPr/>
          <p:nvPr/>
        </p:nvSpPr>
        <p:spPr>
          <a:xfrm>
            <a:off x="9716484" y="438927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576E440D-A8D3-400F-9A3C-F456285343AA}"/>
              </a:ext>
            </a:extLst>
          </p:cNvPr>
          <p:cNvCxnSpPr>
            <a:cxnSpLocks/>
            <a:stCxn id="170" idx="7"/>
            <a:endCxn id="168" idx="3"/>
          </p:cNvCxnSpPr>
          <p:nvPr/>
        </p:nvCxnSpPr>
        <p:spPr>
          <a:xfrm flipV="1">
            <a:off x="9719905" y="2728832"/>
            <a:ext cx="716566" cy="571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172">
            <a:extLst>
              <a:ext uri="{FF2B5EF4-FFF2-40B4-BE49-F238E27FC236}">
                <a16:creationId xmlns:a16="http://schemas.microsoft.com/office/drawing/2014/main" id="{765CA098-D7AD-4620-BAF4-F084F74C196C}"/>
              </a:ext>
            </a:extLst>
          </p:cNvPr>
          <p:cNvCxnSpPr>
            <a:cxnSpLocks/>
            <a:stCxn id="170" idx="3"/>
            <a:endCxn id="169" idx="0"/>
          </p:cNvCxnSpPr>
          <p:nvPr/>
        </p:nvCxnSpPr>
        <p:spPr>
          <a:xfrm flipH="1">
            <a:off x="9119874" y="3657017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ector recto 173">
            <a:extLst>
              <a:ext uri="{FF2B5EF4-FFF2-40B4-BE49-F238E27FC236}">
                <a16:creationId xmlns:a16="http://schemas.microsoft.com/office/drawing/2014/main" id="{6730C899-BD2C-4EEB-8DBC-0C08D4433AD2}"/>
              </a:ext>
            </a:extLst>
          </p:cNvPr>
          <p:cNvCxnSpPr>
            <a:cxnSpLocks/>
            <a:stCxn id="170" idx="5"/>
            <a:endCxn id="171" idx="0"/>
          </p:cNvCxnSpPr>
          <p:nvPr/>
        </p:nvCxnSpPr>
        <p:spPr>
          <a:xfrm>
            <a:off x="9719905" y="3657017"/>
            <a:ext cx="28141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2048B0B1-4ACB-456E-9F1E-4AC1AE35EB01}"/>
              </a:ext>
            </a:extLst>
          </p:cNvPr>
          <p:cNvCxnSpPr>
            <a:cxnSpLocks/>
            <a:stCxn id="168" idx="5"/>
            <a:endCxn id="177" idx="0"/>
          </p:cNvCxnSpPr>
          <p:nvPr/>
        </p:nvCxnSpPr>
        <p:spPr>
          <a:xfrm>
            <a:off x="10839284" y="2728832"/>
            <a:ext cx="767447" cy="524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Elipse 175">
            <a:extLst>
              <a:ext uri="{FF2B5EF4-FFF2-40B4-BE49-F238E27FC236}">
                <a16:creationId xmlns:a16="http://schemas.microsoft.com/office/drawing/2014/main" id="{92D5080C-E608-4755-BDB6-28373DB25CF8}"/>
              </a:ext>
            </a:extLst>
          </p:cNvPr>
          <p:cNvSpPr/>
          <p:nvPr/>
        </p:nvSpPr>
        <p:spPr>
          <a:xfrm>
            <a:off x="10923274" y="441594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77" name="Elipse 176">
            <a:extLst>
              <a:ext uri="{FF2B5EF4-FFF2-40B4-BE49-F238E27FC236}">
                <a16:creationId xmlns:a16="http://schemas.microsoft.com/office/drawing/2014/main" id="{51DECEA7-E6D4-4B1B-A099-20554E0E9174}"/>
              </a:ext>
            </a:extLst>
          </p:cNvPr>
          <p:cNvSpPr/>
          <p:nvPr/>
        </p:nvSpPr>
        <p:spPr>
          <a:xfrm>
            <a:off x="11321899" y="325345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78" name="Elipse 177">
            <a:extLst>
              <a:ext uri="{FF2B5EF4-FFF2-40B4-BE49-F238E27FC236}">
                <a16:creationId xmlns:a16="http://schemas.microsoft.com/office/drawing/2014/main" id="{9CAB5F60-7881-49E3-87E3-971781796D18}"/>
              </a:ext>
            </a:extLst>
          </p:cNvPr>
          <p:cNvSpPr/>
          <p:nvPr/>
        </p:nvSpPr>
        <p:spPr>
          <a:xfrm>
            <a:off x="11804716" y="441594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79" name="Conector recto 178">
            <a:extLst>
              <a:ext uri="{FF2B5EF4-FFF2-40B4-BE49-F238E27FC236}">
                <a16:creationId xmlns:a16="http://schemas.microsoft.com/office/drawing/2014/main" id="{EE00BCAA-0AD7-4605-A3F8-E8D13EEAF552}"/>
              </a:ext>
            </a:extLst>
          </p:cNvPr>
          <p:cNvCxnSpPr>
            <a:cxnSpLocks/>
            <a:stCxn id="177" idx="3"/>
            <a:endCxn id="176" idx="0"/>
          </p:cNvCxnSpPr>
          <p:nvPr/>
        </p:nvCxnSpPr>
        <p:spPr>
          <a:xfrm flipH="1">
            <a:off x="11208106" y="3683694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ector recto 179">
            <a:extLst>
              <a:ext uri="{FF2B5EF4-FFF2-40B4-BE49-F238E27FC236}">
                <a16:creationId xmlns:a16="http://schemas.microsoft.com/office/drawing/2014/main" id="{9C841246-D60B-46A0-BC89-CF836F7703E7}"/>
              </a:ext>
            </a:extLst>
          </p:cNvPr>
          <p:cNvCxnSpPr>
            <a:cxnSpLocks/>
            <a:stCxn id="177" idx="5"/>
            <a:endCxn id="178" idx="0"/>
          </p:cNvCxnSpPr>
          <p:nvPr/>
        </p:nvCxnSpPr>
        <p:spPr>
          <a:xfrm>
            <a:off x="11808137" y="3683694"/>
            <a:ext cx="28141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Elipse 180">
            <a:extLst>
              <a:ext uri="{FF2B5EF4-FFF2-40B4-BE49-F238E27FC236}">
                <a16:creationId xmlns:a16="http://schemas.microsoft.com/office/drawing/2014/main" id="{79D105CE-A840-413F-9781-3A5E16A53D47}"/>
              </a:ext>
            </a:extLst>
          </p:cNvPr>
          <p:cNvSpPr/>
          <p:nvPr/>
        </p:nvSpPr>
        <p:spPr>
          <a:xfrm>
            <a:off x="9719905" y="440655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82" name="Rectángulo: esquinas redondeadas 181">
            <a:extLst>
              <a:ext uri="{FF2B5EF4-FFF2-40B4-BE49-F238E27FC236}">
                <a16:creationId xmlns:a16="http://schemas.microsoft.com/office/drawing/2014/main" id="{F2CAAAB3-6255-450E-A819-325A13A03A86}"/>
              </a:ext>
            </a:extLst>
          </p:cNvPr>
          <p:cNvSpPr/>
          <p:nvPr/>
        </p:nvSpPr>
        <p:spPr>
          <a:xfrm>
            <a:off x="9377342" y="1367458"/>
            <a:ext cx="2588880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Binario</a:t>
            </a:r>
            <a:r>
              <a:rPr lang="en-US" dirty="0"/>
              <a:t> </a:t>
            </a:r>
            <a:r>
              <a:rPr lang="en-US" dirty="0" err="1"/>
              <a:t>lleno</a:t>
            </a:r>
            <a:endParaRPr lang="en-US" dirty="0"/>
          </a:p>
        </p:txBody>
      </p:sp>
      <p:sp>
        <p:nvSpPr>
          <p:cNvPr id="198" name="Elipse 197">
            <a:extLst>
              <a:ext uri="{FF2B5EF4-FFF2-40B4-BE49-F238E27FC236}">
                <a16:creationId xmlns:a16="http://schemas.microsoft.com/office/drawing/2014/main" id="{A34ED9E1-A944-4E1D-A836-3F15CBAED163}"/>
              </a:ext>
            </a:extLst>
          </p:cNvPr>
          <p:cNvSpPr/>
          <p:nvPr/>
        </p:nvSpPr>
        <p:spPr>
          <a:xfrm>
            <a:off x="8403437" y="6599794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205" name="Conector recto 204">
            <a:extLst>
              <a:ext uri="{FF2B5EF4-FFF2-40B4-BE49-F238E27FC236}">
                <a16:creationId xmlns:a16="http://schemas.microsoft.com/office/drawing/2014/main" id="{580BCA0B-BA0A-470E-8D55-58DA0D75FEFC}"/>
              </a:ext>
            </a:extLst>
          </p:cNvPr>
          <p:cNvCxnSpPr>
            <a:cxnSpLocks/>
            <a:stCxn id="198" idx="5"/>
            <a:endCxn id="207" idx="0"/>
          </p:cNvCxnSpPr>
          <p:nvPr/>
        </p:nvCxnSpPr>
        <p:spPr>
          <a:xfrm>
            <a:off x="8889675" y="7030033"/>
            <a:ext cx="541978" cy="376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Elipse 205">
            <a:extLst>
              <a:ext uri="{FF2B5EF4-FFF2-40B4-BE49-F238E27FC236}">
                <a16:creationId xmlns:a16="http://schemas.microsoft.com/office/drawing/2014/main" id="{B1669B46-6379-40EB-9668-B70B8DC350B9}"/>
              </a:ext>
            </a:extLst>
          </p:cNvPr>
          <p:cNvSpPr/>
          <p:nvPr/>
        </p:nvSpPr>
        <p:spPr>
          <a:xfrm>
            <a:off x="8807679" y="827078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07" name="Elipse 206">
            <a:extLst>
              <a:ext uri="{FF2B5EF4-FFF2-40B4-BE49-F238E27FC236}">
                <a16:creationId xmlns:a16="http://schemas.microsoft.com/office/drawing/2014/main" id="{8474DFF4-92FA-4965-BBD8-99586FA50CB6}"/>
              </a:ext>
            </a:extLst>
          </p:cNvPr>
          <p:cNvSpPr/>
          <p:nvPr/>
        </p:nvSpPr>
        <p:spPr>
          <a:xfrm>
            <a:off x="9146821" y="7406444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08" name="Elipse 207">
            <a:extLst>
              <a:ext uri="{FF2B5EF4-FFF2-40B4-BE49-F238E27FC236}">
                <a16:creationId xmlns:a16="http://schemas.microsoft.com/office/drawing/2014/main" id="{BAE2D4EB-1E7D-43D3-B0CC-82979FAB5CA8}"/>
              </a:ext>
            </a:extLst>
          </p:cNvPr>
          <p:cNvSpPr/>
          <p:nvPr/>
        </p:nvSpPr>
        <p:spPr>
          <a:xfrm>
            <a:off x="9511401" y="896917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209" name="Conector recto 208">
            <a:extLst>
              <a:ext uri="{FF2B5EF4-FFF2-40B4-BE49-F238E27FC236}">
                <a16:creationId xmlns:a16="http://schemas.microsoft.com/office/drawing/2014/main" id="{82038919-9833-40FA-ACF1-060D89AF050C}"/>
              </a:ext>
            </a:extLst>
          </p:cNvPr>
          <p:cNvCxnSpPr>
            <a:cxnSpLocks/>
            <a:stCxn id="207" idx="3"/>
            <a:endCxn id="206" idx="0"/>
          </p:cNvCxnSpPr>
          <p:nvPr/>
        </p:nvCxnSpPr>
        <p:spPr>
          <a:xfrm flipH="1">
            <a:off x="9092511" y="7836683"/>
            <a:ext cx="137735" cy="434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ectángulo: esquinas redondeadas 211">
            <a:extLst>
              <a:ext uri="{FF2B5EF4-FFF2-40B4-BE49-F238E27FC236}">
                <a16:creationId xmlns:a16="http://schemas.microsoft.com/office/drawing/2014/main" id="{324C0AAB-D278-4855-9074-CF5F4288A96E}"/>
              </a:ext>
            </a:extLst>
          </p:cNvPr>
          <p:cNvSpPr/>
          <p:nvPr/>
        </p:nvSpPr>
        <p:spPr>
          <a:xfrm>
            <a:off x="7427733" y="5668659"/>
            <a:ext cx="2588880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Degenerado</a:t>
            </a:r>
            <a:endParaRPr lang="en-US" dirty="0"/>
          </a:p>
        </p:txBody>
      </p:sp>
      <p:cxnSp>
        <p:nvCxnSpPr>
          <p:cNvPr id="213" name="Conector recto 212">
            <a:extLst>
              <a:ext uri="{FF2B5EF4-FFF2-40B4-BE49-F238E27FC236}">
                <a16:creationId xmlns:a16="http://schemas.microsoft.com/office/drawing/2014/main" id="{E9FF113C-611D-453A-AB03-A16F03278F94}"/>
              </a:ext>
            </a:extLst>
          </p:cNvPr>
          <p:cNvCxnSpPr>
            <a:cxnSpLocks/>
            <a:stCxn id="206" idx="5"/>
            <a:endCxn id="208" idx="1"/>
          </p:cNvCxnSpPr>
          <p:nvPr/>
        </p:nvCxnSpPr>
        <p:spPr>
          <a:xfrm>
            <a:off x="9293917" y="8701027"/>
            <a:ext cx="300909" cy="3419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9494B8F-D2B7-4502-986F-1FF1F9A46FE8}"/>
              </a:ext>
            </a:extLst>
          </p:cNvPr>
          <p:cNvSpPr/>
          <p:nvPr/>
        </p:nvSpPr>
        <p:spPr>
          <a:xfrm>
            <a:off x="118913" y="2067004"/>
            <a:ext cx="157876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Padre, </a:t>
            </a:r>
            <a:r>
              <a:rPr lang="en-US" dirty="0" err="1"/>
              <a:t>raíz</a:t>
            </a:r>
            <a:endParaRPr lang="en-US" dirty="0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E9FFD688-480A-4A88-A33A-CA0A82932174}"/>
              </a:ext>
            </a:extLst>
          </p:cNvPr>
          <p:cNvSpPr/>
          <p:nvPr/>
        </p:nvSpPr>
        <p:spPr>
          <a:xfrm>
            <a:off x="1271822" y="5050817"/>
            <a:ext cx="1271502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Hijo</a:t>
            </a:r>
            <a:r>
              <a:rPr lang="en-US" dirty="0"/>
              <a:t> Der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CFEC062F-7DF2-4898-9110-8D3399D0B061}"/>
              </a:ext>
            </a:extLst>
          </p:cNvPr>
          <p:cNvSpPr/>
          <p:nvPr/>
        </p:nvSpPr>
        <p:spPr>
          <a:xfrm>
            <a:off x="12981" y="2818142"/>
            <a:ext cx="116153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Hijo</a:t>
            </a:r>
            <a:r>
              <a:rPr lang="en-US" dirty="0"/>
              <a:t> </a:t>
            </a:r>
            <a:r>
              <a:rPr lang="en-US" dirty="0" err="1"/>
              <a:t>izq</a:t>
            </a:r>
            <a:endParaRPr lang="en-US" dirty="0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60A042A8-233B-4B7A-A9DD-132EA92A510D}"/>
              </a:ext>
            </a:extLst>
          </p:cNvPr>
          <p:cNvSpPr/>
          <p:nvPr/>
        </p:nvSpPr>
        <p:spPr>
          <a:xfrm>
            <a:off x="310582" y="3761298"/>
            <a:ext cx="157876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Padre, </a:t>
            </a:r>
            <a:r>
              <a:rPr lang="en-US" dirty="0" err="1"/>
              <a:t>raíz</a:t>
            </a:r>
            <a:endParaRPr lang="en-US" dirty="0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69962B64-F3CE-4C72-8C5C-A8F2793B21FC}"/>
              </a:ext>
            </a:extLst>
          </p:cNvPr>
          <p:cNvSpPr/>
          <p:nvPr/>
        </p:nvSpPr>
        <p:spPr>
          <a:xfrm>
            <a:off x="14628" y="5017913"/>
            <a:ext cx="1161536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Hijo</a:t>
            </a:r>
            <a:r>
              <a:rPr lang="en-US" dirty="0"/>
              <a:t> </a:t>
            </a:r>
            <a:r>
              <a:rPr lang="en-US" dirty="0" err="1"/>
              <a:t>izq</a:t>
            </a:r>
            <a:endParaRPr lang="en-US" dirty="0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CCA355E1-907C-4A82-ABB3-056583627C8D}"/>
              </a:ext>
            </a:extLst>
          </p:cNvPr>
          <p:cNvSpPr/>
          <p:nvPr/>
        </p:nvSpPr>
        <p:spPr>
          <a:xfrm>
            <a:off x="2545834" y="2818142"/>
            <a:ext cx="1271502" cy="487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Hijo</a:t>
            </a:r>
            <a:r>
              <a:rPr lang="en-US" dirty="0"/>
              <a:t> Der</a:t>
            </a:r>
          </a:p>
        </p:txBody>
      </p:sp>
    </p:spTree>
    <p:extLst>
      <p:ext uri="{BB962C8B-B14F-4D97-AF65-F5344CB8AC3E}">
        <p14:creationId xmlns:p14="http://schemas.microsoft.com/office/powerpoint/2010/main" val="48005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104" grpId="0" animBg="1"/>
      <p:bldP spid="105" grpId="0" animBg="1"/>
      <p:bldP spid="106" grpId="0" animBg="1"/>
      <p:bldP spid="120" grpId="0" animBg="1"/>
      <p:bldP spid="125" grpId="0" animBg="1"/>
      <p:bldP spid="126" grpId="0" animBg="1"/>
      <p:bldP spid="129" grpId="0" animBg="1"/>
      <p:bldP spid="141" grpId="0" animBg="1"/>
      <p:bldP spid="142" grpId="0" animBg="1"/>
      <p:bldP spid="143" grpId="0" animBg="1"/>
      <p:bldP spid="146" grpId="0" animBg="1"/>
      <p:bldP spid="147" grpId="0" animBg="1"/>
      <p:bldP spid="148" grpId="0" animBg="1"/>
      <p:bldP spid="151" grpId="0" animBg="1"/>
      <p:bldP spid="152" grpId="0" animBg="1"/>
      <p:bldP spid="168" grpId="0" animBg="1"/>
      <p:bldP spid="169" grpId="0" animBg="1"/>
      <p:bldP spid="170" grpId="0" animBg="1"/>
      <p:bldP spid="171" grpId="0" animBg="1"/>
      <p:bldP spid="176" grpId="0" animBg="1"/>
      <p:bldP spid="177" grpId="0" animBg="1"/>
      <p:bldP spid="178" grpId="0" animBg="1"/>
      <p:bldP spid="181" grpId="0" animBg="1"/>
      <p:bldP spid="182" grpId="0" animBg="1"/>
      <p:bldP spid="198" grpId="0" animBg="1"/>
      <p:bldP spid="206" grpId="0" animBg="1"/>
      <p:bldP spid="207" grpId="0" animBg="1"/>
      <p:bldP spid="208" grpId="0" animBg="1"/>
      <p:bldP spid="212" grpId="0" animBg="1"/>
      <p:bldP spid="63" grpId="0"/>
      <p:bldP spid="6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1018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Árbol binario, estructura recursiva</a:t>
            </a:r>
          </a:p>
        </p:txBody>
      </p:sp>
      <p:sp>
        <p:nvSpPr>
          <p:cNvPr id="120" name="Elipse 119">
            <a:extLst>
              <a:ext uri="{FF2B5EF4-FFF2-40B4-BE49-F238E27FC236}">
                <a16:creationId xmlns:a16="http://schemas.microsoft.com/office/drawing/2014/main" id="{275727B8-7C36-4037-AA26-B0E0F6ED169D}"/>
              </a:ext>
            </a:extLst>
          </p:cNvPr>
          <p:cNvSpPr/>
          <p:nvPr/>
        </p:nvSpPr>
        <p:spPr>
          <a:xfrm>
            <a:off x="2522861" y="2878760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25" name="Elipse 124">
            <a:extLst>
              <a:ext uri="{FF2B5EF4-FFF2-40B4-BE49-F238E27FC236}">
                <a16:creationId xmlns:a16="http://schemas.microsoft.com/office/drawing/2014/main" id="{02ECA247-290E-40C2-A0E2-969C30524FC0}"/>
              </a:ext>
            </a:extLst>
          </p:cNvPr>
          <p:cNvSpPr/>
          <p:nvPr/>
        </p:nvSpPr>
        <p:spPr>
          <a:xfrm>
            <a:off x="654697" y="496943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6" name="Elipse 125">
            <a:extLst>
              <a:ext uri="{FF2B5EF4-FFF2-40B4-BE49-F238E27FC236}">
                <a16:creationId xmlns:a16="http://schemas.microsoft.com/office/drawing/2014/main" id="{91F7260A-1F1C-4C01-96E5-25E2CA05199C}"/>
              </a:ext>
            </a:extLst>
          </p:cNvPr>
          <p:cNvSpPr/>
          <p:nvPr/>
        </p:nvSpPr>
        <p:spPr>
          <a:xfrm>
            <a:off x="1053322" y="380694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29" name="Elipse 128">
            <a:extLst>
              <a:ext uri="{FF2B5EF4-FFF2-40B4-BE49-F238E27FC236}">
                <a16:creationId xmlns:a16="http://schemas.microsoft.com/office/drawing/2014/main" id="{9733F84E-5BF9-4B56-9078-D112619F1A1B}"/>
              </a:ext>
            </a:extLst>
          </p:cNvPr>
          <p:cNvSpPr/>
          <p:nvPr/>
        </p:nvSpPr>
        <p:spPr>
          <a:xfrm>
            <a:off x="1536139" y="496943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30" name="Conector recto 129">
            <a:extLst>
              <a:ext uri="{FF2B5EF4-FFF2-40B4-BE49-F238E27FC236}">
                <a16:creationId xmlns:a16="http://schemas.microsoft.com/office/drawing/2014/main" id="{5B049DC3-EF54-407A-A4FF-7E9064C55EDD}"/>
              </a:ext>
            </a:extLst>
          </p:cNvPr>
          <p:cNvCxnSpPr>
            <a:cxnSpLocks/>
            <a:stCxn id="126" idx="7"/>
            <a:endCxn id="120" idx="3"/>
          </p:cNvCxnSpPr>
          <p:nvPr/>
        </p:nvCxnSpPr>
        <p:spPr>
          <a:xfrm flipV="1">
            <a:off x="1539560" y="3308999"/>
            <a:ext cx="1066726" cy="571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130">
            <a:extLst>
              <a:ext uri="{FF2B5EF4-FFF2-40B4-BE49-F238E27FC236}">
                <a16:creationId xmlns:a16="http://schemas.microsoft.com/office/drawing/2014/main" id="{9878A538-6BD5-40EF-8716-C42E5A120463}"/>
              </a:ext>
            </a:extLst>
          </p:cNvPr>
          <p:cNvCxnSpPr>
            <a:cxnSpLocks/>
            <a:stCxn id="126" idx="3"/>
            <a:endCxn id="125" idx="0"/>
          </p:cNvCxnSpPr>
          <p:nvPr/>
        </p:nvCxnSpPr>
        <p:spPr>
          <a:xfrm flipH="1">
            <a:off x="939529" y="4237184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1F27DDA8-7B64-4205-8143-684ED3AB94A9}"/>
              </a:ext>
            </a:extLst>
          </p:cNvPr>
          <p:cNvCxnSpPr>
            <a:cxnSpLocks/>
            <a:stCxn id="126" idx="5"/>
            <a:endCxn id="129" idx="0"/>
          </p:cNvCxnSpPr>
          <p:nvPr/>
        </p:nvCxnSpPr>
        <p:spPr>
          <a:xfrm>
            <a:off x="1539560" y="4237184"/>
            <a:ext cx="28141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4E171679-B2F1-4241-85B9-508428BB885F}"/>
              </a:ext>
            </a:extLst>
          </p:cNvPr>
          <p:cNvCxnSpPr>
            <a:cxnSpLocks/>
            <a:stCxn id="120" idx="5"/>
            <a:endCxn id="142" idx="0"/>
          </p:cNvCxnSpPr>
          <p:nvPr/>
        </p:nvCxnSpPr>
        <p:spPr>
          <a:xfrm>
            <a:off x="3009099" y="3308999"/>
            <a:ext cx="1126938" cy="524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Elipse 140">
            <a:extLst>
              <a:ext uri="{FF2B5EF4-FFF2-40B4-BE49-F238E27FC236}">
                <a16:creationId xmlns:a16="http://schemas.microsoft.com/office/drawing/2014/main" id="{897F32FD-6839-4ED9-B709-D145B9680DB2}"/>
              </a:ext>
            </a:extLst>
          </p:cNvPr>
          <p:cNvSpPr/>
          <p:nvPr/>
        </p:nvSpPr>
        <p:spPr>
          <a:xfrm>
            <a:off x="3452580" y="499611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42" name="Elipse 141">
            <a:extLst>
              <a:ext uri="{FF2B5EF4-FFF2-40B4-BE49-F238E27FC236}">
                <a16:creationId xmlns:a16="http://schemas.microsoft.com/office/drawing/2014/main" id="{928001C7-BCA2-48FF-B443-A05652E2C726}"/>
              </a:ext>
            </a:extLst>
          </p:cNvPr>
          <p:cNvSpPr/>
          <p:nvPr/>
        </p:nvSpPr>
        <p:spPr>
          <a:xfrm>
            <a:off x="3851205" y="383362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43" name="Elipse 142">
            <a:extLst>
              <a:ext uri="{FF2B5EF4-FFF2-40B4-BE49-F238E27FC236}">
                <a16:creationId xmlns:a16="http://schemas.microsoft.com/office/drawing/2014/main" id="{80F48E93-F8BB-4E8B-BB86-E46D9FA47D9D}"/>
              </a:ext>
            </a:extLst>
          </p:cNvPr>
          <p:cNvSpPr/>
          <p:nvPr/>
        </p:nvSpPr>
        <p:spPr>
          <a:xfrm>
            <a:off x="4334022" y="499611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144" name="Conector recto 143">
            <a:extLst>
              <a:ext uri="{FF2B5EF4-FFF2-40B4-BE49-F238E27FC236}">
                <a16:creationId xmlns:a16="http://schemas.microsoft.com/office/drawing/2014/main" id="{8A16DE43-0057-4C52-AA93-A6E8A2F27434}"/>
              </a:ext>
            </a:extLst>
          </p:cNvPr>
          <p:cNvCxnSpPr>
            <a:cxnSpLocks/>
            <a:stCxn id="142" idx="3"/>
            <a:endCxn id="141" idx="0"/>
          </p:cNvCxnSpPr>
          <p:nvPr/>
        </p:nvCxnSpPr>
        <p:spPr>
          <a:xfrm flipH="1">
            <a:off x="3737412" y="4263861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ector recto 144">
            <a:extLst>
              <a:ext uri="{FF2B5EF4-FFF2-40B4-BE49-F238E27FC236}">
                <a16:creationId xmlns:a16="http://schemas.microsoft.com/office/drawing/2014/main" id="{642B430D-0E4C-4BF3-9D89-F67FE74E2B59}"/>
              </a:ext>
            </a:extLst>
          </p:cNvPr>
          <p:cNvCxnSpPr>
            <a:cxnSpLocks/>
            <a:stCxn id="142" idx="5"/>
            <a:endCxn id="143" idx="0"/>
          </p:cNvCxnSpPr>
          <p:nvPr/>
        </p:nvCxnSpPr>
        <p:spPr>
          <a:xfrm>
            <a:off x="4337443" y="4263861"/>
            <a:ext cx="28141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Elipse 145">
            <a:extLst>
              <a:ext uri="{FF2B5EF4-FFF2-40B4-BE49-F238E27FC236}">
                <a16:creationId xmlns:a16="http://schemas.microsoft.com/office/drawing/2014/main" id="{3B2E323C-D8D8-45D7-A506-0508CEEB16D6}"/>
              </a:ext>
            </a:extLst>
          </p:cNvPr>
          <p:cNvSpPr/>
          <p:nvPr/>
        </p:nvSpPr>
        <p:spPr>
          <a:xfrm>
            <a:off x="1140935" y="614921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47" name="Elipse 146">
            <a:extLst>
              <a:ext uri="{FF2B5EF4-FFF2-40B4-BE49-F238E27FC236}">
                <a16:creationId xmlns:a16="http://schemas.microsoft.com/office/drawing/2014/main" id="{9691AFC1-632D-4440-A089-94FBA71A217A}"/>
              </a:ext>
            </a:extLst>
          </p:cNvPr>
          <p:cNvSpPr/>
          <p:nvPr/>
        </p:nvSpPr>
        <p:spPr>
          <a:xfrm>
            <a:off x="1539560" y="498671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48" name="Elipse 147">
            <a:extLst>
              <a:ext uri="{FF2B5EF4-FFF2-40B4-BE49-F238E27FC236}">
                <a16:creationId xmlns:a16="http://schemas.microsoft.com/office/drawing/2014/main" id="{7C160873-32CE-457C-8E12-BB071901A98E}"/>
              </a:ext>
            </a:extLst>
          </p:cNvPr>
          <p:cNvSpPr/>
          <p:nvPr/>
        </p:nvSpPr>
        <p:spPr>
          <a:xfrm>
            <a:off x="2022377" y="614921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E05965EF-EEA1-4BBE-BDE6-70FA13E10FCE}"/>
              </a:ext>
            </a:extLst>
          </p:cNvPr>
          <p:cNvCxnSpPr>
            <a:cxnSpLocks/>
            <a:stCxn id="147" idx="3"/>
            <a:endCxn id="146" idx="0"/>
          </p:cNvCxnSpPr>
          <p:nvPr/>
        </p:nvCxnSpPr>
        <p:spPr>
          <a:xfrm flipH="1">
            <a:off x="1425767" y="5416957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149">
            <a:extLst>
              <a:ext uri="{FF2B5EF4-FFF2-40B4-BE49-F238E27FC236}">
                <a16:creationId xmlns:a16="http://schemas.microsoft.com/office/drawing/2014/main" id="{599AB07D-9958-4C44-A68D-0735DFC4AB8F}"/>
              </a:ext>
            </a:extLst>
          </p:cNvPr>
          <p:cNvCxnSpPr>
            <a:cxnSpLocks/>
            <a:stCxn id="147" idx="5"/>
            <a:endCxn id="148" idx="0"/>
          </p:cNvCxnSpPr>
          <p:nvPr/>
        </p:nvCxnSpPr>
        <p:spPr>
          <a:xfrm>
            <a:off x="2025798" y="5416957"/>
            <a:ext cx="28141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ángulo: esquinas redondeadas 151">
            <a:extLst>
              <a:ext uri="{FF2B5EF4-FFF2-40B4-BE49-F238E27FC236}">
                <a16:creationId xmlns:a16="http://schemas.microsoft.com/office/drawing/2014/main" id="{81EF58F3-51AE-4EA7-B211-201A0D9C8A7F}"/>
              </a:ext>
            </a:extLst>
          </p:cNvPr>
          <p:cNvSpPr/>
          <p:nvPr/>
        </p:nvSpPr>
        <p:spPr>
          <a:xfrm>
            <a:off x="5781029" y="3056970"/>
            <a:ext cx="2495398" cy="808765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Subarbol</a:t>
            </a:r>
            <a:r>
              <a:rPr lang="en-US" dirty="0"/>
              <a:t> </a:t>
            </a:r>
            <a:r>
              <a:rPr lang="en-US" dirty="0" err="1"/>
              <a:t>izquierdo</a:t>
            </a:r>
            <a:endParaRPr lang="en-US" dirty="0"/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24692A37-9148-4547-9C5E-78BA59F4BAD0}"/>
              </a:ext>
            </a:extLst>
          </p:cNvPr>
          <p:cNvSpPr/>
          <p:nvPr/>
        </p:nvSpPr>
        <p:spPr>
          <a:xfrm>
            <a:off x="7442083" y="1418222"/>
            <a:ext cx="2588880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Raiz</a:t>
            </a:r>
            <a:endParaRPr lang="en-US" dirty="0"/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C2FD0DCB-0BF3-4982-98F2-D8F86AACBC88}"/>
              </a:ext>
            </a:extLst>
          </p:cNvPr>
          <p:cNvSpPr/>
          <p:nvPr/>
        </p:nvSpPr>
        <p:spPr>
          <a:xfrm>
            <a:off x="9070118" y="3056970"/>
            <a:ext cx="2588880" cy="823791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Subarbol</a:t>
            </a:r>
            <a:r>
              <a:rPr lang="en-US" dirty="0"/>
              <a:t> derecho</a:t>
            </a: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A8EAF152-86B3-4E9C-8697-84679AE64CD4}"/>
              </a:ext>
            </a:extLst>
          </p:cNvPr>
          <p:cNvSpPr/>
          <p:nvPr/>
        </p:nvSpPr>
        <p:spPr>
          <a:xfrm>
            <a:off x="8474165" y="2247880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B15F2C80-3157-4A92-AAE2-E69AB02362C6}"/>
              </a:ext>
            </a:extLst>
          </p:cNvPr>
          <p:cNvSpPr/>
          <p:nvPr/>
        </p:nvSpPr>
        <p:spPr>
          <a:xfrm>
            <a:off x="6339084" y="525642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FB5DF831-61D5-4A77-B154-03421261430F}"/>
              </a:ext>
            </a:extLst>
          </p:cNvPr>
          <p:cNvSpPr/>
          <p:nvPr/>
        </p:nvSpPr>
        <p:spPr>
          <a:xfrm>
            <a:off x="6737709" y="409393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8EC27F80-5FA2-4AD7-9537-A729CC2952D8}"/>
              </a:ext>
            </a:extLst>
          </p:cNvPr>
          <p:cNvSpPr/>
          <p:nvPr/>
        </p:nvSpPr>
        <p:spPr>
          <a:xfrm>
            <a:off x="7220526" y="5256429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D33316EF-FA26-4F76-8D3E-120B755C3759}"/>
              </a:ext>
            </a:extLst>
          </p:cNvPr>
          <p:cNvCxnSpPr>
            <a:cxnSpLocks/>
            <a:stCxn id="48" idx="3"/>
            <a:endCxn id="47" idx="0"/>
          </p:cNvCxnSpPr>
          <p:nvPr/>
        </p:nvCxnSpPr>
        <p:spPr>
          <a:xfrm flipH="1">
            <a:off x="6623916" y="4524174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9C206A0D-0E16-41DB-94A0-F02D1D6C8224}"/>
              </a:ext>
            </a:extLst>
          </p:cNvPr>
          <p:cNvCxnSpPr>
            <a:cxnSpLocks/>
            <a:stCxn id="48" idx="5"/>
            <a:endCxn id="49" idx="0"/>
          </p:cNvCxnSpPr>
          <p:nvPr/>
        </p:nvCxnSpPr>
        <p:spPr>
          <a:xfrm>
            <a:off x="7223947" y="4524174"/>
            <a:ext cx="28141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Elipse 53">
            <a:extLst>
              <a:ext uri="{FF2B5EF4-FFF2-40B4-BE49-F238E27FC236}">
                <a16:creationId xmlns:a16="http://schemas.microsoft.com/office/drawing/2014/main" id="{D12BC9D9-B09A-4B1B-8625-B5DF61FBD939}"/>
              </a:ext>
            </a:extLst>
          </p:cNvPr>
          <p:cNvSpPr/>
          <p:nvPr/>
        </p:nvSpPr>
        <p:spPr>
          <a:xfrm>
            <a:off x="9627348" y="519989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13704CFD-230C-4A0A-B802-8CC0876CCB30}"/>
              </a:ext>
            </a:extLst>
          </p:cNvPr>
          <p:cNvSpPr/>
          <p:nvPr/>
        </p:nvSpPr>
        <p:spPr>
          <a:xfrm>
            <a:off x="10025973" y="4037397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65463289-01BE-4DF3-8A03-455F426BD4E4}"/>
              </a:ext>
            </a:extLst>
          </p:cNvPr>
          <p:cNvSpPr/>
          <p:nvPr/>
        </p:nvSpPr>
        <p:spPr>
          <a:xfrm>
            <a:off x="10508790" y="5199891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5915A2A6-2989-4E5D-B5E7-464A14E62DD0}"/>
              </a:ext>
            </a:extLst>
          </p:cNvPr>
          <p:cNvCxnSpPr>
            <a:cxnSpLocks/>
            <a:stCxn id="55" idx="3"/>
            <a:endCxn id="54" idx="0"/>
          </p:cNvCxnSpPr>
          <p:nvPr/>
        </p:nvCxnSpPr>
        <p:spPr>
          <a:xfrm flipH="1">
            <a:off x="9912180" y="4467636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291C3F48-C7F7-48C3-904B-C9545837AADA}"/>
              </a:ext>
            </a:extLst>
          </p:cNvPr>
          <p:cNvCxnSpPr>
            <a:cxnSpLocks/>
            <a:stCxn id="55" idx="5"/>
            <a:endCxn id="56" idx="0"/>
          </p:cNvCxnSpPr>
          <p:nvPr/>
        </p:nvCxnSpPr>
        <p:spPr>
          <a:xfrm>
            <a:off x="10512211" y="4467636"/>
            <a:ext cx="28141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>
            <a:extLst>
              <a:ext uri="{FF2B5EF4-FFF2-40B4-BE49-F238E27FC236}">
                <a16:creationId xmlns:a16="http://schemas.microsoft.com/office/drawing/2014/main" id="{F3EA5211-527D-4052-A437-F96CDB6614A4}"/>
              </a:ext>
            </a:extLst>
          </p:cNvPr>
          <p:cNvSpPr/>
          <p:nvPr/>
        </p:nvSpPr>
        <p:spPr>
          <a:xfrm>
            <a:off x="6825322" y="643620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75E881E8-9500-4DD0-9962-147089743F1D}"/>
              </a:ext>
            </a:extLst>
          </p:cNvPr>
          <p:cNvSpPr/>
          <p:nvPr/>
        </p:nvSpPr>
        <p:spPr>
          <a:xfrm>
            <a:off x="7223947" y="527370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31A91AFF-0760-4509-A649-D0B0168B7CCF}"/>
              </a:ext>
            </a:extLst>
          </p:cNvPr>
          <p:cNvSpPr/>
          <p:nvPr/>
        </p:nvSpPr>
        <p:spPr>
          <a:xfrm>
            <a:off x="7706764" y="643620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07102693-CBBE-4468-8468-2419C894305E}"/>
              </a:ext>
            </a:extLst>
          </p:cNvPr>
          <p:cNvCxnSpPr>
            <a:cxnSpLocks/>
            <a:stCxn id="60" idx="3"/>
            <a:endCxn id="59" idx="0"/>
          </p:cNvCxnSpPr>
          <p:nvPr/>
        </p:nvCxnSpPr>
        <p:spPr>
          <a:xfrm flipH="1">
            <a:off x="7110154" y="5703947"/>
            <a:ext cx="197218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FF4ACFDB-B6E9-4B8C-AFC2-0AC94F4740E3}"/>
              </a:ext>
            </a:extLst>
          </p:cNvPr>
          <p:cNvCxnSpPr>
            <a:cxnSpLocks/>
            <a:stCxn id="60" idx="5"/>
            <a:endCxn id="61" idx="0"/>
          </p:cNvCxnSpPr>
          <p:nvPr/>
        </p:nvCxnSpPr>
        <p:spPr>
          <a:xfrm>
            <a:off x="7710185" y="5703947"/>
            <a:ext cx="28141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13F1CCBB-8527-406F-B864-D529B590CB4B}"/>
              </a:ext>
            </a:extLst>
          </p:cNvPr>
          <p:cNvSpPr/>
          <p:nvPr/>
        </p:nvSpPr>
        <p:spPr>
          <a:xfrm>
            <a:off x="9324219" y="6401240"/>
            <a:ext cx="2588880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Raiz</a:t>
            </a:r>
            <a:endParaRPr lang="en-US" dirty="0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1D54A09-1AD4-4537-BD46-DF80E69C124B}"/>
              </a:ext>
            </a:extLst>
          </p:cNvPr>
          <p:cNvSpPr/>
          <p:nvPr/>
        </p:nvSpPr>
        <p:spPr>
          <a:xfrm>
            <a:off x="10356301" y="7230898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437DFD58-5778-41F6-9170-3040075439E7}"/>
              </a:ext>
            </a:extLst>
          </p:cNvPr>
          <p:cNvSpPr/>
          <p:nvPr/>
        </p:nvSpPr>
        <p:spPr>
          <a:xfrm>
            <a:off x="7442083" y="8186334"/>
            <a:ext cx="2588880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 arbol </a:t>
            </a:r>
            <a:r>
              <a:rPr lang="en-US" dirty="0" err="1"/>
              <a:t>izq</a:t>
            </a:r>
            <a:endParaRPr lang="en-US" dirty="0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6D3F8EDB-68CF-434C-9677-18E4B68A007B}"/>
              </a:ext>
            </a:extLst>
          </p:cNvPr>
          <p:cNvSpPr/>
          <p:nvPr/>
        </p:nvSpPr>
        <p:spPr>
          <a:xfrm>
            <a:off x="8474165" y="901599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8FAD5AC3-23A6-4B14-B38F-14100BFF6C9C}"/>
              </a:ext>
            </a:extLst>
          </p:cNvPr>
          <p:cNvSpPr/>
          <p:nvPr/>
        </p:nvSpPr>
        <p:spPr>
          <a:xfrm>
            <a:off x="10356301" y="8186334"/>
            <a:ext cx="2588880" cy="504056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 arbol der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054636A6-456A-4725-B31B-96A667136A40}"/>
              </a:ext>
            </a:extLst>
          </p:cNvPr>
          <p:cNvSpPr/>
          <p:nvPr/>
        </p:nvSpPr>
        <p:spPr>
          <a:xfrm>
            <a:off x="11388383" y="9015992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07614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5" grpId="0" animBg="1"/>
      <p:bldP spid="126" grpId="0" animBg="1"/>
      <p:bldP spid="129" grpId="0" animBg="1"/>
      <p:bldP spid="141" grpId="0" animBg="1"/>
      <p:bldP spid="142" grpId="0" animBg="1"/>
      <p:bldP spid="143" grpId="0" animBg="1"/>
      <p:bldP spid="146" grpId="0" animBg="1"/>
      <p:bldP spid="147" grpId="0" animBg="1"/>
      <p:bldP spid="148" grpId="0" animBg="1"/>
      <p:bldP spid="152" grpId="0" animBg="1"/>
      <p:bldP spid="41" grpId="0" animBg="1"/>
      <p:bldP spid="43" grpId="0" animBg="1"/>
      <p:bldP spid="46" grpId="0" animBg="1"/>
      <p:bldP spid="47" grpId="0" animBg="1"/>
      <p:bldP spid="48" grpId="0" animBg="1"/>
      <p:bldP spid="49" grpId="0" animBg="1"/>
      <p:bldP spid="54" grpId="0" animBg="1"/>
      <p:bldP spid="55" grpId="0" animBg="1"/>
      <p:bldP spid="56" grpId="0" animBg="1"/>
      <p:bldP spid="59" grpId="0" animBg="1"/>
      <p:bldP spid="60" grpId="0" animBg="1"/>
      <p:bldP spid="61" grpId="0" animBg="1"/>
      <p:bldP spid="45" grpId="0" animBg="1"/>
      <p:bldP spid="50" grpId="0" animBg="1"/>
      <p:bldP spid="53" grpId="0" animBg="1"/>
      <p:bldP spid="64" grpId="0" animBg="1"/>
      <p:bldP spid="65" grpId="0" animBg="1"/>
      <p:bldP spid="6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Recorrido arboles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6CEC37EC-D6FB-4722-B0F7-5B75F37F2228}"/>
              </a:ext>
            </a:extLst>
          </p:cNvPr>
          <p:cNvSpPr/>
          <p:nvPr/>
        </p:nvSpPr>
        <p:spPr>
          <a:xfrm>
            <a:off x="4158500" y="180743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3643B59C-E77C-4AA6-ABEB-600E1707109E}"/>
              </a:ext>
            </a:extLst>
          </p:cNvPr>
          <p:cNvCxnSpPr>
            <a:cxnSpLocks/>
            <a:stCxn id="78" idx="3"/>
            <a:endCxn id="87" idx="7"/>
          </p:cNvCxnSpPr>
          <p:nvPr/>
        </p:nvCxnSpPr>
        <p:spPr>
          <a:xfrm flipH="1">
            <a:off x="3595540" y="2299136"/>
            <a:ext cx="657868" cy="829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Elipse 86">
            <a:extLst>
              <a:ext uri="{FF2B5EF4-FFF2-40B4-BE49-F238E27FC236}">
                <a16:creationId xmlns:a16="http://schemas.microsoft.com/office/drawing/2014/main" id="{FE13E9B1-C9A5-45DE-A9AB-017353C3B692}"/>
              </a:ext>
            </a:extLst>
          </p:cNvPr>
          <p:cNvSpPr/>
          <p:nvPr/>
        </p:nvSpPr>
        <p:spPr>
          <a:xfrm>
            <a:off x="3042376" y="304392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A6E671DA-EEF0-46D5-BF4C-56C49C831EA8}"/>
              </a:ext>
            </a:extLst>
          </p:cNvPr>
          <p:cNvCxnSpPr>
            <a:cxnSpLocks/>
            <a:endCxn id="101" idx="1"/>
          </p:cNvCxnSpPr>
          <p:nvPr/>
        </p:nvCxnSpPr>
        <p:spPr>
          <a:xfrm>
            <a:off x="4662163" y="2299136"/>
            <a:ext cx="719759" cy="825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lipse 100">
            <a:extLst>
              <a:ext uri="{FF2B5EF4-FFF2-40B4-BE49-F238E27FC236}">
                <a16:creationId xmlns:a16="http://schemas.microsoft.com/office/drawing/2014/main" id="{B3F8FA72-F16D-433F-B8C5-EA1891CE7034}"/>
              </a:ext>
            </a:extLst>
          </p:cNvPr>
          <p:cNvSpPr/>
          <p:nvPr/>
        </p:nvSpPr>
        <p:spPr>
          <a:xfrm>
            <a:off x="5287014" y="3040139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9634E6E9-3E30-4107-AE3C-4A80E5BBC5AD}"/>
              </a:ext>
            </a:extLst>
          </p:cNvPr>
          <p:cNvCxnSpPr>
            <a:cxnSpLocks/>
            <a:stCxn id="87" idx="3"/>
            <a:endCxn id="103" idx="7"/>
          </p:cNvCxnSpPr>
          <p:nvPr/>
        </p:nvCxnSpPr>
        <p:spPr>
          <a:xfrm flipH="1">
            <a:off x="2455943" y="3535627"/>
            <a:ext cx="681341" cy="8764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Elipse 102">
            <a:extLst>
              <a:ext uri="{FF2B5EF4-FFF2-40B4-BE49-F238E27FC236}">
                <a16:creationId xmlns:a16="http://schemas.microsoft.com/office/drawing/2014/main" id="{05BD0450-B44F-4324-8AAB-0C744BB59A91}"/>
              </a:ext>
            </a:extLst>
          </p:cNvPr>
          <p:cNvSpPr/>
          <p:nvPr/>
        </p:nvSpPr>
        <p:spPr>
          <a:xfrm>
            <a:off x="1902779" y="4327715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C2410655-FDA9-4223-BFA2-1B83CA1ACE93}"/>
              </a:ext>
            </a:extLst>
          </p:cNvPr>
          <p:cNvCxnSpPr>
            <a:cxnSpLocks/>
            <a:stCxn id="87" idx="5"/>
            <a:endCxn id="105" idx="1"/>
          </p:cNvCxnSpPr>
          <p:nvPr/>
        </p:nvCxnSpPr>
        <p:spPr>
          <a:xfrm>
            <a:off x="3595540" y="3535627"/>
            <a:ext cx="269758" cy="917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Elipse 104">
            <a:extLst>
              <a:ext uri="{FF2B5EF4-FFF2-40B4-BE49-F238E27FC236}">
                <a16:creationId xmlns:a16="http://schemas.microsoft.com/office/drawing/2014/main" id="{4FF842D9-A4D5-422F-ADF9-0BD5E7BAC8CC}"/>
              </a:ext>
            </a:extLst>
          </p:cNvPr>
          <p:cNvSpPr/>
          <p:nvPr/>
        </p:nvSpPr>
        <p:spPr>
          <a:xfrm>
            <a:off x="3770390" y="436922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78D00D02-E181-459D-AA05-DA43474A50C4}"/>
              </a:ext>
            </a:extLst>
          </p:cNvPr>
          <p:cNvCxnSpPr>
            <a:cxnSpLocks/>
            <a:stCxn id="105" idx="5"/>
            <a:endCxn id="109" idx="1"/>
          </p:cNvCxnSpPr>
          <p:nvPr/>
        </p:nvCxnSpPr>
        <p:spPr>
          <a:xfrm>
            <a:off x="4323554" y="4860922"/>
            <a:ext cx="340633" cy="8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Elipse 108">
            <a:extLst>
              <a:ext uri="{FF2B5EF4-FFF2-40B4-BE49-F238E27FC236}">
                <a16:creationId xmlns:a16="http://schemas.microsoft.com/office/drawing/2014/main" id="{14E8A4A0-3FE3-44F1-B280-78173E19AA15}"/>
              </a:ext>
            </a:extLst>
          </p:cNvPr>
          <p:cNvSpPr/>
          <p:nvPr/>
        </p:nvSpPr>
        <p:spPr>
          <a:xfrm>
            <a:off x="4569279" y="5616719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80FB5B3F-85D0-430B-987E-05033A7579BD}"/>
              </a:ext>
            </a:extLst>
          </p:cNvPr>
          <p:cNvCxnSpPr>
            <a:cxnSpLocks/>
            <a:stCxn id="133" idx="3"/>
            <a:endCxn id="127" idx="0"/>
          </p:cNvCxnSpPr>
          <p:nvPr/>
        </p:nvCxnSpPr>
        <p:spPr>
          <a:xfrm flipH="1">
            <a:off x="5608589" y="6104932"/>
            <a:ext cx="324036" cy="801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Elipse 126">
            <a:extLst>
              <a:ext uri="{FF2B5EF4-FFF2-40B4-BE49-F238E27FC236}">
                <a16:creationId xmlns:a16="http://schemas.microsoft.com/office/drawing/2014/main" id="{CEFFA7B8-3B07-4869-879D-5513E25BB448}"/>
              </a:ext>
            </a:extLst>
          </p:cNvPr>
          <p:cNvSpPr/>
          <p:nvPr/>
        </p:nvSpPr>
        <p:spPr>
          <a:xfrm>
            <a:off x="5284553" y="690667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</a:t>
            </a:r>
          </a:p>
        </p:txBody>
      </p:sp>
      <p:cxnSp>
        <p:nvCxnSpPr>
          <p:cNvPr id="130" name="Conector recto 129">
            <a:extLst>
              <a:ext uri="{FF2B5EF4-FFF2-40B4-BE49-F238E27FC236}">
                <a16:creationId xmlns:a16="http://schemas.microsoft.com/office/drawing/2014/main" id="{0885CC5B-96B5-48A2-9891-BA8E049BD8A9}"/>
              </a:ext>
            </a:extLst>
          </p:cNvPr>
          <p:cNvCxnSpPr>
            <a:cxnSpLocks/>
            <a:endCxn id="131" idx="1"/>
          </p:cNvCxnSpPr>
          <p:nvPr/>
        </p:nvCxnSpPr>
        <p:spPr>
          <a:xfrm>
            <a:off x="5834980" y="3578783"/>
            <a:ext cx="719759" cy="825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Elipse 130">
            <a:extLst>
              <a:ext uri="{FF2B5EF4-FFF2-40B4-BE49-F238E27FC236}">
                <a16:creationId xmlns:a16="http://schemas.microsoft.com/office/drawing/2014/main" id="{BE01E1D0-5072-4EF4-844A-EBB7ACEDA872}"/>
              </a:ext>
            </a:extLst>
          </p:cNvPr>
          <p:cNvSpPr/>
          <p:nvPr/>
        </p:nvSpPr>
        <p:spPr>
          <a:xfrm>
            <a:off x="6459831" y="4319786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C2796D49-C1CF-4CAA-8F69-DB36FC71F1DF}"/>
              </a:ext>
            </a:extLst>
          </p:cNvPr>
          <p:cNvCxnSpPr>
            <a:cxnSpLocks/>
            <a:stCxn id="131" idx="3"/>
            <a:endCxn id="133" idx="7"/>
          </p:cNvCxnSpPr>
          <p:nvPr/>
        </p:nvCxnSpPr>
        <p:spPr>
          <a:xfrm flipH="1">
            <a:off x="6390881" y="4811487"/>
            <a:ext cx="163858" cy="886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>
            <a:extLst>
              <a:ext uri="{FF2B5EF4-FFF2-40B4-BE49-F238E27FC236}">
                <a16:creationId xmlns:a16="http://schemas.microsoft.com/office/drawing/2014/main" id="{3C7A6CC4-1AF7-4EC1-89FC-B06D687BE59D}"/>
              </a:ext>
            </a:extLst>
          </p:cNvPr>
          <p:cNvSpPr/>
          <p:nvPr/>
        </p:nvSpPr>
        <p:spPr>
          <a:xfrm>
            <a:off x="5837717" y="5613231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142" name="Conector recto 141">
            <a:extLst>
              <a:ext uri="{FF2B5EF4-FFF2-40B4-BE49-F238E27FC236}">
                <a16:creationId xmlns:a16="http://schemas.microsoft.com/office/drawing/2014/main" id="{EAF796C3-DB35-4568-B498-E0FE168A8991}"/>
              </a:ext>
            </a:extLst>
          </p:cNvPr>
          <p:cNvCxnSpPr>
            <a:cxnSpLocks/>
            <a:stCxn id="133" idx="5"/>
            <a:endCxn id="143" idx="1"/>
          </p:cNvCxnSpPr>
          <p:nvPr/>
        </p:nvCxnSpPr>
        <p:spPr>
          <a:xfrm>
            <a:off x="6390881" y="6104932"/>
            <a:ext cx="282471" cy="814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Elipse 142">
            <a:extLst>
              <a:ext uri="{FF2B5EF4-FFF2-40B4-BE49-F238E27FC236}">
                <a16:creationId xmlns:a16="http://schemas.microsoft.com/office/drawing/2014/main" id="{32C3387A-AA52-4486-9E22-000038430990}"/>
              </a:ext>
            </a:extLst>
          </p:cNvPr>
          <p:cNvSpPr/>
          <p:nvPr/>
        </p:nvSpPr>
        <p:spPr>
          <a:xfrm>
            <a:off x="6578444" y="6835320"/>
            <a:ext cx="648072" cy="5760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FE6A03D-AE0F-440E-A197-046DC8DCB71E}"/>
              </a:ext>
            </a:extLst>
          </p:cNvPr>
          <p:cNvSpPr/>
          <p:nvPr/>
        </p:nvSpPr>
        <p:spPr>
          <a:xfrm>
            <a:off x="8832850" y="2897301"/>
            <a:ext cx="3240088" cy="656655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 Orden</a:t>
            </a:r>
          </a:p>
        </p:txBody>
      </p:sp>
      <p:sp>
        <p:nvSpPr>
          <p:cNvPr id="150" name="Rectángulo: esquinas redondeadas 149">
            <a:extLst>
              <a:ext uri="{FF2B5EF4-FFF2-40B4-BE49-F238E27FC236}">
                <a16:creationId xmlns:a16="http://schemas.microsoft.com/office/drawing/2014/main" id="{C1BA66C0-9D08-4907-87ED-04222591556E}"/>
              </a:ext>
            </a:extLst>
          </p:cNvPr>
          <p:cNvSpPr/>
          <p:nvPr/>
        </p:nvSpPr>
        <p:spPr>
          <a:xfrm>
            <a:off x="8832850" y="4148092"/>
            <a:ext cx="3240088" cy="656655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Entre </a:t>
            </a:r>
            <a:r>
              <a:rPr lang="en-US" dirty="0" err="1"/>
              <a:t>orden</a:t>
            </a:r>
            <a:endParaRPr lang="en-US" dirty="0"/>
          </a:p>
        </p:txBody>
      </p:sp>
      <p:sp>
        <p:nvSpPr>
          <p:cNvPr id="151" name="Rectángulo: esquinas redondeadas 150">
            <a:extLst>
              <a:ext uri="{FF2B5EF4-FFF2-40B4-BE49-F238E27FC236}">
                <a16:creationId xmlns:a16="http://schemas.microsoft.com/office/drawing/2014/main" id="{B386C000-A180-4D19-9275-250CD11ED7C9}"/>
              </a:ext>
            </a:extLst>
          </p:cNvPr>
          <p:cNvSpPr/>
          <p:nvPr/>
        </p:nvSpPr>
        <p:spPr>
          <a:xfrm>
            <a:off x="8832850" y="5398883"/>
            <a:ext cx="3240088" cy="656655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</a:t>
            </a:r>
            <a:r>
              <a:rPr lang="en-US" dirty="0" err="1"/>
              <a:t>orden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9760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1">
            <a:extLst>
              <a:ext uri="{FF2B5EF4-FFF2-40B4-BE49-F238E27FC236}">
                <a16:creationId xmlns:a16="http://schemas.microsoft.com/office/drawing/2014/main" id="{E488B477-78B7-4DCB-9E29-34F96152A93C}"/>
              </a:ext>
            </a:extLst>
          </p:cNvPr>
          <p:cNvSpPr txBox="1">
            <a:spLocks/>
          </p:cNvSpPr>
          <p:nvPr/>
        </p:nvSpPr>
        <p:spPr>
          <a:xfrm>
            <a:off x="764956" y="355157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pPr algn="ctr"/>
            <a:r>
              <a:rPr lang="es-ES_tradnl" sz="4400" dirty="0"/>
              <a:t>Expresiones aritméticas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FE6A03D-AE0F-440E-A197-046DC8DCB71E}"/>
              </a:ext>
            </a:extLst>
          </p:cNvPr>
          <p:cNvSpPr/>
          <p:nvPr/>
        </p:nvSpPr>
        <p:spPr>
          <a:xfrm>
            <a:off x="4152330" y="6972674"/>
            <a:ext cx="2790953" cy="539204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 </a:t>
            </a:r>
            <a:r>
              <a:rPr lang="en-US" dirty="0" err="1"/>
              <a:t>fijo</a:t>
            </a:r>
            <a:endParaRPr lang="en-US" dirty="0"/>
          </a:p>
        </p:txBody>
      </p:sp>
      <p:sp>
        <p:nvSpPr>
          <p:cNvPr id="150" name="Rectángulo: esquinas redondeadas 149">
            <a:extLst>
              <a:ext uri="{FF2B5EF4-FFF2-40B4-BE49-F238E27FC236}">
                <a16:creationId xmlns:a16="http://schemas.microsoft.com/office/drawing/2014/main" id="{C1BA66C0-9D08-4907-87ED-04222591556E}"/>
              </a:ext>
            </a:extLst>
          </p:cNvPr>
          <p:cNvSpPr/>
          <p:nvPr/>
        </p:nvSpPr>
        <p:spPr>
          <a:xfrm>
            <a:off x="7104658" y="6972674"/>
            <a:ext cx="2790953" cy="539204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Entre </a:t>
            </a:r>
            <a:r>
              <a:rPr lang="en-US" dirty="0" err="1"/>
              <a:t>fijo</a:t>
            </a:r>
            <a:endParaRPr lang="en-US" dirty="0"/>
          </a:p>
        </p:txBody>
      </p:sp>
      <p:sp>
        <p:nvSpPr>
          <p:cNvPr id="151" name="Rectángulo: esquinas redondeadas 150">
            <a:extLst>
              <a:ext uri="{FF2B5EF4-FFF2-40B4-BE49-F238E27FC236}">
                <a16:creationId xmlns:a16="http://schemas.microsoft.com/office/drawing/2014/main" id="{B386C000-A180-4D19-9275-250CD11ED7C9}"/>
              </a:ext>
            </a:extLst>
          </p:cNvPr>
          <p:cNvSpPr/>
          <p:nvPr/>
        </p:nvSpPr>
        <p:spPr>
          <a:xfrm>
            <a:off x="10056986" y="6965454"/>
            <a:ext cx="2790953" cy="539204"/>
          </a:xfrm>
          <a:prstGeom prst="roundRect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 </a:t>
            </a:r>
            <a:r>
              <a:rPr lang="en-US" dirty="0" err="1"/>
              <a:t>fijo</a:t>
            </a:r>
            <a:endParaRPr lang="en-US" dirty="0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97E1DF11-352B-4893-8DC1-ECB5A29525B0}"/>
              </a:ext>
            </a:extLst>
          </p:cNvPr>
          <p:cNvSpPr/>
          <p:nvPr/>
        </p:nvSpPr>
        <p:spPr>
          <a:xfrm>
            <a:off x="4152330" y="8093992"/>
            <a:ext cx="2790953" cy="1389470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Raiz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Izquierda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Derecha</a:t>
            </a:r>
            <a:endParaRPr lang="en-US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4C3F603B-571A-43FF-B725-C91B2CF1329D}"/>
              </a:ext>
            </a:extLst>
          </p:cNvPr>
          <p:cNvSpPr/>
          <p:nvPr/>
        </p:nvSpPr>
        <p:spPr>
          <a:xfrm>
            <a:off x="7104658" y="8123192"/>
            <a:ext cx="2790953" cy="1389470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Izquierda</a:t>
            </a:r>
            <a:endParaRPr lang="en-US" dirty="0"/>
          </a:p>
          <a:p>
            <a:pPr algn="ctr"/>
            <a:r>
              <a:rPr lang="en-US" dirty="0" err="1"/>
              <a:t>Raiz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Derecha</a:t>
            </a:r>
            <a:endParaRPr lang="en-US" dirty="0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9E819A8F-9773-4601-AA2A-37BD9BE459A1}"/>
              </a:ext>
            </a:extLst>
          </p:cNvPr>
          <p:cNvSpPr/>
          <p:nvPr/>
        </p:nvSpPr>
        <p:spPr>
          <a:xfrm>
            <a:off x="10056986" y="8141905"/>
            <a:ext cx="2790953" cy="1389470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Izquierda</a:t>
            </a:r>
            <a:endParaRPr lang="en-US" dirty="0"/>
          </a:p>
          <a:p>
            <a:pPr algn="ctr"/>
            <a:r>
              <a:rPr lang="en-US" dirty="0" err="1"/>
              <a:t>Derecha</a:t>
            </a:r>
            <a:endParaRPr lang="en-US" dirty="0"/>
          </a:p>
          <a:p>
            <a:pPr algn="ctr"/>
            <a:r>
              <a:rPr lang="en-US" dirty="0" err="1"/>
              <a:t>Raiz</a:t>
            </a:r>
            <a:endParaRPr lang="en-US" dirty="0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91755BC8-41FE-4EA4-9408-E9018F3AB1B2}"/>
              </a:ext>
            </a:extLst>
          </p:cNvPr>
          <p:cNvSpPr/>
          <p:nvPr/>
        </p:nvSpPr>
        <p:spPr>
          <a:xfrm>
            <a:off x="1377515" y="3129740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1A631534-9831-42A9-8BD3-2D9E8B88DB76}"/>
              </a:ext>
            </a:extLst>
          </p:cNvPr>
          <p:cNvSpPr/>
          <p:nvPr/>
        </p:nvSpPr>
        <p:spPr>
          <a:xfrm>
            <a:off x="2102683" y="1967246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8A430E3E-28A4-4371-9DAF-E0E289E451A2}"/>
              </a:ext>
            </a:extLst>
          </p:cNvPr>
          <p:cNvCxnSpPr>
            <a:cxnSpLocks/>
            <a:stCxn id="35" idx="3"/>
            <a:endCxn id="34" idx="0"/>
          </p:cNvCxnSpPr>
          <p:nvPr/>
        </p:nvCxnSpPr>
        <p:spPr>
          <a:xfrm flipH="1">
            <a:off x="1662347" y="2397485"/>
            <a:ext cx="523761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67F14162-9B28-4E53-877D-D614E7072DB6}"/>
              </a:ext>
            </a:extLst>
          </p:cNvPr>
          <p:cNvCxnSpPr>
            <a:cxnSpLocks/>
            <a:stCxn id="35" idx="5"/>
            <a:endCxn id="40" idx="0"/>
          </p:cNvCxnSpPr>
          <p:nvPr/>
        </p:nvCxnSpPr>
        <p:spPr>
          <a:xfrm>
            <a:off x="2588921" y="2397485"/>
            <a:ext cx="482817" cy="73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>
            <a:extLst>
              <a:ext uri="{FF2B5EF4-FFF2-40B4-BE49-F238E27FC236}">
                <a16:creationId xmlns:a16="http://schemas.microsoft.com/office/drawing/2014/main" id="{62BFC66C-E054-4076-A20F-DA33731BA972}"/>
              </a:ext>
            </a:extLst>
          </p:cNvPr>
          <p:cNvSpPr/>
          <p:nvPr/>
        </p:nvSpPr>
        <p:spPr>
          <a:xfrm>
            <a:off x="2190296" y="430951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702E263B-E902-4B55-8710-3115920724CB}"/>
              </a:ext>
            </a:extLst>
          </p:cNvPr>
          <p:cNvSpPr/>
          <p:nvPr/>
        </p:nvSpPr>
        <p:spPr>
          <a:xfrm>
            <a:off x="2786906" y="3129740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678545C0-ED98-46BE-92B6-302571FCC17F}"/>
              </a:ext>
            </a:extLst>
          </p:cNvPr>
          <p:cNvSpPr/>
          <p:nvPr/>
        </p:nvSpPr>
        <p:spPr>
          <a:xfrm>
            <a:off x="3398281" y="4309513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6ABDA861-0045-42BB-8B80-E53BC25EC673}"/>
              </a:ext>
            </a:extLst>
          </p:cNvPr>
          <p:cNvCxnSpPr>
            <a:cxnSpLocks/>
            <a:stCxn id="40" idx="3"/>
            <a:endCxn id="39" idx="0"/>
          </p:cNvCxnSpPr>
          <p:nvPr/>
        </p:nvCxnSpPr>
        <p:spPr>
          <a:xfrm flipH="1">
            <a:off x="2475128" y="3559979"/>
            <a:ext cx="395203" cy="749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82EED41-02C9-4543-B694-0B92B2BC221F}"/>
              </a:ext>
            </a:extLst>
          </p:cNvPr>
          <p:cNvCxnSpPr>
            <a:cxnSpLocks/>
            <a:stCxn id="40" idx="5"/>
            <a:endCxn id="41" idx="0"/>
          </p:cNvCxnSpPr>
          <p:nvPr/>
        </p:nvCxnSpPr>
        <p:spPr>
          <a:xfrm>
            <a:off x="3273144" y="3559979"/>
            <a:ext cx="409969" cy="749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8B2DE829-7CEF-45B2-8716-9DC3AA7198A5}"/>
              </a:ext>
            </a:extLst>
          </p:cNvPr>
          <p:cNvSpPr/>
          <p:nvPr/>
        </p:nvSpPr>
        <p:spPr>
          <a:xfrm>
            <a:off x="5223193" y="1766101"/>
            <a:ext cx="73423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Los vértices terminales son operandos (números)</a:t>
            </a:r>
            <a:endParaRPr lang="en-U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96E903A-E4F5-4634-AC31-981AE82F9F09}"/>
              </a:ext>
            </a:extLst>
          </p:cNvPr>
          <p:cNvSpPr/>
          <p:nvPr/>
        </p:nvSpPr>
        <p:spPr>
          <a:xfrm>
            <a:off x="5223193" y="2520390"/>
            <a:ext cx="55158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Los vértices internos son operadores</a:t>
            </a:r>
            <a:endParaRPr lang="en-US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DA431C9F-7F96-40CC-984A-6A2102923709}"/>
              </a:ext>
            </a:extLst>
          </p:cNvPr>
          <p:cNvSpPr/>
          <p:nvPr/>
        </p:nvSpPr>
        <p:spPr>
          <a:xfrm>
            <a:off x="128656" y="426338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49A05CAD-981B-4A32-95E0-751AFFE4DBD8}"/>
              </a:ext>
            </a:extLst>
          </p:cNvPr>
          <p:cNvSpPr/>
          <p:nvPr/>
        </p:nvSpPr>
        <p:spPr>
          <a:xfrm>
            <a:off x="1336641" y="4263385"/>
            <a:ext cx="569663" cy="504056"/>
          </a:xfrm>
          <a:prstGeom prst="ellipse">
            <a:avLst/>
          </a:prstGeom>
          <a:solidFill>
            <a:srgbClr val="1F4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E9482A57-BFA0-43F4-A7ED-9E7448134371}"/>
              </a:ext>
            </a:extLst>
          </p:cNvPr>
          <p:cNvCxnSpPr>
            <a:cxnSpLocks/>
            <a:stCxn id="34" idx="3"/>
          </p:cNvCxnSpPr>
          <p:nvPr/>
        </p:nvCxnSpPr>
        <p:spPr>
          <a:xfrm flipH="1">
            <a:off x="446304" y="3559979"/>
            <a:ext cx="1014636" cy="660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73DEFCC7-D22F-4307-BF84-2E64AA490B20}"/>
              </a:ext>
            </a:extLst>
          </p:cNvPr>
          <p:cNvCxnSpPr>
            <a:cxnSpLocks/>
            <a:stCxn id="34" idx="4"/>
          </p:cNvCxnSpPr>
          <p:nvPr/>
        </p:nvCxnSpPr>
        <p:spPr>
          <a:xfrm flipH="1">
            <a:off x="1654287" y="3633796"/>
            <a:ext cx="8060" cy="586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ángulo 61">
            <a:extLst>
              <a:ext uri="{FF2B5EF4-FFF2-40B4-BE49-F238E27FC236}">
                <a16:creationId xmlns:a16="http://schemas.microsoft.com/office/drawing/2014/main" id="{47219930-1069-4900-8AA9-C58D30C1F399}"/>
              </a:ext>
            </a:extLst>
          </p:cNvPr>
          <p:cNvSpPr/>
          <p:nvPr/>
        </p:nvSpPr>
        <p:spPr>
          <a:xfrm>
            <a:off x="5223192" y="3262794"/>
            <a:ext cx="5589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La raíz siempre debe ser un operador</a:t>
            </a:r>
            <a:endParaRPr lang="en-US" dirty="0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7729610C-E774-458F-BD16-882C0F9B6324}"/>
              </a:ext>
            </a:extLst>
          </p:cNvPr>
          <p:cNvSpPr/>
          <p:nvPr/>
        </p:nvSpPr>
        <p:spPr>
          <a:xfrm>
            <a:off x="5223193" y="4020127"/>
            <a:ext cx="37167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/>
              <a:t>Prioridad de operadores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6D8D769-B37F-4268-8EA4-D996660691C7}"/>
                  </a:ext>
                </a:extLst>
              </p:cNvPr>
              <p:cNvSpPr txBox="1"/>
              <p:nvPr/>
            </p:nvSpPr>
            <p:spPr>
              <a:xfrm>
                <a:off x="7268432" y="4759487"/>
                <a:ext cx="1425390" cy="19818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CO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sSup>
                        <m:sSup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es-CO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∗/ </m:t>
                      </m:r>
                    </m:oMath>
                  </m:oMathPara>
                </a14:m>
                <a:endParaRPr lang="es-CO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±</m:t>
                      </m:r>
                    </m:oMath>
                  </m:oMathPara>
                </a14:m>
                <a:endParaRPr lang="es-CO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6D8D769-B37F-4268-8EA4-D99666069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8432" y="4759487"/>
                <a:ext cx="1425390" cy="19818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982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0" grpId="0" animBg="1"/>
      <p:bldP spid="151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9" grpId="0" animBg="1"/>
      <p:bldP spid="40" grpId="0" animBg="1"/>
      <p:bldP spid="41" grpId="0" animBg="1"/>
      <p:bldP spid="54" grpId="0" animBg="1"/>
      <p:bldP spid="55" grpId="0" animBg="1"/>
      <p:bldP spid="63" grpId="0"/>
      <p:bldP spid="1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E94C0-DB12-4987-9F5B-36161D405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328" y="4443835"/>
            <a:ext cx="11098610" cy="1044453"/>
          </a:xfrm>
        </p:spPr>
        <p:txBody>
          <a:bodyPr/>
          <a:lstStyle/>
          <a:p>
            <a:r>
              <a:rPr lang="en-US" dirty="0"/>
              <a:t>ALGORITMOS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0BF296-0CB7-48C4-88D5-E69E2DE045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PARTE 5</a:t>
            </a:r>
          </a:p>
        </p:txBody>
      </p:sp>
    </p:spTree>
    <p:extLst>
      <p:ext uri="{BB962C8B-B14F-4D97-AF65-F5344CB8AC3E}">
        <p14:creationId xmlns:p14="http://schemas.microsoft.com/office/powerpoint/2010/main" val="4424382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Algoritmo de </a:t>
            </a:r>
            <a:r>
              <a:rPr lang="es-ES_tradnl" sz="4400" dirty="0" err="1"/>
              <a:t>prim</a:t>
            </a:r>
            <a:r>
              <a:rPr lang="es-ES_tradnl" sz="4400" dirty="0"/>
              <a:t> 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71B50BD5-3486-4242-B08F-3FC0A4570AFD}"/>
              </a:ext>
            </a:extLst>
          </p:cNvPr>
          <p:cNvSpPr/>
          <p:nvPr/>
        </p:nvSpPr>
        <p:spPr>
          <a:xfrm>
            <a:off x="4657772" y="3174597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A99FF05-C679-4F9D-A547-C5E6E970A664}"/>
              </a:ext>
            </a:extLst>
          </p:cNvPr>
          <p:cNvSpPr/>
          <p:nvPr/>
        </p:nvSpPr>
        <p:spPr>
          <a:xfrm>
            <a:off x="7569414" y="3174597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2D89753-3666-470D-AF2B-EF7AC28D8222}"/>
              </a:ext>
            </a:extLst>
          </p:cNvPr>
          <p:cNvSpPr/>
          <p:nvPr/>
        </p:nvSpPr>
        <p:spPr>
          <a:xfrm>
            <a:off x="1746130" y="3174597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7D5CCA06-F826-48C3-A3F7-2ACA9A09083B}"/>
              </a:ext>
            </a:extLst>
          </p:cNvPr>
          <p:cNvCxnSpPr>
            <a:cxnSpLocks/>
            <a:stCxn id="10" idx="6"/>
            <a:endCxn id="2" idx="2"/>
          </p:cNvCxnSpPr>
          <p:nvPr/>
        </p:nvCxnSpPr>
        <p:spPr>
          <a:xfrm>
            <a:off x="1998130" y="3300597"/>
            <a:ext cx="2659642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F7C9F279-60FF-4C62-A219-F8D5DEED27AE}"/>
              </a:ext>
            </a:extLst>
          </p:cNvPr>
          <p:cNvCxnSpPr>
            <a:cxnSpLocks/>
            <a:stCxn id="2" idx="6"/>
            <a:endCxn id="7" idx="2"/>
          </p:cNvCxnSpPr>
          <p:nvPr/>
        </p:nvCxnSpPr>
        <p:spPr>
          <a:xfrm>
            <a:off x="4909772" y="3300597"/>
            <a:ext cx="2659642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>
            <a:extLst>
              <a:ext uri="{FF2B5EF4-FFF2-40B4-BE49-F238E27FC236}">
                <a16:creationId xmlns:a16="http://schemas.microsoft.com/office/drawing/2014/main" id="{7B2BD041-8DED-476A-B926-4B9B14E220F8}"/>
              </a:ext>
            </a:extLst>
          </p:cNvPr>
          <p:cNvSpPr/>
          <p:nvPr/>
        </p:nvSpPr>
        <p:spPr>
          <a:xfrm>
            <a:off x="4657772" y="5107026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1F128CD-C9AF-4872-973F-0F542AAC7492}"/>
              </a:ext>
            </a:extLst>
          </p:cNvPr>
          <p:cNvSpPr/>
          <p:nvPr/>
        </p:nvSpPr>
        <p:spPr>
          <a:xfrm>
            <a:off x="7569414" y="5107026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FDD828EE-04B6-48F2-AE94-354DB32881EE}"/>
              </a:ext>
            </a:extLst>
          </p:cNvPr>
          <p:cNvSpPr/>
          <p:nvPr/>
        </p:nvSpPr>
        <p:spPr>
          <a:xfrm>
            <a:off x="1746130" y="5107026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A315999-0496-4C26-B837-F0C415429B38}"/>
              </a:ext>
            </a:extLst>
          </p:cNvPr>
          <p:cNvCxnSpPr>
            <a:cxnSpLocks/>
            <a:stCxn id="21" idx="6"/>
            <a:endCxn id="19" idx="2"/>
          </p:cNvCxnSpPr>
          <p:nvPr/>
        </p:nvCxnSpPr>
        <p:spPr>
          <a:xfrm>
            <a:off x="1998130" y="5233026"/>
            <a:ext cx="2659642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1E52957A-A60B-4127-AB03-9C06991140CA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4909772" y="5233026"/>
            <a:ext cx="2659642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9D5D5782-6C55-4F31-BF82-A3714CECC6FD}"/>
              </a:ext>
            </a:extLst>
          </p:cNvPr>
          <p:cNvSpPr/>
          <p:nvPr/>
        </p:nvSpPr>
        <p:spPr>
          <a:xfrm>
            <a:off x="4657772" y="6913455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F00CA33C-AA94-4B4D-B1E4-7CBB79D089C9}"/>
              </a:ext>
            </a:extLst>
          </p:cNvPr>
          <p:cNvSpPr/>
          <p:nvPr/>
        </p:nvSpPr>
        <p:spPr>
          <a:xfrm>
            <a:off x="7569414" y="6913455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2C25181F-AD73-4D2F-859C-5CB2BB3F2B3D}"/>
              </a:ext>
            </a:extLst>
          </p:cNvPr>
          <p:cNvSpPr/>
          <p:nvPr/>
        </p:nvSpPr>
        <p:spPr>
          <a:xfrm>
            <a:off x="1746130" y="6913455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ED56486-B0F2-4AFE-A6CD-F1709FDB6F5C}"/>
              </a:ext>
            </a:extLst>
          </p:cNvPr>
          <p:cNvCxnSpPr>
            <a:cxnSpLocks/>
            <a:stCxn id="26" idx="6"/>
            <a:endCxn id="24" idx="2"/>
          </p:cNvCxnSpPr>
          <p:nvPr/>
        </p:nvCxnSpPr>
        <p:spPr>
          <a:xfrm>
            <a:off x="1998130" y="7039455"/>
            <a:ext cx="2659642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BF4F2D6-6E86-4D55-BBE3-AA342E42F56F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4909772" y="7039455"/>
            <a:ext cx="2659642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A622588-330B-4128-9667-4BF272BAD52C}"/>
              </a:ext>
            </a:extLst>
          </p:cNvPr>
          <p:cNvCxnSpPr>
            <a:cxnSpLocks/>
            <a:stCxn id="10" idx="4"/>
            <a:endCxn id="21" idx="0"/>
          </p:cNvCxnSpPr>
          <p:nvPr/>
        </p:nvCxnSpPr>
        <p:spPr>
          <a:xfrm>
            <a:off x="1872130" y="3426597"/>
            <a:ext cx="0" cy="168042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A8E1440D-4F55-4404-A38C-B3744F54F061}"/>
              </a:ext>
            </a:extLst>
          </p:cNvPr>
          <p:cNvCxnSpPr>
            <a:cxnSpLocks/>
            <a:stCxn id="26" idx="0"/>
            <a:endCxn id="21" idx="4"/>
          </p:cNvCxnSpPr>
          <p:nvPr/>
        </p:nvCxnSpPr>
        <p:spPr>
          <a:xfrm flipV="1">
            <a:off x="1872130" y="5359026"/>
            <a:ext cx="0" cy="155442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CAE6C227-BA2E-4105-8F06-20FEB78F1BBF}"/>
              </a:ext>
            </a:extLst>
          </p:cNvPr>
          <p:cNvCxnSpPr>
            <a:cxnSpLocks/>
            <a:stCxn id="24" idx="0"/>
            <a:endCxn id="19" idx="4"/>
          </p:cNvCxnSpPr>
          <p:nvPr/>
        </p:nvCxnSpPr>
        <p:spPr>
          <a:xfrm flipV="1">
            <a:off x="4783772" y="5359026"/>
            <a:ext cx="0" cy="155442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38353B05-978C-4EDD-BCF5-28B5A04F858E}"/>
              </a:ext>
            </a:extLst>
          </p:cNvPr>
          <p:cNvCxnSpPr>
            <a:cxnSpLocks/>
            <a:stCxn id="19" idx="0"/>
            <a:endCxn id="2" idx="4"/>
          </p:cNvCxnSpPr>
          <p:nvPr/>
        </p:nvCxnSpPr>
        <p:spPr>
          <a:xfrm flipV="1">
            <a:off x="4783772" y="3426597"/>
            <a:ext cx="0" cy="168042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1E649153-7DAC-4B9F-B7DF-960A69DEF447}"/>
              </a:ext>
            </a:extLst>
          </p:cNvPr>
          <p:cNvCxnSpPr>
            <a:cxnSpLocks/>
            <a:stCxn id="20" idx="0"/>
            <a:endCxn id="7" idx="4"/>
          </p:cNvCxnSpPr>
          <p:nvPr/>
        </p:nvCxnSpPr>
        <p:spPr>
          <a:xfrm flipV="1">
            <a:off x="7695414" y="3426597"/>
            <a:ext cx="0" cy="168042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DEB25ACF-2ACE-4418-8DDF-B4759AD59381}"/>
              </a:ext>
            </a:extLst>
          </p:cNvPr>
          <p:cNvCxnSpPr>
            <a:cxnSpLocks/>
            <a:stCxn id="25" idx="0"/>
            <a:endCxn id="20" idx="4"/>
          </p:cNvCxnSpPr>
          <p:nvPr/>
        </p:nvCxnSpPr>
        <p:spPr>
          <a:xfrm flipV="1">
            <a:off x="7695414" y="5359026"/>
            <a:ext cx="0" cy="155442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F8F7BC28-6B38-4687-B70A-5AB653AE4A5E}"/>
              </a:ext>
            </a:extLst>
          </p:cNvPr>
          <p:cNvCxnSpPr>
            <a:cxnSpLocks/>
            <a:stCxn id="10" idx="5"/>
            <a:endCxn id="19" idx="1"/>
          </p:cNvCxnSpPr>
          <p:nvPr/>
        </p:nvCxnSpPr>
        <p:spPr>
          <a:xfrm>
            <a:off x="1961225" y="3389692"/>
            <a:ext cx="2733452" cy="175423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16E73718-36E7-46CF-AD07-DFA9DF56CBB8}"/>
              </a:ext>
            </a:extLst>
          </p:cNvPr>
          <p:cNvCxnSpPr>
            <a:cxnSpLocks/>
            <a:stCxn id="19" idx="5"/>
            <a:endCxn id="25" idx="1"/>
          </p:cNvCxnSpPr>
          <p:nvPr/>
        </p:nvCxnSpPr>
        <p:spPr>
          <a:xfrm>
            <a:off x="4872867" y="5322121"/>
            <a:ext cx="2733452" cy="162823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D8FA867C-95F6-417F-80FC-D8482AF16E2B}"/>
                  </a:ext>
                </a:extLst>
              </p:cNvPr>
              <p:cNvSpPr txBox="1"/>
              <p:nvPr/>
            </p:nvSpPr>
            <p:spPr>
              <a:xfrm>
                <a:off x="1318112" y="2794166"/>
                <a:ext cx="33220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D8FA867C-95F6-417F-80FC-D8482AF16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12" y="2794166"/>
                <a:ext cx="332207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536518B5-E0E1-4959-9D8B-BD546ADE1687}"/>
                  </a:ext>
                </a:extLst>
              </p:cNvPr>
              <p:cNvSpPr txBox="1"/>
              <p:nvPr/>
            </p:nvSpPr>
            <p:spPr>
              <a:xfrm>
                <a:off x="4617668" y="2588028"/>
                <a:ext cx="3232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536518B5-E0E1-4959-9D8B-BD546ADE1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668" y="2588028"/>
                <a:ext cx="32323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77C349FC-75A3-4F33-9E29-3BE8E5B726E2}"/>
                  </a:ext>
                </a:extLst>
              </p:cNvPr>
              <p:cNvSpPr txBox="1"/>
              <p:nvPr/>
            </p:nvSpPr>
            <p:spPr>
              <a:xfrm>
                <a:off x="7956124" y="2794166"/>
                <a:ext cx="29514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77C349FC-75A3-4F33-9E29-3BE8E5B72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124" y="2794166"/>
                <a:ext cx="295144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5CA88CF8-0D1E-4B04-B423-144CC059A0C7}"/>
                  </a:ext>
                </a:extLst>
              </p:cNvPr>
              <p:cNvSpPr txBox="1"/>
              <p:nvPr/>
            </p:nvSpPr>
            <p:spPr>
              <a:xfrm>
                <a:off x="1318112" y="4713188"/>
                <a:ext cx="3432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5CA88CF8-0D1E-4B04-B423-144CC059A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12" y="4713188"/>
                <a:ext cx="343235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49F625D3-7B9C-4BC1-A7AA-34E74475295C}"/>
                  </a:ext>
                </a:extLst>
              </p:cNvPr>
              <p:cNvSpPr txBox="1"/>
              <p:nvPr/>
            </p:nvSpPr>
            <p:spPr>
              <a:xfrm>
                <a:off x="4989245" y="4674978"/>
                <a:ext cx="30559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49F625D3-7B9C-4BC1-A7AA-34E744752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245" y="4674978"/>
                <a:ext cx="305596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93792BBF-8B58-443B-9518-BB002E39C08E}"/>
                  </a:ext>
                </a:extLst>
              </p:cNvPr>
              <p:cNvSpPr txBox="1"/>
              <p:nvPr/>
            </p:nvSpPr>
            <p:spPr>
              <a:xfrm>
                <a:off x="7956124" y="4713188"/>
                <a:ext cx="3310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93792BBF-8B58-443B-9518-BB002E39C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124" y="4713188"/>
                <a:ext cx="33105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E2BF8DF0-D32E-4040-997D-FE7CBDC2F11D}"/>
                  </a:ext>
                </a:extLst>
              </p:cNvPr>
              <p:cNvSpPr txBox="1"/>
              <p:nvPr/>
            </p:nvSpPr>
            <p:spPr>
              <a:xfrm>
                <a:off x="1318112" y="6541233"/>
                <a:ext cx="3516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E2BF8DF0-D32E-4040-997D-FE7CBDC2F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12" y="6541233"/>
                <a:ext cx="351635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B4E86EC7-4A33-438A-922B-021554F1F229}"/>
                  </a:ext>
                </a:extLst>
              </p:cNvPr>
              <p:cNvSpPr txBox="1"/>
              <p:nvPr/>
            </p:nvSpPr>
            <p:spPr>
              <a:xfrm>
                <a:off x="4811022" y="7254550"/>
                <a:ext cx="32759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B4E86EC7-4A33-438A-922B-021554F1F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022" y="7254550"/>
                <a:ext cx="327590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A3BD2248-649F-4FBF-BC07-8401C60A5060}"/>
                  </a:ext>
                </a:extLst>
              </p:cNvPr>
              <p:cNvSpPr txBox="1"/>
              <p:nvPr/>
            </p:nvSpPr>
            <p:spPr>
              <a:xfrm>
                <a:off x="7956124" y="6541233"/>
                <a:ext cx="2358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A3BD2248-649F-4FBF-BC07-8401C60A5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124" y="6541233"/>
                <a:ext cx="235834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413BDA4F-3839-45EB-BCAB-DACD3BD05163}"/>
                  </a:ext>
                </a:extLst>
              </p:cNvPr>
              <p:cNvSpPr txBox="1"/>
              <p:nvPr/>
            </p:nvSpPr>
            <p:spPr>
              <a:xfrm>
                <a:off x="3198675" y="2795507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413BDA4F-3839-45EB-BCAB-DACD3BD05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675" y="2795507"/>
                <a:ext cx="258552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84C8C785-B195-4DB1-B6B0-68A1E9D25C14}"/>
                  </a:ext>
                </a:extLst>
              </p:cNvPr>
              <p:cNvSpPr txBox="1"/>
              <p:nvPr/>
            </p:nvSpPr>
            <p:spPr>
              <a:xfrm>
                <a:off x="6116869" y="2795507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84C8C785-B195-4DB1-B6B0-68A1E9D25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869" y="2795507"/>
                <a:ext cx="258552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9AA30361-FBBE-4AA9-8B0E-1AF6E2135245}"/>
                  </a:ext>
                </a:extLst>
              </p:cNvPr>
              <p:cNvSpPr txBox="1"/>
              <p:nvPr/>
            </p:nvSpPr>
            <p:spPr>
              <a:xfrm>
                <a:off x="3195658" y="4396338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9AA30361-FBBE-4AA9-8B0E-1AF6E2135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658" y="4396338"/>
                <a:ext cx="25855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CuadroTexto 64">
            <a:extLst>
              <a:ext uri="{FF2B5EF4-FFF2-40B4-BE49-F238E27FC236}">
                <a16:creationId xmlns:a16="http://schemas.microsoft.com/office/drawing/2014/main" id="{CE5296DA-C71E-4106-A900-57843C2BC9D4}"/>
              </a:ext>
            </a:extLst>
          </p:cNvPr>
          <p:cNvSpPr txBox="1"/>
          <p:nvPr/>
        </p:nvSpPr>
        <p:spPr>
          <a:xfrm>
            <a:off x="1521043" y="5916319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81A56356-CEAE-4474-957F-B77FE50C8908}"/>
              </a:ext>
            </a:extLst>
          </p:cNvPr>
          <p:cNvSpPr txBox="1"/>
          <p:nvPr/>
        </p:nvSpPr>
        <p:spPr>
          <a:xfrm>
            <a:off x="1521043" y="3930599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B4B832C3-620E-4FF3-A741-DAE868F2FC3A}"/>
              </a:ext>
            </a:extLst>
          </p:cNvPr>
          <p:cNvSpPr txBox="1"/>
          <p:nvPr/>
        </p:nvSpPr>
        <p:spPr>
          <a:xfrm>
            <a:off x="7818138" y="5916319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0BF696CE-E746-4F36-98F8-8BE88485EE24}"/>
                  </a:ext>
                </a:extLst>
              </p:cNvPr>
              <p:cNvSpPr txBox="1"/>
              <p:nvPr/>
            </p:nvSpPr>
            <p:spPr>
              <a:xfrm>
                <a:off x="7818138" y="3930599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0BF696CE-E746-4F36-98F8-8BE88485E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138" y="3930599"/>
                <a:ext cx="258552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64BCA580-FD90-4D50-A9EB-3CFF56F49B90}"/>
                  </a:ext>
                </a:extLst>
              </p:cNvPr>
              <p:cNvSpPr txBox="1"/>
              <p:nvPr/>
            </p:nvSpPr>
            <p:spPr>
              <a:xfrm>
                <a:off x="4880060" y="5916319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64BCA580-FD90-4D50-A9EB-3CFF56F49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060" y="5916319"/>
                <a:ext cx="258552" cy="4924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88D6F534-BCAB-4A33-9380-B0D12872F63B}"/>
                  </a:ext>
                </a:extLst>
              </p:cNvPr>
              <p:cNvSpPr txBox="1"/>
              <p:nvPr/>
            </p:nvSpPr>
            <p:spPr>
              <a:xfrm>
                <a:off x="4880060" y="3930599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88D6F534-BCAB-4A33-9380-B0D12872F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060" y="3930599"/>
                <a:ext cx="258552" cy="4924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CuadroTexto 70">
            <a:extLst>
              <a:ext uri="{FF2B5EF4-FFF2-40B4-BE49-F238E27FC236}">
                <a16:creationId xmlns:a16="http://schemas.microsoft.com/office/drawing/2014/main" id="{9F7725F0-8754-43FF-A42E-D4D9B17DF71B}"/>
              </a:ext>
            </a:extLst>
          </p:cNvPr>
          <p:cNvSpPr txBox="1"/>
          <p:nvPr/>
        </p:nvSpPr>
        <p:spPr>
          <a:xfrm>
            <a:off x="3198675" y="7134327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B5ABE249-B066-412C-8296-6052D649D9DC}"/>
              </a:ext>
            </a:extLst>
          </p:cNvPr>
          <p:cNvSpPr txBox="1"/>
          <p:nvPr/>
        </p:nvSpPr>
        <p:spPr>
          <a:xfrm>
            <a:off x="6116869" y="7134327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52B2A972-DD43-4AB9-B01F-99511250FF62}"/>
                  </a:ext>
                </a:extLst>
              </p:cNvPr>
              <p:cNvSpPr txBox="1"/>
              <p:nvPr/>
            </p:nvSpPr>
            <p:spPr>
              <a:xfrm>
                <a:off x="3135675" y="5245480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52B2A972-DD43-4AB9-B01F-99511250F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675" y="5245480"/>
                <a:ext cx="258552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24673072-8D14-4AC6-9C8C-D358C0B819D6}"/>
                  </a:ext>
                </a:extLst>
              </p:cNvPr>
              <p:cNvSpPr txBox="1"/>
              <p:nvPr/>
            </p:nvSpPr>
            <p:spPr>
              <a:xfrm>
                <a:off x="6133159" y="4707780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24673072-8D14-4AC6-9C8C-D358C0B8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159" y="4707780"/>
                <a:ext cx="258552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0C5F0E79-A1E3-44FA-983A-42E9301F3844}"/>
                  </a:ext>
                </a:extLst>
              </p:cNvPr>
              <p:cNvSpPr txBox="1"/>
              <p:nvPr/>
            </p:nvSpPr>
            <p:spPr>
              <a:xfrm>
                <a:off x="6394439" y="5721281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0C5F0E79-A1E3-44FA-983A-42E9301F3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39" y="5721281"/>
                <a:ext cx="258552" cy="49244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ectángulo: esquinas redondeadas 75">
            <a:extLst>
              <a:ext uri="{FF2B5EF4-FFF2-40B4-BE49-F238E27FC236}">
                <a16:creationId xmlns:a16="http://schemas.microsoft.com/office/drawing/2014/main" id="{637D68F8-B65F-435B-93D9-C8D372F93512}"/>
              </a:ext>
            </a:extLst>
          </p:cNvPr>
          <p:cNvSpPr/>
          <p:nvPr/>
        </p:nvSpPr>
        <p:spPr>
          <a:xfrm>
            <a:off x="9613887" y="575370"/>
            <a:ext cx="1728192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Inicio</a:t>
            </a:r>
            <a:endParaRPr lang="en-US" dirty="0"/>
          </a:p>
        </p:txBody>
      </p:sp>
      <p:sp>
        <p:nvSpPr>
          <p:cNvPr id="77" name="Rectángulo: esquinas redondeadas 76">
            <a:extLst>
              <a:ext uri="{FF2B5EF4-FFF2-40B4-BE49-F238E27FC236}">
                <a16:creationId xmlns:a16="http://schemas.microsoft.com/office/drawing/2014/main" id="{ADC29424-FD8A-43A7-81BB-EC821148B9B4}"/>
              </a:ext>
            </a:extLst>
          </p:cNvPr>
          <p:cNvSpPr/>
          <p:nvPr/>
        </p:nvSpPr>
        <p:spPr>
          <a:xfrm>
            <a:off x="8688843" y="1680547"/>
            <a:ext cx="3660332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Selecciona</a:t>
            </a:r>
            <a:r>
              <a:rPr lang="en-US" dirty="0"/>
              <a:t> un </a:t>
            </a:r>
            <a:r>
              <a:rPr lang="en-US" dirty="0" err="1"/>
              <a:t>vertice</a:t>
            </a:r>
            <a:endParaRPr lang="en-US" dirty="0"/>
          </a:p>
        </p:txBody>
      </p: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6ED123F9-365F-4DD6-A64E-0F7EDC5AB6CF}"/>
              </a:ext>
            </a:extLst>
          </p:cNvPr>
          <p:cNvSpPr/>
          <p:nvPr/>
        </p:nvSpPr>
        <p:spPr>
          <a:xfrm>
            <a:off x="8287176" y="2807480"/>
            <a:ext cx="4404951" cy="1554429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Selecciona</a:t>
            </a:r>
            <a:r>
              <a:rPr lang="en-US" dirty="0"/>
              <a:t> la arista de </a:t>
            </a:r>
            <a:r>
              <a:rPr lang="en-US" dirty="0" err="1"/>
              <a:t>menor</a:t>
            </a:r>
            <a:r>
              <a:rPr lang="en-US" dirty="0"/>
              <a:t> peso </a:t>
            </a:r>
            <a:r>
              <a:rPr lang="en-US" dirty="0" err="1"/>
              <a:t>conectada</a:t>
            </a:r>
            <a:r>
              <a:rPr lang="en-US" dirty="0"/>
              <a:t> al </a:t>
            </a:r>
            <a:r>
              <a:rPr lang="en-US" dirty="0" err="1"/>
              <a:t>vertice</a:t>
            </a:r>
            <a:r>
              <a:rPr lang="en-US" dirty="0"/>
              <a:t> </a:t>
            </a:r>
            <a:r>
              <a:rPr lang="en-US" dirty="0" err="1"/>
              <a:t>seleccionado</a:t>
            </a:r>
            <a:endParaRPr lang="en-US" dirty="0"/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D705B241-9C19-4EE6-96BD-2B32A2AC5ECC}"/>
              </a:ext>
            </a:extLst>
          </p:cNvPr>
          <p:cNvSpPr/>
          <p:nvPr/>
        </p:nvSpPr>
        <p:spPr>
          <a:xfrm>
            <a:off x="8272740" y="4895713"/>
            <a:ext cx="4404951" cy="1554429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iteración</a:t>
            </a:r>
            <a:r>
              <a:rPr lang="en-US" dirty="0"/>
              <a:t> </a:t>
            </a:r>
            <a:r>
              <a:rPr lang="en-US" dirty="0" err="1"/>
              <a:t>selecciona</a:t>
            </a:r>
            <a:r>
              <a:rPr lang="en-US" dirty="0"/>
              <a:t> la arista de </a:t>
            </a:r>
            <a:r>
              <a:rPr lang="en-US" dirty="0" err="1"/>
              <a:t>menor</a:t>
            </a:r>
            <a:r>
              <a:rPr lang="en-US" dirty="0"/>
              <a:t> peso </a:t>
            </a:r>
            <a:r>
              <a:rPr lang="en-US" dirty="0" err="1"/>
              <a:t>relacionados</a:t>
            </a:r>
            <a:r>
              <a:rPr lang="en-US" dirty="0"/>
              <a:t> con los vertices </a:t>
            </a:r>
            <a:r>
              <a:rPr lang="en-US" dirty="0" err="1"/>
              <a:t>conectados</a:t>
            </a:r>
            <a:endParaRPr lang="en-US" dirty="0"/>
          </a:p>
        </p:txBody>
      </p:sp>
      <p:sp>
        <p:nvSpPr>
          <p:cNvPr id="81" name="Flecha: hacia abajo 80">
            <a:extLst>
              <a:ext uri="{FF2B5EF4-FFF2-40B4-BE49-F238E27FC236}">
                <a16:creationId xmlns:a16="http://schemas.microsoft.com/office/drawing/2014/main" id="{95E6C80E-BA0E-41E1-9677-47DE0C2E3EBD}"/>
              </a:ext>
            </a:extLst>
          </p:cNvPr>
          <p:cNvSpPr/>
          <p:nvPr/>
        </p:nvSpPr>
        <p:spPr>
          <a:xfrm>
            <a:off x="10350236" y="4369980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lecha: hacia abajo 82">
            <a:extLst>
              <a:ext uri="{FF2B5EF4-FFF2-40B4-BE49-F238E27FC236}">
                <a16:creationId xmlns:a16="http://schemas.microsoft.com/office/drawing/2014/main" id="{B6420D7D-848B-456B-854A-5AA362440F45}"/>
              </a:ext>
            </a:extLst>
          </p:cNvPr>
          <p:cNvSpPr/>
          <p:nvPr/>
        </p:nvSpPr>
        <p:spPr>
          <a:xfrm>
            <a:off x="10350236" y="1177629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echa: hacia abajo 83">
            <a:extLst>
              <a:ext uri="{FF2B5EF4-FFF2-40B4-BE49-F238E27FC236}">
                <a16:creationId xmlns:a16="http://schemas.microsoft.com/office/drawing/2014/main" id="{5BAA6433-3C64-45B8-918C-80FEA448202D}"/>
              </a:ext>
            </a:extLst>
          </p:cNvPr>
          <p:cNvSpPr/>
          <p:nvPr/>
        </p:nvSpPr>
        <p:spPr>
          <a:xfrm>
            <a:off x="10350236" y="2315021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ángulo: esquinas redondeadas 84">
            <a:extLst>
              <a:ext uri="{FF2B5EF4-FFF2-40B4-BE49-F238E27FC236}">
                <a16:creationId xmlns:a16="http://schemas.microsoft.com/office/drawing/2014/main" id="{E9080BF1-4AF0-4A66-B98F-D8EA573FAC06}"/>
              </a:ext>
            </a:extLst>
          </p:cNvPr>
          <p:cNvSpPr/>
          <p:nvPr/>
        </p:nvSpPr>
        <p:spPr>
          <a:xfrm>
            <a:off x="8326668" y="6920372"/>
            <a:ext cx="4404951" cy="1554429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finaliza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los vertices </a:t>
            </a:r>
            <a:r>
              <a:rPr lang="en-US" dirty="0" err="1"/>
              <a:t>estan</a:t>
            </a:r>
            <a:r>
              <a:rPr lang="en-US" dirty="0"/>
              <a:t> </a:t>
            </a:r>
            <a:r>
              <a:rPr lang="en-US" dirty="0" err="1"/>
              <a:t>conectados</a:t>
            </a:r>
            <a:r>
              <a:rPr lang="en-US" dirty="0"/>
              <a:t> con n-1 </a:t>
            </a:r>
            <a:r>
              <a:rPr lang="en-US" dirty="0" err="1"/>
              <a:t>aristas</a:t>
            </a:r>
            <a:endParaRPr lang="en-US" dirty="0"/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690F4F53-3E39-4B32-ACC1-A6343FBD736D}"/>
              </a:ext>
            </a:extLst>
          </p:cNvPr>
          <p:cNvSpPr/>
          <p:nvPr/>
        </p:nvSpPr>
        <p:spPr>
          <a:xfrm>
            <a:off x="9667815" y="9032472"/>
            <a:ext cx="1728192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</a:t>
            </a:r>
          </a:p>
        </p:txBody>
      </p:sp>
      <p:sp>
        <p:nvSpPr>
          <p:cNvPr id="87" name="Flecha: hacia abajo 86">
            <a:extLst>
              <a:ext uri="{FF2B5EF4-FFF2-40B4-BE49-F238E27FC236}">
                <a16:creationId xmlns:a16="http://schemas.microsoft.com/office/drawing/2014/main" id="{2320FDEC-A24B-43FB-A477-4C33DC4DD7E4}"/>
              </a:ext>
            </a:extLst>
          </p:cNvPr>
          <p:cNvSpPr/>
          <p:nvPr/>
        </p:nvSpPr>
        <p:spPr>
          <a:xfrm>
            <a:off x="10404164" y="6469390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echa: hacia abajo 87">
            <a:extLst>
              <a:ext uri="{FF2B5EF4-FFF2-40B4-BE49-F238E27FC236}">
                <a16:creationId xmlns:a16="http://schemas.microsoft.com/office/drawing/2014/main" id="{5D1102E0-BB72-47A2-8360-3436919537C4}"/>
              </a:ext>
            </a:extLst>
          </p:cNvPr>
          <p:cNvSpPr/>
          <p:nvPr/>
        </p:nvSpPr>
        <p:spPr>
          <a:xfrm>
            <a:off x="10431585" y="8501860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755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1033535" y="1173698"/>
            <a:ext cx="4888272" cy="1266052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Algoritmo de flujo máximo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C15B4AE-6765-4278-B35F-520470B973BF}"/>
              </a:ext>
            </a:extLst>
          </p:cNvPr>
          <p:cNvSpPr/>
          <p:nvPr/>
        </p:nvSpPr>
        <p:spPr>
          <a:xfrm>
            <a:off x="5592546" y="3638942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291C281-9D6B-4553-AACB-2743D06E96BF}"/>
              </a:ext>
            </a:extLst>
          </p:cNvPr>
          <p:cNvSpPr/>
          <p:nvPr/>
        </p:nvSpPr>
        <p:spPr>
          <a:xfrm>
            <a:off x="2647559" y="5221082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D555021-394C-4E8A-9D15-412622C2678F}"/>
              </a:ext>
            </a:extLst>
          </p:cNvPr>
          <p:cNvSpPr/>
          <p:nvPr/>
        </p:nvSpPr>
        <p:spPr>
          <a:xfrm>
            <a:off x="4513679" y="5216134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9156F49-98D3-4960-BEBE-1CEDF8E2A550}"/>
              </a:ext>
            </a:extLst>
          </p:cNvPr>
          <p:cNvSpPr/>
          <p:nvPr/>
        </p:nvSpPr>
        <p:spPr>
          <a:xfrm>
            <a:off x="751896" y="5214413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E30CEC3-F37B-4B95-80F6-052F1F6553E0}"/>
              </a:ext>
            </a:extLst>
          </p:cNvPr>
          <p:cNvCxnSpPr>
            <a:cxnSpLocks/>
            <a:stCxn id="11" idx="6"/>
            <a:endCxn id="9" idx="2"/>
          </p:cNvCxnSpPr>
          <p:nvPr/>
        </p:nvCxnSpPr>
        <p:spPr>
          <a:xfrm>
            <a:off x="1003896" y="5340413"/>
            <a:ext cx="1643663" cy="666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471BA975-29BC-493C-8529-38CC240D97E4}"/>
              </a:ext>
            </a:extLst>
          </p:cNvPr>
          <p:cNvSpPr/>
          <p:nvPr/>
        </p:nvSpPr>
        <p:spPr>
          <a:xfrm>
            <a:off x="4506361" y="6801712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4C4CB04-2AB6-42F4-AAED-BDAD9BB61C2A}"/>
              </a:ext>
            </a:extLst>
          </p:cNvPr>
          <p:cNvSpPr/>
          <p:nvPr/>
        </p:nvSpPr>
        <p:spPr>
          <a:xfrm>
            <a:off x="1919731" y="3907971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AB84FBF-DDDF-4A40-A480-A912DCC37D88}"/>
              </a:ext>
            </a:extLst>
          </p:cNvPr>
          <p:cNvSpPr/>
          <p:nvPr/>
        </p:nvSpPr>
        <p:spPr>
          <a:xfrm>
            <a:off x="2684244" y="6754188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9918E08-B05D-4562-8227-19001D0B2CDC}"/>
              </a:ext>
            </a:extLst>
          </p:cNvPr>
          <p:cNvCxnSpPr>
            <a:cxnSpLocks/>
            <a:stCxn id="16" idx="6"/>
            <a:endCxn id="14" idx="2"/>
          </p:cNvCxnSpPr>
          <p:nvPr/>
        </p:nvCxnSpPr>
        <p:spPr>
          <a:xfrm>
            <a:off x="2936244" y="6880188"/>
            <a:ext cx="1570117" cy="47524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1CD0F3B-620B-4A24-AD1E-C261628872A2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2899559" y="5342134"/>
            <a:ext cx="1614120" cy="4948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7EC2E07-9D05-4CF7-96B6-026D6AEB1561}"/>
              </a:ext>
            </a:extLst>
          </p:cNvPr>
          <p:cNvCxnSpPr>
            <a:cxnSpLocks/>
            <a:stCxn id="16" idx="1"/>
            <a:endCxn id="11" idx="5"/>
          </p:cNvCxnSpPr>
          <p:nvPr/>
        </p:nvCxnSpPr>
        <p:spPr>
          <a:xfrm flipH="1" flipV="1">
            <a:off x="966991" y="5429508"/>
            <a:ext cx="1754158" cy="1361585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AE4BC595-3143-48AB-9BC8-C1F54FFB5FEC}"/>
              </a:ext>
            </a:extLst>
          </p:cNvPr>
          <p:cNvCxnSpPr>
            <a:cxnSpLocks/>
            <a:stCxn id="14" idx="1"/>
            <a:endCxn id="9" idx="5"/>
          </p:cNvCxnSpPr>
          <p:nvPr/>
        </p:nvCxnSpPr>
        <p:spPr>
          <a:xfrm flipH="1" flipV="1">
            <a:off x="2862654" y="5436177"/>
            <a:ext cx="1680612" cy="140244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9267452-C547-4CA1-B0A8-2A182505F949}"/>
              </a:ext>
            </a:extLst>
          </p:cNvPr>
          <p:cNvCxnSpPr>
            <a:cxnSpLocks/>
            <a:stCxn id="10" idx="0"/>
            <a:endCxn id="4" idx="4"/>
          </p:cNvCxnSpPr>
          <p:nvPr/>
        </p:nvCxnSpPr>
        <p:spPr>
          <a:xfrm flipV="1">
            <a:off x="4639679" y="3890942"/>
            <a:ext cx="1078867" cy="1325192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2400C27-FF0D-4800-973F-92F4FAC3842D}"/>
              </a:ext>
            </a:extLst>
          </p:cNvPr>
          <p:cNvCxnSpPr>
            <a:cxnSpLocks/>
            <a:stCxn id="9" idx="1"/>
            <a:endCxn id="15" idx="4"/>
          </p:cNvCxnSpPr>
          <p:nvPr/>
        </p:nvCxnSpPr>
        <p:spPr>
          <a:xfrm flipH="1" flipV="1">
            <a:off x="2045731" y="4159971"/>
            <a:ext cx="638733" cy="1098016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16D838E-ED0A-4F67-81B2-2D46FF5099F5}"/>
                  </a:ext>
                </a:extLst>
              </p:cNvPr>
              <p:cNvSpPr txBox="1"/>
              <p:nvPr/>
            </p:nvSpPr>
            <p:spPr>
              <a:xfrm>
                <a:off x="1722501" y="3504957"/>
                <a:ext cx="3232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16D838E-ED0A-4F67-81B2-2D46FF509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501" y="3504957"/>
                <a:ext cx="323230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40FB700C-9A37-4B66-B8B5-71210A72923E}"/>
                  </a:ext>
                </a:extLst>
              </p:cNvPr>
              <p:cNvSpPr txBox="1"/>
              <p:nvPr/>
            </p:nvSpPr>
            <p:spPr>
              <a:xfrm>
                <a:off x="4308627" y="4710156"/>
                <a:ext cx="3310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40FB700C-9A37-4B66-B8B5-71210A729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627" y="4710156"/>
                <a:ext cx="33105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14AB0E99-2B2E-4C73-BDC2-70BD0EFA683C}"/>
                  </a:ext>
                </a:extLst>
              </p:cNvPr>
              <p:cNvSpPr txBox="1"/>
              <p:nvPr/>
            </p:nvSpPr>
            <p:spPr>
              <a:xfrm>
                <a:off x="2364081" y="5489045"/>
                <a:ext cx="29514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14AB0E99-2B2E-4C73-BDC2-70BD0EFA6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081" y="5489045"/>
                <a:ext cx="295144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256033F9-E2CE-4C38-A3AF-E93C3EF93316}"/>
                  </a:ext>
                </a:extLst>
              </p:cNvPr>
              <p:cNvSpPr txBox="1"/>
              <p:nvPr/>
            </p:nvSpPr>
            <p:spPr>
              <a:xfrm>
                <a:off x="5795185" y="3027414"/>
                <a:ext cx="3516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256033F9-E2CE-4C38-A3AF-E93C3EF93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185" y="3027414"/>
                <a:ext cx="351635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D77E6FA7-4764-4409-9ECA-A160CEA7E650}"/>
                  </a:ext>
                </a:extLst>
              </p:cNvPr>
              <p:cNvSpPr txBox="1"/>
              <p:nvPr/>
            </p:nvSpPr>
            <p:spPr>
              <a:xfrm>
                <a:off x="357330" y="5094191"/>
                <a:ext cx="33220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D77E6FA7-4764-4409-9ECA-A160CEA7E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30" y="5094191"/>
                <a:ext cx="332207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F528CCA5-4932-4447-9EF0-50923FFDB9FB}"/>
                  </a:ext>
                </a:extLst>
              </p:cNvPr>
              <p:cNvSpPr txBox="1"/>
              <p:nvPr/>
            </p:nvSpPr>
            <p:spPr>
              <a:xfrm>
                <a:off x="4661877" y="7223422"/>
                <a:ext cx="30559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F528CCA5-4932-4447-9EF0-50923FFDB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877" y="7223422"/>
                <a:ext cx="305596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52744A3F-E513-48CB-A847-95B291B794A3}"/>
                  </a:ext>
                </a:extLst>
              </p:cNvPr>
              <p:cNvSpPr txBox="1"/>
              <p:nvPr/>
            </p:nvSpPr>
            <p:spPr>
              <a:xfrm>
                <a:off x="2315827" y="3698654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52744A3F-E513-48CB-A847-95B291B79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827" y="3698654"/>
                <a:ext cx="258552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CuadroTexto 37">
            <a:extLst>
              <a:ext uri="{FF2B5EF4-FFF2-40B4-BE49-F238E27FC236}">
                <a16:creationId xmlns:a16="http://schemas.microsoft.com/office/drawing/2014/main" id="{4C840125-29D5-4717-B199-58843BB3E092}"/>
              </a:ext>
            </a:extLst>
          </p:cNvPr>
          <p:cNvSpPr txBox="1"/>
          <p:nvPr/>
        </p:nvSpPr>
        <p:spPr>
          <a:xfrm>
            <a:off x="3107113" y="4870476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984BFFE-D31D-46D7-907F-DF3C756D14B1}"/>
              </a:ext>
            </a:extLst>
          </p:cNvPr>
          <p:cNvSpPr txBox="1"/>
          <p:nvPr/>
        </p:nvSpPr>
        <p:spPr>
          <a:xfrm>
            <a:off x="784283" y="4516705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3BD0942-D3F9-4D58-BE52-4937E2761E61}"/>
              </a:ext>
            </a:extLst>
          </p:cNvPr>
          <p:cNvSpPr txBox="1"/>
          <p:nvPr/>
        </p:nvSpPr>
        <p:spPr>
          <a:xfrm>
            <a:off x="1972645" y="4307316"/>
            <a:ext cx="4690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9F44BEF-40BD-4533-8981-F18F50C3E96F}"/>
                  </a:ext>
                </a:extLst>
              </p:cNvPr>
              <p:cNvSpPr txBox="1"/>
              <p:nvPr/>
            </p:nvSpPr>
            <p:spPr>
              <a:xfrm>
                <a:off x="5062710" y="6601152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9F44BEF-40BD-4533-8981-F18F50C3E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710" y="6601152"/>
                <a:ext cx="258552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CuadroTexto 42">
            <a:extLst>
              <a:ext uri="{FF2B5EF4-FFF2-40B4-BE49-F238E27FC236}">
                <a16:creationId xmlns:a16="http://schemas.microsoft.com/office/drawing/2014/main" id="{F4C7BB97-E1FD-4B2E-879D-D2936A35E4D1}"/>
              </a:ext>
            </a:extLst>
          </p:cNvPr>
          <p:cNvSpPr txBox="1"/>
          <p:nvPr/>
        </p:nvSpPr>
        <p:spPr>
          <a:xfrm>
            <a:off x="3477718" y="5472990"/>
            <a:ext cx="1886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E22C41F-BF18-4F70-9ACC-5CD7F3A35B76}"/>
              </a:ext>
            </a:extLst>
          </p:cNvPr>
          <p:cNvSpPr txBox="1"/>
          <p:nvPr/>
        </p:nvSpPr>
        <p:spPr>
          <a:xfrm>
            <a:off x="3049530" y="7103199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</a:p>
        </p:txBody>
      </p: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8DCF0525-6D9D-4175-AE5A-D90574DE24AB}"/>
              </a:ext>
            </a:extLst>
          </p:cNvPr>
          <p:cNvCxnSpPr>
            <a:cxnSpLocks/>
            <a:stCxn id="11" idx="7"/>
            <a:endCxn id="15" idx="2"/>
          </p:cNvCxnSpPr>
          <p:nvPr/>
        </p:nvCxnSpPr>
        <p:spPr>
          <a:xfrm flipV="1">
            <a:off x="966991" y="4033971"/>
            <a:ext cx="952740" cy="1217347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BEE19749-D86D-44A5-82C2-F5B14451B049}"/>
              </a:ext>
            </a:extLst>
          </p:cNvPr>
          <p:cNvCxnSpPr>
            <a:cxnSpLocks/>
            <a:stCxn id="16" idx="0"/>
            <a:endCxn id="9" idx="4"/>
          </p:cNvCxnSpPr>
          <p:nvPr/>
        </p:nvCxnSpPr>
        <p:spPr>
          <a:xfrm flipH="1" flipV="1">
            <a:off x="2773559" y="5473082"/>
            <a:ext cx="36685" cy="1281106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D0CC748D-5B8E-4B7A-B841-658FE3FCDEC1}"/>
              </a:ext>
            </a:extLst>
          </p:cNvPr>
          <p:cNvCxnSpPr>
            <a:cxnSpLocks/>
            <a:stCxn id="10" idx="2"/>
            <a:endCxn id="15" idx="5"/>
          </p:cNvCxnSpPr>
          <p:nvPr/>
        </p:nvCxnSpPr>
        <p:spPr>
          <a:xfrm flipH="1" flipV="1">
            <a:off x="2134826" y="4123066"/>
            <a:ext cx="2378853" cy="1219068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096B1F37-15DF-43C2-BA82-5E2F4E8141DF}"/>
                  </a:ext>
                </a:extLst>
              </p:cNvPr>
              <p:cNvSpPr txBox="1"/>
              <p:nvPr/>
            </p:nvSpPr>
            <p:spPr>
              <a:xfrm>
                <a:off x="2340035" y="6924352"/>
                <a:ext cx="3432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096B1F37-15DF-43C2-BA82-5E2F4E814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035" y="6924352"/>
                <a:ext cx="343235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CuadroTexto 106">
            <a:extLst>
              <a:ext uri="{FF2B5EF4-FFF2-40B4-BE49-F238E27FC236}">
                <a16:creationId xmlns:a16="http://schemas.microsoft.com/office/drawing/2014/main" id="{5249123F-463A-4772-BF38-BB8B19B2AED4}"/>
              </a:ext>
            </a:extLst>
          </p:cNvPr>
          <p:cNvSpPr txBox="1"/>
          <p:nvPr/>
        </p:nvSpPr>
        <p:spPr>
          <a:xfrm>
            <a:off x="854974" y="5667436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D70BA36-2756-48E1-8C82-E21C366A195A}"/>
              </a:ext>
            </a:extLst>
          </p:cNvPr>
          <p:cNvSpPr txBox="1"/>
          <p:nvPr/>
        </p:nvSpPr>
        <p:spPr>
          <a:xfrm>
            <a:off x="1480918" y="5294893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</a:p>
        </p:txBody>
      </p:sp>
      <p:sp>
        <p:nvSpPr>
          <p:cNvPr id="109" name="Rectángulo: esquinas redondeadas 108">
            <a:extLst>
              <a:ext uri="{FF2B5EF4-FFF2-40B4-BE49-F238E27FC236}">
                <a16:creationId xmlns:a16="http://schemas.microsoft.com/office/drawing/2014/main" id="{8B15A2E6-7D8B-4064-8149-99044A790928}"/>
              </a:ext>
            </a:extLst>
          </p:cNvPr>
          <p:cNvSpPr/>
          <p:nvPr/>
        </p:nvSpPr>
        <p:spPr>
          <a:xfrm>
            <a:off x="8988053" y="226274"/>
            <a:ext cx="1728192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Inicio</a:t>
            </a:r>
            <a:endParaRPr lang="en-US" dirty="0"/>
          </a:p>
        </p:txBody>
      </p:sp>
      <p:sp>
        <p:nvSpPr>
          <p:cNvPr id="110" name="Rectángulo: esquinas redondeadas 109">
            <a:extLst>
              <a:ext uri="{FF2B5EF4-FFF2-40B4-BE49-F238E27FC236}">
                <a16:creationId xmlns:a16="http://schemas.microsoft.com/office/drawing/2014/main" id="{5474DF3C-20A0-45B9-AE72-951C0FA8708D}"/>
              </a:ext>
            </a:extLst>
          </p:cNvPr>
          <p:cNvSpPr/>
          <p:nvPr/>
        </p:nvSpPr>
        <p:spPr>
          <a:xfrm>
            <a:off x="7320682" y="1388781"/>
            <a:ext cx="4969938" cy="790726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Direccionar</a:t>
            </a:r>
            <a:r>
              <a:rPr lang="en-US" dirty="0"/>
              <a:t> </a:t>
            </a:r>
            <a:r>
              <a:rPr lang="en-US" dirty="0" err="1"/>
              <a:t>flujos</a:t>
            </a:r>
            <a:r>
              <a:rPr lang="en-US" dirty="0"/>
              <a:t> e </a:t>
            </a:r>
            <a:r>
              <a:rPr lang="en-US" dirty="0" err="1"/>
              <a:t>iniciar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ceros</a:t>
            </a:r>
          </a:p>
        </p:txBody>
      </p:sp>
      <p:sp>
        <p:nvSpPr>
          <p:cNvPr id="111" name="Rectángulo: esquinas redondeadas 110">
            <a:extLst>
              <a:ext uri="{FF2B5EF4-FFF2-40B4-BE49-F238E27FC236}">
                <a16:creationId xmlns:a16="http://schemas.microsoft.com/office/drawing/2014/main" id="{E8215366-8DA2-42E2-8CA7-CC2EB23C8D66}"/>
              </a:ext>
            </a:extLst>
          </p:cNvPr>
          <p:cNvSpPr/>
          <p:nvPr/>
        </p:nvSpPr>
        <p:spPr>
          <a:xfrm>
            <a:off x="7320683" y="2696120"/>
            <a:ext cx="5312890" cy="903586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Obtener</a:t>
            </a:r>
            <a:r>
              <a:rPr lang="en-US" dirty="0"/>
              <a:t> </a:t>
            </a:r>
            <a:r>
              <a:rPr lang="en-US" dirty="0" err="1"/>
              <a:t>trayectorias</a:t>
            </a:r>
            <a:r>
              <a:rPr lang="en-US" dirty="0"/>
              <a:t> </a:t>
            </a:r>
            <a:r>
              <a:rPr lang="en-US" dirty="0" err="1"/>
              <a:t>buscando</a:t>
            </a:r>
            <a:r>
              <a:rPr lang="en-US" dirty="0"/>
              <a:t> </a:t>
            </a:r>
            <a:r>
              <a:rPr lang="en-US" dirty="0" err="1"/>
              <a:t>siempre</a:t>
            </a:r>
            <a:r>
              <a:rPr lang="en-US" dirty="0"/>
              <a:t> el mayor </a:t>
            </a:r>
            <a:r>
              <a:rPr lang="en-US" dirty="0" err="1"/>
              <a:t>flujo</a:t>
            </a:r>
            <a:endParaRPr lang="en-US" dirty="0"/>
          </a:p>
        </p:txBody>
      </p:sp>
      <p:sp>
        <p:nvSpPr>
          <p:cNvPr id="113" name="Flecha: hacia abajo 112">
            <a:extLst>
              <a:ext uri="{FF2B5EF4-FFF2-40B4-BE49-F238E27FC236}">
                <a16:creationId xmlns:a16="http://schemas.microsoft.com/office/drawing/2014/main" id="{8686A13A-9945-47F0-8B9C-C2DEED34E0FC}"/>
              </a:ext>
            </a:extLst>
          </p:cNvPr>
          <p:cNvSpPr/>
          <p:nvPr/>
        </p:nvSpPr>
        <p:spPr>
          <a:xfrm>
            <a:off x="9727170" y="3663523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echa: hacia abajo 113">
            <a:extLst>
              <a:ext uri="{FF2B5EF4-FFF2-40B4-BE49-F238E27FC236}">
                <a16:creationId xmlns:a16="http://schemas.microsoft.com/office/drawing/2014/main" id="{E5F4A2FB-9F70-44C2-AC40-5A281F1CADC7}"/>
              </a:ext>
            </a:extLst>
          </p:cNvPr>
          <p:cNvSpPr/>
          <p:nvPr/>
        </p:nvSpPr>
        <p:spPr>
          <a:xfrm>
            <a:off x="9727170" y="870750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lecha: hacia abajo 114">
            <a:extLst>
              <a:ext uri="{FF2B5EF4-FFF2-40B4-BE49-F238E27FC236}">
                <a16:creationId xmlns:a16="http://schemas.microsoft.com/office/drawing/2014/main" id="{B240AE49-1242-4FA6-A280-1EEE2CA3B63B}"/>
              </a:ext>
            </a:extLst>
          </p:cNvPr>
          <p:cNvSpPr/>
          <p:nvPr/>
        </p:nvSpPr>
        <p:spPr>
          <a:xfrm>
            <a:off x="9727170" y="2203677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ángulo: esquinas redondeadas 115">
            <a:extLst>
              <a:ext uri="{FF2B5EF4-FFF2-40B4-BE49-F238E27FC236}">
                <a16:creationId xmlns:a16="http://schemas.microsoft.com/office/drawing/2014/main" id="{3E331F26-B849-4D42-8AA1-39E3165AFF48}"/>
              </a:ext>
            </a:extLst>
          </p:cNvPr>
          <p:cNvSpPr/>
          <p:nvPr/>
        </p:nvSpPr>
        <p:spPr>
          <a:xfrm>
            <a:off x="7110450" y="7295931"/>
            <a:ext cx="5733356" cy="790727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Buscar</a:t>
            </a:r>
            <a:r>
              <a:rPr lang="en-US" dirty="0"/>
              <a:t> </a:t>
            </a:r>
            <a:r>
              <a:rPr lang="en-US" dirty="0" err="1"/>
              <a:t>nueva</a:t>
            </a:r>
            <a:r>
              <a:rPr lang="en-US" dirty="0"/>
              <a:t> </a:t>
            </a:r>
            <a:r>
              <a:rPr lang="en-US" dirty="0" err="1"/>
              <a:t>trayectoria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aumento</a:t>
            </a:r>
            <a:r>
              <a:rPr lang="en-US" dirty="0"/>
              <a:t> y </a:t>
            </a:r>
            <a:r>
              <a:rPr lang="en-US" dirty="0" err="1"/>
              <a:t>repetir</a:t>
            </a:r>
            <a:r>
              <a:rPr lang="en-US" dirty="0"/>
              <a:t> hasta que no </a:t>
            </a:r>
            <a:r>
              <a:rPr lang="en-US" dirty="0" err="1"/>
              <a:t>existan</a:t>
            </a:r>
            <a:r>
              <a:rPr lang="en-US" dirty="0"/>
              <a:t> </a:t>
            </a:r>
            <a:r>
              <a:rPr lang="en-US" dirty="0" err="1"/>
              <a:t>más</a:t>
            </a:r>
            <a:endParaRPr lang="en-US" dirty="0"/>
          </a:p>
        </p:txBody>
      </p:sp>
      <p:sp>
        <p:nvSpPr>
          <p:cNvPr id="117" name="Rectángulo: esquinas redondeadas 116">
            <a:extLst>
              <a:ext uri="{FF2B5EF4-FFF2-40B4-BE49-F238E27FC236}">
                <a16:creationId xmlns:a16="http://schemas.microsoft.com/office/drawing/2014/main" id="{4F688C5D-BD4E-4AE0-8B8D-8B4AE597D626}"/>
              </a:ext>
            </a:extLst>
          </p:cNvPr>
          <p:cNvSpPr/>
          <p:nvPr/>
        </p:nvSpPr>
        <p:spPr>
          <a:xfrm>
            <a:off x="8988053" y="8785225"/>
            <a:ext cx="1728192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</a:t>
            </a:r>
          </a:p>
        </p:txBody>
      </p:sp>
      <p:sp>
        <p:nvSpPr>
          <p:cNvPr id="118" name="Flecha: hacia abajo 117">
            <a:extLst>
              <a:ext uri="{FF2B5EF4-FFF2-40B4-BE49-F238E27FC236}">
                <a16:creationId xmlns:a16="http://schemas.microsoft.com/office/drawing/2014/main" id="{7D89001F-389C-4EE2-9C77-E5F66829A644}"/>
              </a:ext>
            </a:extLst>
          </p:cNvPr>
          <p:cNvSpPr/>
          <p:nvPr/>
        </p:nvSpPr>
        <p:spPr>
          <a:xfrm>
            <a:off x="9727170" y="6721939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lecha: hacia abajo 118">
            <a:extLst>
              <a:ext uri="{FF2B5EF4-FFF2-40B4-BE49-F238E27FC236}">
                <a16:creationId xmlns:a16="http://schemas.microsoft.com/office/drawing/2014/main" id="{6BEB1017-8C2F-444E-BE45-416845505864}"/>
              </a:ext>
            </a:extLst>
          </p:cNvPr>
          <p:cNvSpPr/>
          <p:nvPr/>
        </p:nvSpPr>
        <p:spPr>
          <a:xfrm>
            <a:off x="9727170" y="8167460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ángulo: esquinas redondeadas 119">
            <a:extLst>
              <a:ext uri="{FF2B5EF4-FFF2-40B4-BE49-F238E27FC236}">
                <a16:creationId xmlns:a16="http://schemas.microsoft.com/office/drawing/2014/main" id="{6B42FBE9-2397-41ED-8545-B2CDAD68D54E}"/>
              </a:ext>
            </a:extLst>
          </p:cNvPr>
          <p:cNvSpPr/>
          <p:nvPr/>
        </p:nvSpPr>
        <p:spPr>
          <a:xfrm>
            <a:off x="7320682" y="4165652"/>
            <a:ext cx="4969938" cy="790726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Escoger</a:t>
            </a:r>
            <a:r>
              <a:rPr lang="en-US" dirty="0"/>
              <a:t> el </a:t>
            </a:r>
            <a:r>
              <a:rPr lang="en-US" dirty="0" err="1"/>
              <a:t>menor</a:t>
            </a:r>
            <a:r>
              <a:rPr lang="en-US" dirty="0"/>
              <a:t> </a:t>
            </a:r>
            <a:r>
              <a:rPr lang="en-US" dirty="0" err="1"/>
              <a:t>flujo</a:t>
            </a:r>
            <a:r>
              <a:rPr lang="en-US" dirty="0"/>
              <a:t> de la </a:t>
            </a:r>
            <a:r>
              <a:rPr lang="en-US" dirty="0" err="1"/>
              <a:t>trayectoria</a:t>
            </a:r>
            <a:r>
              <a:rPr lang="en-US" dirty="0"/>
              <a:t> </a:t>
            </a:r>
          </a:p>
        </p:txBody>
      </p:sp>
      <p:sp>
        <p:nvSpPr>
          <p:cNvPr id="121" name="Rectángulo: esquinas redondeadas 120">
            <a:extLst>
              <a:ext uri="{FF2B5EF4-FFF2-40B4-BE49-F238E27FC236}">
                <a16:creationId xmlns:a16="http://schemas.microsoft.com/office/drawing/2014/main" id="{A61DFDA3-9D17-43BD-A494-D0C9AF84A757}"/>
              </a:ext>
            </a:extLst>
          </p:cNvPr>
          <p:cNvSpPr/>
          <p:nvPr/>
        </p:nvSpPr>
        <p:spPr>
          <a:xfrm>
            <a:off x="7320683" y="5472990"/>
            <a:ext cx="5312890" cy="1168893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Actualizar</a:t>
            </a:r>
            <a:r>
              <a:rPr lang="en-US" dirty="0"/>
              <a:t> el </a:t>
            </a:r>
            <a:r>
              <a:rPr lang="en-US" dirty="0" err="1"/>
              <a:t>gráfico</a:t>
            </a:r>
            <a:r>
              <a:rPr lang="en-US" dirty="0"/>
              <a:t> con las </a:t>
            </a:r>
            <a:r>
              <a:rPr lang="en-US" dirty="0" err="1"/>
              <a:t>capacidades</a:t>
            </a:r>
            <a:r>
              <a:rPr lang="en-US" dirty="0"/>
              <a:t> </a:t>
            </a:r>
            <a:r>
              <a:rPr lang="en-US" dirty="0" err="1"/>
              <a:t>mínimas</a:t>
            </a:r>
            <a:endParaRPr lang="en-US" dirty="0"/>
          </a:p>
        </p:txBody>
      </p:sp>
      <p:sp>
        <p:nvSpPr>
          <p:cNvPr id="122" name="Flecha: hacia abajo 121">
            <a:extLst>
              <a:ext uri="{FF2B5EF4-FFF2-40B4-BE49-F238E27FC236}">
                <a16:creationId xmlns:a16="http://schemas.microsoft.com/office/drawing/2014/main" id="{49067AA2-7551-4377-B3EB-5D8E35542877}"/>
              </a:ext>
            </a:extLst>
          </p:cNvPr>
          <p:cNvSpPr/>
          <p:nvPr/>
        </p:nvSpPr>
        <p:spPr>
          <a:xfrm>
            <a:off x="9727170" y="4980548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8" name="Conector recto 187">
            <a:extLst>
              <a:ext uri="{FF2B5EF4-FFF2-40B4-BE49-F238E27FC236}">
                <a16:creationId xmlns:a16="http://schemas.microsoft.com/office/drawing/2014/main" id="{B159151A-555C-497D-B780-D04DC14B4AF1}"/>
              </a:ext>
            </a:extLst>
          </p:cNvPr>
          <p:cNvCxnSpPr>
            <a:cxnSpLocks/>
            <a:stCxn id="14" idx="0"/>
            <a:endCxn id="10" idx="4"/>
          </p:cNvCxnSpPr>
          <p:nvPr/>
        </p:nvCxnSpPr>
        <p:spPr>
          <a:xfrm flipV="1">
            <a:off x="4632361" y="5468134"/>
            <a:ext cx="7318" cy="1333578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ector recto 191">
            <a:extLst>
              <a:ext uri="{FF2B5EF4-FFF2-40B4-BE49-F238E27FC236}">
                <a16:creationId xmlns:a16="http://schemas.microsoft.com/office/drawing/2014/main" id="{AF57876C-DF46-4CA0-9688-80C24BEF29C2}"/>
              </a:ext>
            </a:extLst>
          </p:cNvPr>
          <p:cNvCxnSpPr>
            <a:cxnSpLocks/>
            <a:stCxn id="14" idx="6"/>
            <a:endCxn id="4" idx="5"/>
          </p:cNvCxnSpPr>
          <p:nvPr/>
        </p:nvCxnSpPr>
        <p:spPr>
          <a:xfrm flipV="1">
            <a:off x="4758361" y="3854037"/>
            <a:ext cx="1049280" cy="3073675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47BA51AE-F1A7-4C66-9A82-9082496EA3B9}"/>
              </a:ext>
            </a:extLst>
          </p:cNvPr>
          <p:cNvSpPr txBox="1"/>
          <p:nvPr/>
        </p:nvSpPr>
        <p:spPr>
          <a:xfrm>
            <a:off x="2968051" y="5787336"/>
            <a:ext cx="29457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6BFEF7DA-B060-4D5A-A77E-0D2C412B3BCD}"/>
              </a:ext>
            </a:extLst>
          </p:cNvPr>
          <p:cNvSpPr txBox="1"/>
          <p:nvPr/>
        </p:nvSpPr>
        <p:spPr>
          <a:xfrm>
            <a:off x="4765679" y="4277404"/>
            <a:ext cx="29457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356392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Algoritmo de Dijkstra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C15B4AE-6765-4278-B35F-520470B973BF}"/>
              </a:ext>
            </a:extLst>
          </p:cNvPr>
          <p:cNvSpPr/>
          <p:nvPr/>
        </p:nvSpPr>
        <p:spPr>
          <a:xfrm>
            <a:off x="4216371" y="2682222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67C1863-5969-40C0-BCB2-DE1ED2317F0D}"/>
              </a:ext>
            </a:extLst>
          </p:cNvPr>
          <p:cNvCxnSpPr>
            <a:cxnSpLocks/>
            <a:stCxn id="15" idx="0"/>
            <a:endCxn id="4" idx="4"/>
          </p:cNvCxnSpPr>
          <p:nvPr/>
        </p:nvCxnSpPr>
        <p:spPr>
          <a:xfrm flipH="1" flipV="1">
            <a:off x="4342371" y="2934222"/>
            <a:ext cx="43274" cy="1453606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0291C281-9D6B-4553-AACB-2743D06E96BF}"/>
              </a:ext>
            </a:extLst>
          </p:cNvPr>
          <p:cNvSpPr/>
          <p:nvPr/>
        </p:nvSpPr>
        <p:spPr>
          <a:xfrm>
            <a:off x="2919344" y="5684687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D555021-394C-4E8A-9D15-412622C2678F}"/>
              </a:ext>
            </a:extLst>
          </p:cNvPr>
          <p:cNvSpPr/>
          <p:nvPr/>
        </p:nvSpPr>
        <p:spPr>
          <a:xfrm>
            <a:off x="6236390" y="4387828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9156F49-98D3-4960-BEBE-1CEDF8E2A550}"/>
              </a:ext>
            </a:extLst>
          </p:cNvPr>
          <p:cNvSpPr/>
          <p:nvPr/>
        </p:nvSpPr>
        <p:spPr>
          <a:xfrm>
            <a:off x="1596985" y="4387828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E30CEC3-F37B-4B95-80F6-052F1F6553E0}"/>
              </a:ext>
            </a:extLst>
          </p:cNvPr>
          <p:cNvCxnSpPr>
            <a:cxnSpLocks/>
            <a:stCxn id="11" idx="6"/>
            <a:endCxn id="9" idx="1"/>
          </p:cNvCxnSpPr>
          <p:nvPr/>
        </p:nvCxnSpPr>
        <p:spPr>
          <a:xfrm>
            <a:off x="1848985" y="4513828"/>
            <a:ext cx="1107264" cy="1207764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471BA975-29BC-493C-8529-38CC240D97E4}"/>
              </a:ext>
            </a:extLst>
          </p:cNvPr>
          <p:cNvSpPr/>
          <p:nvPr/>
        </p:nvSpPr>
        <p:spPr>
          <a:xfrm>
            <a:off x="4289222" y="6882327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4C4CB04-2AB6-42F4-AAED-BDAD9BB61C2A}"/>
              </a:ext>
            </a:extLst>
          </p:cNvPr>
          <p:cNvSpPr/>
          <p:nvPr/>
        </p:nvSpPr>
        <p:spPr>
          <a:xfrm>
            <a:off x="4259645" y="4387828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AB84FBF-DDDF-4A40-A480-A912DCC37D88}"/>
              </a:ext>
            </a:extLst>
          </p:cNvPr>
          <p:cNvSpPr/>
          <p:nvPr/>
        </p:nvSpPr>
        <p:spPr>
          <a:xfrm>
            <a:off x="1596985" y="6882327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9918E08-B05D-4562-8227-19001D0B2CDC}"/>
              </a:ext>
            </a:extLst>
          </p:cNvPr>
          <p:cNvCxnSpPr>
            <a:cxnSpLocks/>
            <a:stCxn id="16" idx="6"/>
            <a:endCxn id="14" idx="2"/>
          </p:cNvCxnSpPr>
          <p:nvPr/>
        </p:nvCxnSpPr>
        <p:spPr>
          <a:xfrm>
            <a:off x="1848985" y="7008327"/>
            <a:ext cx="2440237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1CD0F3B-620B-4A24-AD1E-C261628872A2}"/>
              </a:ext>
            </a:extLst>
          </p:cNvPr>
          <p:cNvCxnSpPr>
            <a:cxnSpLocks/>
            <a:stCxn id="14" idx="0"/>
            <a:endCxn id="15" idx="4"/>
          </p:cNvCxnSpPr>
          <p:nvPr/>
        </p:nvCxnSpPr>
        <p:spPr>
          <a:xfrm flipH="1" flipV="1">
            <a:off x="4385645" y="4639828"/>
            <a:ext cx="29577" cy="224249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7EC2E07-9D05-4CF7-96B6-026D6AEB1561}"/>
              </a:ext>
            </a:extLst>
          </p:cNvPr>
          <p:cNvCxnSpPr>
            <a:cxnSpLocks/>
            <a:stCxn id="16" idx="0"/>
            <a:endCxn id="11" idx="4"/>
          </p:cNvCxnSpPr>
          <p:nvPr/>
        </p:nvCxnSpPr>
        <p:spPr>
          <a:xfrm flipV="1">
            <a:off x="1722985" y="4639828"/>
            <a:ext cx="0" cy="224249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AE4BC595-3143-48AB-9BC8-C1F54FFB5FEC}"/>
              </a:ext>
            </a:extLst>
          </p:cNvPr>
          <p:cNvCxnSpPr>
            <a:cxnSpLocks/>
            <a:stCxn id="14" idx="1"/>
            <a:endCxn id="9" idx="5"/>
          </p:cNvCxnSpPr>
          <p:nvPr/>
        </p:nvCxnSpPr>
        <p:spPr>
          <a:xfrm flipH="1" flipV="1">
            <a:off x="3134439" y="5899782"/>
            <a:ext cx="1191688" cy="101945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9267452-C547-4CA1-B0A8-2A182505F949}"/>
              </a:ext>
            </a:extLst>
          </p:cNvPr>
          <p:cNvCxnSpPr>
            <a:cxnSpLocks/>
            <a:stCxn id="10" idx="0"/>
            <a:endCxn id="4" idx="4"/>
          </p:cNvCxnSpPr>
          <p:nvPr/>
        </p:nvCxnSpPr>
        <p:spPr>
          <a:xfrm flipH="1" flipV="1">
            <a:off x="4342371" y="2934222"/>
            <a:ext cx="2020019" cy="1453606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2400C27-FF0D-4800-973F-92F4FAC3842D}"/>
              </a:ext>
            </a:extLst>
          </p:cNvPr>
          <p:cNvCxnSpPr>
            <a:cxnSpLocks/>
            <a:stCxn id="9" idx="7"/>
            <a:endCxn id="15" idx="3"/>
          </p:cNvCxnSpPr>
          <p:nvPr/>
        </p:nvCxnSpPr>
        <p:spPr>
          <a:xfrm flipV="1">
            <a:off x="3134439" y="4602923"/>
            <a:ext cx="1162111" cy="111866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16D838E-ED0A-4F67-81B2-2D46FF5099F5}"/>
                  </a:ext>
                </a:extLst>
              </p:cNvPr>
              <p:cNvSpPr txBox="1"/>
              <p:nvPr/>
            </p:nvSpPr>
            <p:spPr>
              <a:xfrm>
                <a:off x="1138778" y="4211928"/>
                <a:ext cx="3232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16D838E-ED0A-4F67-81B2-2D46FF509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778" y="4211928"/>
                <a:ext cx="323230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40FB700C-9A37-4B66-B8B5-71210A72923E}"/>
                  </a:ext>
                </a:extLst>
              </p:cNvPr>
              <p:cNvSpPr txBox="1"/>
              <p:nvPr/>
            </p:nvSpPr>
            <p:spPr>
              <a:xfrm>
                <a:off x="4599387" y="2359152"/>
                <a:ext cx="3310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40FB700C-9A37-4B66-B8B5-71210A729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387" y="2359152"/>
                <a:ext cx="33105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14AB0E99-2B2E-4C73-BDC2-70BD0EFA683C}"/>
                  </a:ext>
                </a:extLst>
              </p:cNvPr>
              <p:cNvSpPr txBox="1"/>
              <p:nvPr/>
            </p:nvSpPr>
            <p:spPr>
              <a:xfrm>
                <a:off x="2364081" y="5489045"/>
                <a:ext cx="29514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14AB0E99-2B2E-4C73-BDC2-70BD0EFA6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081" y="5489045"/>
                <a:ext cx="295144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256033F9-E2CE-4C38-A3AF-E93C3EF93316}"/>
                  </a:ext>
                </a:extLst>
              </p:cNvPr>
              <p:cNvSpPr txBox="1"/>
              <p:nvPr/>
            </p:nvSpPr>
            <p:spPr>
              <a:xfrm>
                <a:off x="6233474" y="5242824"/>
                <a:ext cx="3516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256033F9-E2CE-4C38-A3AF-E93C3EF93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474" y="5242824"/>
                <a:ext cx="351635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D77E6FA7-4764-4409-9ECA-A160CEA7E650}"/>
                  </a:ext>
                </a:extLst>
              </p:cNvPr>
              <p:cNvSpPr txBox="1"/>
              <p:nvPr/>
            </p:nvSpPr>
            <p:spPr>
              <a:xfrm>
                <a:off x="1168967" y="6641884"/>
                <a:ext cx="33220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D77E6FA7-4764-4409-9ECA-A160CEA7E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967" y="6641884"/>
                <a:ext cx="332207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F528CCA5-4932-4447-9EF0-50923FFDB9FB}"/>
                  </a:ext>
                </a:extLst>
              </p:cNvPr>
              <p:cNvSpPr txBox="1"/>
              <p:nvPr/>
            </p:nvSpPr>
            <p:spPr>
              <a:xfrm>
                <a:off x="4661877" y="7223422"/>
                <a:ext cx="30559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F528CCA5-4932-4447-9EF0-50923FFDB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877" y="7223422"/>
                <a:ext cx="305596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52744A3F-E513-48CB-A847-95B291B794A3}"/>
                  </a:ext>
                </a:extLst>
              </p:cNvPr>
              <p:cNvSpPr txBox="1"/>
              <p:nvPr/>
            </p:nvSpPr>
            <p:spPr>
              <a:xfrm>
                <a:off x="2823697" y="4021385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52744A3F-E513-48CB-A847-95B291B79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697" y="4021385"/>
                <a:ext cx="258552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CuadroTexto 37">
            <a:extLst>
              <a:ext uri="{FF2B5EF4-FFF2-40B4-BE49-F238E27FC236}">
                <a16:creationId xmlns:a16="http://schemas.microsoft.com/office/drawing/2014/main" id="{4C840125-29D5-4717-B199-58843BB3E092}"/>
              </a:ext>
            </a:extLst>
          </p:cNvPr>
          <p:cNvSpPr txBox="1"/>
          <p:nvPr/>
        </p:nvSpPr>
        <p:spPr>
          <a:xfrm>
            <a:off x="3676905" y="5934196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984BFFE-D31D-46D7-907F-DF3C756D14B1}"/>
              </a:ext>
            </a:extLst>
          </p:cNvPr>
          <p:cNvSpPr txBox="1"/>
          <p:nvPr/>
        </p:nvSpPr>
        <p:spPr>
          <a:xfrm>
            <a:off x="1371898" y="3899471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3BD0942-D3F9-4D58-BE52-4937E2761E61}"/>
              </a:ext>
            </a:extLst>
          </p:cNvPr>
          <p:cNvSpPr txBox="1"/>
          <p:nvPr/>
        </p:nvSpPr>
        <p:spPr>
          <a:xfrm>
            <a:off x="3246456" y="4789621"/>
            <a:ext cx="46903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9F44BEF-40BD-4533-8981-F18F50C3E96F}"/>
                  </a:ext>
                </a:extLst>
              </p:cNvPr>
              <p:cNvSpPr txBox="1"/>
              <p:nvPr/>
            </p:nvSpPr>
            <p:spPr>
              <a:xfrm>
                <a:off x="5315240" y="6239133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9F44BEF-40BD-4533-8981-F18F50C3E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240" y="6239133"/>
                <a:ext cx="258552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C611A805-4180-4B38-9518-B50DB9652AC0}"/>
                  </a:ext>
                </a:extLst>
              </p:cNvPr>
              <p:cNvSpPr txBox="1"/>
              <p:nvPr/>
            </p:nvSpPr>
            <p:spPr>
              <a:xfrm>
                <a:off x="4506361" y="5506845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C611A805-4180-4B38-9518-B50DB9652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361" y="5506845"/>
                <a:ext cx="258552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CuadroTexto 42">
            <a:extLst>
              <a:ext uri="{FF2B5EF4-FFF2-40B4-BE49-F238E27FC236}">
                <a16:creationId xmlns:a16="http://schemas.microsoft.com/office/drawing/2014/main" id="{F4C7BB97-E1FD-4B2E-879D-D2936A35E4D1}"/>
              </a:ext>
            </a:extLst>
          </p:cNvPr>
          <p:cNvSpPr txBox="1"/>
          <p:nvPr/>
        </p:nvSpPr>
        <p:spPr>
          <a:xfrm>
            <a:off x="4474748" y="3599706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E22C41F-BF18-4F70-9ACC-5CD7F3A35B76}"/>
              </a:ext>
            </a:extLst>
          </p:cNvPr>
          <p:cNvSpPr txBox="1"/>
          <p:nvPr/>
        </p:nvSpPr>
        <p:spPr>
          <a:xfrm>
            <a:off x="3049530" y="7103199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D296F4BD-D438-485C-8218-152C6E10A616}"/>
                  </a:ext>
                </a:extLst>
              </p:cNvPr>
              <p:cNvSpPr txBox="1"/>
              <p:nvPr/>
            </p:nvSpPr>
            <p:spPr>
              <a:xfrm>
                <a:off x="5698153" y="3413565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D296F4BD-D438-485C-8218-152C6E10A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153" y="3413565"/>
                <a:ext cx="258552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065CCF74-9958-4CA0-94CE-31E434F21A47}"/>
                  </a:ext>
                </a:extLst>
              </p:cNvPr>
              <p:cNvSpPr txBox="1"/>
              <p:nvPr/>
            </p:nvSpPr>
            <p:spPr>
              <a:xfrm>
                <a:off x="5099741" y="4476923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065CCF74-9958-4CA0-94CE-31E434F21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741" y="4476923"/>
                <a:ext cx="258552" cy="492443"/>
              </a:xfrm>
              <a:prstGeom prst="rect">
                <a:avLst/>
              </a:prstGeom>
              <a:blipFill>
                <a:blip r:embed="rId12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8DCF0525-6D9D-4175-AE5A-D90574DE24AB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>
            <a:off x="1848985" y="4513828"/>
            <a:ext cx="2410660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BEE19749-D86D-44A5-82C2-F5B14451B049}"/>
              </a:ext>
            </a:extLst>
          </p:cNvPr>
          <p:cNvCxnSpPr>
            <a:cxnSpLocks/>
            <a:stCxn id="16" idx="7"/>
            <a:endCxn id="9" idx="3"/>
          </p:cNvCxnSpPr>
          <p:nvPr/>
        </p:nvCxnSpPr>
        <p:spPr>
          <a:xfrm flipV="1">
            <a:off x="1812080" y="5899782"/>
            <a:ext cx="1144169" cy="101945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D0CC748D-5B8E-4B7A-B841-658FE3FCDEC1}"/>
              </a:ext>
            </a:extLst>
          </p:cNvPr>
          <p:cNvCxnSpPr>
            <a:cxnSpLocks/>
            <a:stCxn id="10" idx="2"/>
            <a:endCxn id="15" idx="6"/>
          </p:cNvCxnSpPr>
          <p:nvPr/>
        </p:nvCxnSpPr>
        <p:spPr>
          <a:xfrm flipH="1">
            <a:off x="4511645" y="4513828"/>
            <a:ext cx="1724745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ADB5F1A9-848F-43FD-B152-2F9DF90EC010}"/>
              </a:ext>
            </a:extLst>
          </p:cNvPr>
          <p:cNvCxnSpPr>
            <a:cxnSpLocks/>
            <a:stCxn id="14" idx="6"/>
            <a:endCxn id="10" idx="3"/>
          </p:cNvCxnSpPr>
          <p:nvPr/>
        </p:nvCxnSpPr>
        <p:spPr>
          <a:xfrm flipV="1">
            <a:off x="4541222" y="4602923"/>
            <a:ext cx="1732073" cy="2405404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096B1F37-15DF-43C2-BA82-5E2F4E8141DF}"/>
                  </a:ext>
                </a:extLst>
              </p:cNvPr>
              <p:cNvSpPr txBox="1"/>
              <p:nvPr/>
            </p:nvSpPr>
            <p:spPr>
              <a:xfrm>
                <a:off x="3986215" y="3881394"/>
                <a:ext cx="3432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096B1F37-15DF-43C2-BA82-5E2F4E814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215" y="3881394"/>
                <a:ext cx="343235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CuadroTexto 106">
            <a:extLst>
              <a:ext uri="{FF2B5EF4-FFF2-40B4-BE49-F238E27FC236}">
                <a16:creationId xmlns:a16="http://schemas.microsoft.com/office/drawing/2014/main" id="{5249123F-463A-4772-BF38-BB8B19B2AED4}"/>
              </a:ext>
            </a:extLst>
          </p:cNvPr>
          <p:cNvSpPr txBox="1"/>
          <p:nvPr/>
        </p:nvSpPr>
        <p:spPr>
          <a:xfrm>
            <a:off x="1412243" y="5564465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CuadroTexto 107">
                <a:extLst>
                  <a:ext uri="{FF2B5EF4-FFF2-40B4-BE49-F238E27FC236}">
                    <a16:creationId xmlns:a16="http://schemas.microsoft.com/office/drawing/2014/main" id="{8D70BA36-2756-48E1-8C82-E21C366A195A}"/>
                  </a:ext>
                </a:extLst>
              </p:cNvPr>
              <p:cNvSpPr txBox="1"/>
              <p:nvPr/>
            </p:nvSpPr>
            <p:spPr>
              <a:xfrm>
                <a:off x="2021434" y="5982484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8" name="CuadroTexto 107">
                <a:extLst>
                  <a:ext uri="{FF2B5EF4-FFF2-40B4-BE49-F238E27FC236}">
                    <a16:creationId xmlns:a16="http://schemas.microsoft.com/office/drawing/2014/main" id="{8D70BA36-2756-48E1-8C82-E21C366A1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434" y="5982484"/>
                <a:ext cx="258552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Rectángulo: esquinas redondeadas 108">
            <a:extLst>
              <a:ext uri="{FF2B5EF4-FFF2-40B4-BE49-F238E27FC236}">
                <a16:creationId xmlns:a16="http://schemas.microsoft.com/office/drawing/2014/main" id="{8B15A2E6-7D8B-4064-8149-99044A790928}"/>
              </a:ext>
            </a:extLst>
          </p:cNvPr>
          <p:cNvSpPr/>
          <p:nvPr/>
        </p:nvSpPr>
        <p:spPr>
          <a:xfrm>
            <a:off x="8988053" y="226274"/>
            <a:ext cx="1728192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Inicio</a:t>
            </a:r>
            <a:endParaRPr lang="en-US" dirty="0"/>
          </a:p>
        </p:txBody>
      </p:sp>
      <p:sp>
        <p:nvSpPr>
          <p:cNvPr id="110" name="Rectángulo: esquinas redondeadas 109">
            <a:extLst>
              <a:ext uri="{FF2B5EF4-FFF2-40B4-BE49-F238E27FC236}">
                <a16:creationId xmlns:a16="http://schemas.microsoft.com/office/drawing/2014/main" id="{5474DF3C-20A0-45B9-AE72-951C0FA8708D}"/>
              </a:ext>
            </a:extLst>
          </p:cNvPr>
          <p:cNvSpPr/>
          <p:nvPr/>
        </p:nvSpPr>
        <p:spPr>
          <a:xfrm>
            <a:off x="7320682" y="1388781"/>
            <a:ext cx="4969938" cy="790726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Asignar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nodo</a:t>
            </a:r>
            <a:r>
              <a:rPr lang="en-US" dirty="0"/>
              <a:t> no </a:t>
            </a:r>
            <a:r>
              <a:rPr lang="en-US" dirty="0" err="1"/>
              <a:t>visitado</a:t>
            </a:r>
            <a:r>
              <a:rPr lang="en-US" dirty="0"/>
              <a:t> </a:t>
            </a:r>
            <a:r>
              <a:rPr lang="en-US" dirty="0" err="1"/>
              <a:t>infinito</a:t>
            </a:r>
            <a:endParaRPr lang="en-US" dirty="0"/>
          </a:p>
        </p:txBody>
      </p:sp>
      <p:sp>
        <p:nvSpPr>
          <p:cNvPr id="111" name="Rectángulo: esquinas redondeadas 110">
            <a:extLst>
              <a:ext uri="{FF2B5EF4-FFF2-40B4-BE49-F238E27FC236}">
                <a16:creationId xmlns:a16="http://schemas.microsoft.com/office/drawing/2014/main" id="{E8215366-8DA2-42E2-8CA7-CC2EB23C8D66}"/>
              </a:ext>
            </a:extLst>
          </p:cNvPr>
          <p:cNvSpPr/>
          <p:nvPr/>
        </p:nvSpPr>
        <p:spPr>
          <a:xfrm>
            <a:off x="7320683" y="2696120"/>
            <a:ext cx="5312890" cy="903586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Mantener</a:t>
            </a:r>
            <a:r>
              <a:rPr lang="en-US" dirty="0"/>
              <a:t> un </a:t>
            </a:r>
            <a:r>
              <a:rPr lang="en-US" dirty="0" err="1"/>
              <a:t>registro</a:t>
            </a:r>
            <a:r>
              <a:rPr lang="en-US" dirty="0"/>
              <a:t> de los </a:t>
            </a:r>
            <a:r>
              <a:rPr lang="en-US" dirty="0" err="1"/>
              <a:t>nodos</a:t>
            </a:r>
            <a:r>
              <a:rPr lang="en-US" dirty="0"/>
              <a:t> </a:t>
            </a:r>
            <a:r>
              <a:rPr lang="en-US" dirty="0" err="1"/>
              <a:t>visitados</a:t>
            </a:r>
            <a:endParaRPr lang="en-US" dirty="0"/>
          </a:p>
        </p:txBody>
      </p:sp>
      <p:sp>
        <p:nvSpPr>
          <p:cNvPr id="113" name="Flecha: hacia abajo 112">
            <a:extLst>
              <a:ext uri="{FF2B5EF4-FFF2-40B4-BE49-F238E27FC236}">
                <a16:creationId xmlns:a16="http://schemas.microsoft.com/office/drawing/2014/main" id="{8686A13A-9945-47F0-8B9C-C2DEED34E0FC}"/>
              </a:ext>
            </a:extLst>
          </p:cNvPr>
          <p:cNvSpPr/>
          <p:nvPr/>
        </p:nvSpPr>
        <p:spPr>
          <a:xfrm>
            <a:off x="9727170" y="3663523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lecha: hacia abajo 113">
            <a:extLst>
              <a:ext uri="{FF2B5EF4-FFF2-40B4-BE49-F238E27FC236}">
                <a16:creationId xmlns:a16="http://schemas.microsoft.com/office/drawing/2014/main" id="{E5F4A2FB-9F70-44C2-AC40-5A281F1CADC7}"/>
              </a:ext>
            </a:extLst>
          </p:cNvPr>
          <p:cNvSpPr/>
          <p:nvPr/>
        </p:nvSpPr>
        <p:spPr>
          <a:xfrm>
            <a:off x="9727170" y="870750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lecha: hacia abajo 114">
            <a:extLst>
              <a:ext uri="{FF2B5EF4-FFF2-40B4-BE49-F238E27FC236}">
                <a16:creationId xmlns:a16="http://schemas.microsoft.com/office/drawing/2014/main" id="{B240AE49-1242-4FA6-A280-1EEE2CA3B63B}"/>
              </a:ext>
            </a:extLst>
          </p:cNvPr>
          <p:cNvSpPr/>
          <p:nvPr/>
        </p:nvSpPr>
        <p:spPr>
          <a:xfrm>
            <a:off x="9727170" y="2203677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ángulo: esquinas redondeadas 115">
            <a:extLst>
              <a:ext uri="{FF2B5EF4-FFF2-40B4-BE49-F238E27FC236}">
                <a16:creationId xmlns:a16="http://schemas.microsoft.com/office/drawing/2014/main" id="{3E331F26-B849-4D42-8AA1-39E3165AFF48}"/>
              </a:ext>
            </a:extLst>
          </p:cNvPr>
          <p:cNvSpPr/>
          <p:nvPr/>
        </p:nvSpPr>
        <p:spPr>
          <a:xfrm>
            <a:off x="7110450" y="7295931"/>
            <a:ext cx="5733356" cy="790727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finaliza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se </a:t>
            </a:r>
            <a:r>
              <a:rPr lang="en-US" dirty="0" err="1"/>
              <a:t>llega</a:t>
            </a:r>
            <a:r>
              <a:rPr lang="en-US" dirty="0"/>
              <a:t> al </a:t>
            </a:r>
            <a:r>
              <a:rPr lang="en-US" dirty="0" err="1"/>
              <a:t>nodo</a:t>
            </a:r>
            <a:r>
              <a:rPr lang="en-US" dirty="0"/>
              <a:t> final</a:t>
            </a:r>
          </a:p>
        </p:txBody>
      </p:sp>
      <p:sp>
        <p:nvSpPr>
          <p:cNvPr id="117" name="Rectángulo: esquinas redondeadas 116">
            <a:extLst>
              <a:ext uri="{FF2B5EF4-FFF2-40B4-BE49-F238E27FC236}">
                <a16:creationId xmlns:a16="http://schemas.microsoft.com/office/drawing/2014/main" id="{4F688C5D-BD4E-4AE0-8B8D-8B4AE597D626}"/>
              </a:ext>
            </a:extLst>
          </p:cNvPr>
          <p:cNvSpPr/>
          <p:nvPr/>
        </p:nvSpPr>
        <p:spPr>
          <a:xfrm>
            <a:off x="8988053" y="8785225"/>
            <a:ext cx="1728192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</a:t>
            </a:r>
          </a:p>
        </p:txBody>
      </p:sp>
      <p:sp>
        <p:nvSpPr>
          <p:cNvPr id="118" name="Flecha: hacia abajo 117">
            <a:extLst>
              <a:ext uri="{FF2B5EF4-FFF2-40B4-BE49-F238E27FC236}">
                <a16:creationId xmlns:a16="http://schemas.microsoft.com/office/drawing/2014/main" id="{7D89001F-389C-4EE2-9C77-E5F66829A644}"/>
              </a:ext>
            </a:extLst>
          </p:cNvPr>
          <p:cNvSpPr/>
          <p:nvPr/>
        </p:nvSpPr>
        <p:spPr>
          <a:xfrm>
            <a:off x="9727170" y="6721939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lecha: hacia abajo 118">
            <a:extLst>
              <a:ext uri="{FF2B5EF4-FFF2-40B4-BE49-F238E27FC236}">
                <a16:creationId xmlns:a16="http://schemas.microsoft.com/office/drawing/2014/main" id="{6BEB1017-8C2F-444E-BE45-416845505864}"/>
              </a:ext>
            </a:extLst>
          </p:cNvPr>
          <p:cNvSpPr/>
          <p:nvPr/>
        </p:nvSpPr>
        <p:spPr>
          <a:xfrm>
            <a:off x="9727170" y="8167460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ángulo: esquinas redondeadas 119">
            <a:extLst>
              <a:ext uri="{FF2B5EF4-FFF2-40B4-BE49-F238E27FC236}">
                <a16:creationId xmlns:a16="http://schemas.microsoft.com/office/drawing/2014/main" id="{6B42FBE9-2397-41ED-8545-B2CDAD68D54E}"/>
              </a:ext>
            </a:extLst>
          </p:cNvPr>
          <p:cNvSpPr/>
          <p:nvPr/>
        </p:nvSpPr>
        <p:spPr>
          <a:xfrm>
            <a:off x="7320682" y="4165652"/>
            <a:ext cx="4969938" cy="790726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Calcular</a:t>
            </a:r>
            <a:r>
              <a:rPr lang="en-US" dirty="0"/>
              <a:t> </a:t>
            </a:r>
            <a:r>
              <a:rPr lang="en-US" dirty="0" err="1"/>
              <a:t>distancias</a:t>
            </a:r>
            <a:r>
              <a:rPr lang="en-US" dirty="0"/>
              <a:t> a </a:t>
            </a:r>
            <a:r>
              <a:rPr lang="en-US" dirty="0" err="1"/>
              <a:t>cada</a:t>
            </a:r>
            <a:r>
              <a:rPr lang="en-US" dirty="0"/>
              <a:t> nuevo </a:t>
            </a:r>
            <a:r>
              <a:rPr lang="en-US" dirty="0" err="1"/>
              <a:t>nodo</a:t>
            </a:r>
            <a:r>
              <a:rPr lang="en-US" dirty="0"/>
              <a:t> </a:t>
            </a:r>
            <a:r>
              <a:rPr lang="en-US" dirty="0" err="1"/>
              <a:t>sumando</a:t>
            </a:r>
            <a:r>
              <a:rPr lang="en-US" dirty="0"/>
              <a:t> la </a:t>
            </a:r>
            <a:r>
              <a:rPr lang="en-US" dirty="0" err="1"/>
              <a:t>distancia</a:t>
            </a:r>
            <a:r>
              <a:rPr lang="en-US" dirty="0"/>
              <a:t> anterior</a:t>
            </a:r>
          </a:p>
        </p:txBody>
      </p:sp>
      <p:sp>
        <p:nvSpPr>
          <p:cNvPr id="121" name="Rectángulo: esquinas redondeadas 120">
            <a:extLst>
              <a:ext uri="{FF2B5EF4-FFF2-40B4-BE49-F238E27FC236}">
                <a16:creationId xmlns:a16="http://schemas.microsoft.com/office/drawing/2014/main" id="{A61DFDA3-9D17-43BD-A494-D0C9AF84A757}"/>
              </a:ext>
            </a:extLst>
          </p:cNvPr>
          <p:cNvSpPr/>
          <p:nvPr/>
        </p:nvSpPr>
        <p:spPr>
          <a:xfrm>
            <a:off x="7320683" y="5472990"/>
            <a:ext cx="5312890" cy="1168893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 la </a:t>
            </a:r>
            <a:r>
              <a:rPr lang="en-US" dirty="0" err="1"/>
              <a:t>distancia</a:t>
            </a:r>
            <a:r>
              <a:rPr lang="en-US" dirty="0"/>
              <a:t> </a:t>
            </a:r>
            <a:r>
              <a:rPr lang="en-US" dirty="0" err="1"/>
              <a:t>nueva</a:t>
            </a:r>
            <a:r>
              <a:rPr lang="en-US" dirty="0"/>
              <a:t> </a:t>
            </a:r>
            <a:r>
              <a:rPr lang="en-US" dirty="0" err="1"/>
              <a:t>calculada</a:t>
            </a:r>
            <a:r>
              <a:rPr lang="en-US" dirty="0"/>
              <a:t> es </a:t>
            </a:r>
            <a:r>
              <a:rPr lang="en-US" dirty="0" err="1"/>
              <a:t>menor</a:t>
            </a:r>
            <a:r>
              <a:rPr lang="en-US" dirty="0"/>
              <a:t> que la anterior, </a:t>
            </a:r>
            <a:r>
              <a:rPr lang="en-US" dirty="0" err="1"/>
              <a:t>reemplazarla</a:t>
            </a:r>
            <a:r>
              <a:rPr lang="en-US" dirty="0"/>
              <a:t>, </a:t>
            </a:r>
            <a:r>
              <a:rPr lang="en-US" dirty="0" err="1"/>
              <a:t>sino</a:t>
            </a:r>
            <a:r>
              <a:rPr lang="en-US" dirty="0"/>
              <a:t> </a:t>
            </a:r>
            <a:r>
              <a:rPr lang="en-US" dirty="0" err="1"/>
              <a:t>ignorarlo</a:t>
            </a:r>
            <a:endParaRPr lang="en-US" dirty="0"/>
          </a:p>
        </p:txBody>
      </p:sp>
      <p:sp>
        <p:nvSpPr>
          <p:cNvPr id="122" name="Flecha: hacia abajo 121">
            <a:extLst>
              <a:ext uri="{FF2B5EF4-FFF2-40B4-BE49-F238E27FC236}">
                <a16:creationId xmlns:a16="http://schemas.microsoft.com/office/drawing/2014/main" id="{49067AA2-7551-4377-B3EB-5D8E35542877}"/>
              </a:ext>
            </a:extLst>
          </p:cNvPr>
          <p:cNvSpPr/>
          <p:nvPr/>
        </p:nvSpPr>
        <p:spPr>
          <a:xfrm>
            <a:off x="9727170" y="4980548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413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Algoritmo de Kruskal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94EB880-FADF-4E68-B8E1-7C3354EFCFCF}"/>
              </a:ext>
            </a:extLst>
          </p:cNvPr>
          <p:cNvSpPr/>
          <p:nvPr/>
        </p:nvSpPr>
        <p:spPr>
          <a:xfrm>
            <a:off x="3989703" y="3050079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9A0B0F5-0596-4B6B-BDF7-3C85FA37320A}"/>
              </a:ext>
            </a:extLst>
          </p:cNvPr>
          <p:cNvSpPr/>
          <p:nvPr/>
        </p:nvSpPr>
        <p:spPr>
          <a:xfrm>
            <a:off x="6890627" y="3159678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DC54BCF-E89B-4B2A-A700-FE56FEED9BA1}"/>
              </a:ext>
            </a:extLst>
          </p:cNvPr>
          <p:cNvSpPr/>
          <p:nvPr/>
        </p:nvSpPr>
        <p:spPr>
          <a:xfrm>
            <a:off x="1596985" y="3143469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96A5680-C6D6-4F72-AFEF-D6E6FAFC0877}"/>
              </a:ext>
            </a:extLst>
          </p:cNvPr>
          <p:cNvCxnSpPr>
            <a:cxnSpLocks/>
            <a:stCxn id="6" idx="6"/>
            <a:endCxn id="3" idx="2"/>
          </p:cNvCxnSpPr>
          <p:nvPr/>
        </p:nvCxnSpPr>
        <p:spPr>
          <a:xfrm flipV="1">
            <a:off x="1848985" y="3176079"/>
            <a:ext cx="2140718" cy="9339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3D96A35-73A7-41F8-8A6E-CC09DDB69989}"/>
              </a:ext>
            </a:extLst>
          </p:cNvPr>
          <p:cNvCxnSpPr>
            <a:cxnSpLocks/>
            <a:stCxn id="3" idx="6"/>
            <a:endCxn id="4" idx="2"/>
          </p:cNvCxnSpPr>
          <p:nvPr/>
        </p:nvCxnSpPr>
        <p:spPr>
          <a:xfrm>
            <a:off x="4241703" y="3176079"/>
            <a:ext cx="2648924" cy="10959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A937D1B5-11C8-4981-AF99-F382AFBA7E47}"/>
              </a:ext>
            </a:extLst>
          </p:cNvPr>
          <p:cNvSpPr/>
          <p:nvPr/>
        </p:nvSpPr>
        <p:spPr>
          <a:xfrm>
            <a:off x="4508627" y="5075898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9C2E47E-D9BA-48DF-A96B-093BEA9FC198}"/>
              </a:ext>
            </a:extLst>
          </p:cNvPr>
          <p:cNvSpPr/>
          <p:nvPr/>
        </p:nvSpPr>
        <p:spPr>
          <a:xfrm>
            <a:off x="7420269" y="5075898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0B7034D-35CD-48E0-920F-091BE46780FB}"/>
              </a:ext>
            </a:extLst>
          </p:cNvPr>
          <p:cNvSpPr/>
          <p:nvPr/>
        </p:nvSpPr>
        <p:spPr>
          <a:xfrm>
            <a:off x="837495" y="5075898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F05C550-167C-4AFF-9EEF-52EBC3D7F83C}"/>
              </a:ext>
            </a:extLst>
          </p:cNvPr>
          <p:cNvCxnSpPr>
            <a:cxnSpLocks/>
            <a:stCxn id="11" idx="6"/>
            <a:endCxn id="9" idx="2"/>
          </p:cNvCxnSpPr>
          <p:nvPr/>
        </p:nvCxnSpPr>
        <p:spPr>
          <a:xfrm>
            <a:off x="1089495" y="5201898"/>
            <a:ext cx="3419132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8EB69AF-20AC-40D2-8CC2-DC11B673973F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4760627" y="5201898"/>
            <a:ext cx="2659642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83BF59F8-F85D-4B44-A795-35729E9ABA2F}"/>
              </a:ext>
            </a:extLst>
          </p:cNvPr>
          <p:cNvSpPr/>
          <p:nvPr/>
        </p:nvSpPr>
        <p:spPr>
          <a:xfrm>
            <a:off x="4008314" y="8009921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9324A8C-C16D-4F8B-8B92-90CB5F1E423A}"/>
              </a:ext>
            </a:extLst>
          </p:cNvPr>
          <p:cNvSpPr/>
          <p:nvPr/>
        </p:nvSpPr>
        <p:spPr>
          <a:xfrm>
            <a:off x="6997508" y="7081889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8D27EE0-8FC4-4684-A82E-3773A4BE9EDD}"/>
              </a:ext>
            </a:extLst>
          </p:cNvPr>
          <p:cNvSpPr/>
          <p:nvPr/>
        </p:nvSpPr>
        <p:spPr>
          <a:xfrm>
            <a:off x="1596985" y="6882327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09CF43B4-FC49-4DCA-A2DB-D607B59941A4}"/>
              </a:ext>
            </a:extLst>
          </p:cNvPr>
          <p:cNvCxnSpPr>
            <a:cxnSpLocks/>
            <a:stCxn id="16" idx="6"/>
            <a:endCxn id="14" idx="2"/>
          </p:cNvCxnSpPr>
          <p:nvPr/>
        </p:nvCxnSpPr>
        <p:spPr>
          <a:xfrm>
            <a:off x="1848985" y="7008327"/>
            <a:ext cx="2159329" cy="1127594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59C5CC7-C98F-44FB-A29B-C99A5868DD0B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4260314" y="7207889"/>
            <a:ext cx="2737194" cy="928032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F660FFF-5305-4802-B88D-11AB6196FC69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 flipH="1">
            <a:off x="963495" y="3395469"/>
            <a:ext cx="759490" cy="168042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3C63C59-A39D-4657-A159-4B029D7B9927}"/>
              </a:ext>
            </a:extLst>
          </p:cNvPr>
          <p:cNvCxnSpPr>
            <a:cxnSpLocks/>
            <a:stCxn id="16" idx="0"/>
            <a:endCxn id="11" idx="4"/>
          </p:cNvCxnSpPr>
          <p:nvPr/>
        </p:nvCxnSpPr>
        <p:spPr>
          <a:xfrm flipH="1" flipV="1">
            <a:off x="963495" y="5327898"/>
            <a:ext cx="759490" cy="155442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AA54B02-064A-4919-832F-9B1DCA2DC936}"/>
              </a:ext>
            </a:extLst>
          </p:cNvPr>
          <p:cNvCxnSpPr>
            <a:cxnSpLocks/>
            <a:stCxn id="14" idx="0"/>
            <a:endCxn id="9" idx="4"/>
          </p:cNvCxnSpPr>
          <p:nvPr/>
        </p:nvCxnSpPr>
        <p:spPr>
          <a:xfrm flipV="1">
            <a:off x="4134314" y="5327898"/>
            <a:ext cx="500313" cy="2682023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CDD85969-7BB6-45A0-8648-4D4BB7D671D6}"/>
              </a:ext>
            </a:extLst>
          </p:cNvPr>
          <p:cNvCxnSpPr>
            <a:cxnSpLocks/>
            <a:stCxn id="9" idx="0"/>
            <a:endCxn id="3" idx="4"/>
          </p:cNvCxnSpPr>
          <p:nvPr/>
        </p:nvCxnSpPr>
        <p:spPr>
          <a:xfrm flipH="1" flipV="1">
            <a:off x="4115703" y="3302079"/>
            <a:ext cx="518924" cy="177381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81EF0A9-DC61-4B90-9ED6-E4402D2F85A0}"/>
              </a:ext>
            </a:extLst>
          </p:cNvPr>
          <p:cNvCxnSpPr>
            <a:cxnSpLocks/>
            <a:stCxn id="10" idx="0"/>
            <a:endCxn id="4" idx="4"/>
          </p:cNvCxnSpPr>
          <p:nvPr/>
        </p:nvCxnSpPr>
        <p:spPr>
          <a:xfrm flipH="1" flipV="1">
            <a:off x="7016627" y="3411678"/>
            <a:ext cx="529642" cy="166422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5774480-BFA1-47C2-8258-E9B1376AC7B8}"/>
              </a:ext>
            </a:extLst>
          </p:cNvPr>
          <p:cNvCxnSpPr>
            <a:cxnSpLocks/>
            <a:stCxn id="15" idx="0"/>
            <a:endCxn id="10" idx="4"/>
          </p:cNvCxnSpPr>
          <p:nvPr/>
        </p:nvCxnSpPr>
        <p:spPr>
          <a:xfrm flipV="1">
            <a:off x="7123508" y="5327898"/>
            <a:ext cx="422761" cy="1753991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7C63DE69-BB4E-4D11-AFE4-7DAB661D8DFC}"/>
              </a:ext>
            </a:extLst>
          </p:cNvPr>
          <p:cNvCxnSpPr>
            <a:cxnSpLocks/>
            <a:stCxn id="6" idx="5"/>
            <a:endCxn id="9" idx="1"/>
          </p:cNvCxnSpPr>
          <p:nvPr/>
        </p:nvCxnSpPr>
        <p:spPr>
          <a:xfrm>
            <a:off x="1812080" y="3358564"/>
            <a:ext cx="2733452" cy="175423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341C4759-DA6F-494F-95C8-07C759A5A239}"/>
              </a:ext>
            </a:extLst>
          </p:cNvPr>
          <p:cNvCxnSpPr>
            <a:cxnSpLocks/>
            <a:stCxn id="9" idx="5"/>
            <a:endCxn id="15" idx="1"/>
          </p:cNvCxnSpPr>
          <p:nvPr/>
        </p:nvCxnSpPr>
        <p:spPr>
          <a:xfrm>
            <a:off x="4723722" y="5290993"/>
            <a:ext cx="2310691" cy="1827801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A8A292B8-DE45-4F29-8879-FA127BACB68D}"/>
                  </a:ext>
                </a:extLst>
              </p:cNvPr>
              <p:cNvSpPr txBox="1"/>
              <p:nvPr/>
            </p:nvSpPr>
            <p:spPr>
              <a:xfrm>
                <a:off x="1168967" y="2763038"/>
                <a:ext cx="33220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A8A292B8-DE45-4F29-8879-FA127BACB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967" y="2763038"/>
                <a:ext cx="332207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053AD0F-CA47-425D-A66B-DDD32CDE72A9}"/>
                  </a:ext>
                </a:extLst>
              </p:cNvPr>
              <p:cNvSpPr txBox="1"/>
              <p:nvPr/>
            </p:nvSpPr>
            <p:spPr>
              <a:xfrm>
                <a:off x="7806979" y="2763038"/>
                <a:ext cx="29514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053AD0F-CA47-425D-A66B-DDD32CDE7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979" y="2763038"/>
                <a:ext cx="295144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70F4606-7D5C-4D0B-A388-28D3268BD166}"/>
                  </a:ext>
                </a:extLst>
              </p:cNvPr>
              <p:cNvSpPr txBox="1"/>
              <p:nvPr/>
            </p:nvSpPr>
            <p:spPr>
              <a:xfrm>
                <a:off x="1168967" y="4682060"/>
                <a:ext cx="3432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70F4606-7D5C-4D0B-A388-28D3268BD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967" y="4682060"/>
                <a:ext cx="343235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98AC15F0-26CF-4706-BE09-9DF36C34F8B9}"/>
                  </a:ext>
                </a:extLst>
              </p:cNvPr>
              <p:cNvSpPr txBox="1"/>
              <p:nvPr/>
            </p:nvSpPr>
            <p:spPr>
              <a:xfrm>
                <a:off x="4840100" y="4643850"/>
                <a:ext cx="30559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98AC15F0-26CF-4706-BE09-9DF36C34F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100" y="4643850"/>
                <a:ext cx="30559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78B7E28-1F33-4DB0-815B-026A3B690E17}"/>
                  </a:ext>
                </a:extLst>
              </p:cNvPr>
              <p:cNvSpPr txBox="1"/>
              <p:nvPr/>
            </p:nvSpPr>
            <p:spPr>
              <a:xfrm>
                <a:off x="7806979" y="4682060"/>
                <a:ext cx="3310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78B7E28-1F33-4DB0-815B-026A3B690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979" y="4682060"/>
                <a:ext cx="331052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0CD29967-AF56-4166-BD97-0820C1B872C6}"/>
                  </a:ext>
                </a:extLst>
              </p:cNvPr>
              <p:cNvSpPr txBox="1"/>
              <p:nvPr/>
            </p:nvSpPr>
            <p:spPr>
              <a:xfrm>
                <a:off x="1168967" y="6510105"/>
                <a:ext cx="3516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0CD29967-AF56-4166-BD97-0820C1B87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967" y="6510105"/>
                <a:ext cx="351635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FC3D2C3-B699-476E-916D-82B3CFAEB3B2}"/>
                  </a:ext>
                </a:extLst>
              </p:cNvPr>
              <p:cNvSpPr txBox="1"/>
              <p:nvPr/>
            </p:nvSpPr>
            <p:spPr>
              <a:xfrm>
                <a:off x="4661877" y="7223422"/>
                <a:ext cx="32759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FC3D2C3-B699-476E-916D-82B3CFAEB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877" y="7223422"/>
                <a:ext cx="327590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C1C4DD5A-312D-4EED-81F0-E4AB0A8888EA}"/>
                  </a:ext>
                </a:extLst>
              </p:cNvPr>
              <p:cNvSpPr txBox="1"/>
              <p:nvPr/>
            </p:nvSpPr>
            <p:spPr>
              <a:xfrm>
                <a:off x="7806979" y="6510105"/>
                <a:ext cx="2358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C1C4DD5A-312D-4EED-81F0-E4AB0A888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979" y="6510105"/>
                <a:ext cx="235834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EC72016-8DEE-4E4C-A82F-49D70177D90E}"/>
                  </a:ext>
                </a:extLst>
              </p:cNvPr>
              <p:cNvSpPr txBox="1"/>
              <p:nvPr/>
            </p:nvSpPr>
            <p:spPr>
              <a:xfrm>
                <a:off x="3049530" y="2764379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EC72016-8DEE-4E4C-A82F-49D70177D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30" y="2764379"/>
                <a:ext cx="258552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60C133B9-6B23-4A87-8070-0C54F9BB3442}"/>
                  </a:ext>
                </a:extLst>
              </p:cNvPr>
              <p:cNvSpPr txBox="1"/>
              <p:nvPr/>
            </p:nvSpPr>
            <p:spPr>
              <a:xfrm>
                <a:off x="5967724" y="2764379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60C133B9-6B23-4A87-8070-0C54F9BB3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724" y="2764379"/>
                <a:ext cx="258552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612AC8EB-0262-4BC3-90CF-E106D9A4E0A3}"/>
                  </a:ext>
                </a:extLst>
              </p:cNvPr>
              <p:cNvSpPr txBox="1"/>
              <p:nvPr/>
            </p:nvSpPr>
            <p:spPr>
              <a:xfrm>
                <a:off x="3046513" y="4365210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612AC8EB-0262-4BC3-90CF-E106D9A4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513" y="4365210"/>
                <a:ext cx="258552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CuadroTexto 37">
            <a:extLst>
              <a:ext uri="{FF2B5EF4-FFF2-40B4-BE49-F238E27FC236}">
                <a16:creationId xmlns:a16="http://schemas.microsoft.com/office/drawing/2014/main" id="{18003BB2-384D-4928-AC13-506810A81805}"/>
              </a:ext>
            </a:extLst>
          </p:cNvPr>
          <p:cNvSpPr txBox="1"/>
          <p:nvPr/>
        </p:nvSpPr>
        <p:spPr>
          <a:xfrm>
            <a:off x="1371898" y="5885191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A163C1D-42F5-4929-8DA4-E098E5CE24A9}"/>
              </a:ext>
            </a:extLst>
          </p:cNvPr>
          <p:cNvSpPr txBox="1"/>
          <p:nvPr/>
        </p:nvSpPr>
        <p:spPr>
          <a:xfrm>
            <a:off x="1371898" y="3899471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5F4E22D-8575-4267-B371-F47577DD6E13}"/>
              </a:ext>
            </a:extLst>
          </p:cNvPr>
          <p:cNvSpPr txBox="1"/>
          <p:nvPr/>
        </p:nvSpPr>
        <p:spPr>
          <a:xfrm>
            <a:off x="7668993" y="5885191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FB653D8E-51A6-41B9-BFBD-8DAA955A8930}"/>
                  </a:ext>
                </a:extLst>
              </p:cNvPr>
              <p:cNvSpPr txBox="1"/>
              <p:nvPr/>
            </p:nvSpPr>
            <p:spPr>
              <a:xfrm>
                <a:off x="7668993" y="3899471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FB653D8E-51A6-41B9-BFBD-8DAA955A8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993" y="3899471"/>
                <a:ext cx="25855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A417816D-0193-4EE9-A394-7FE31899E064}"/>
                  </a:ext>
                </a:extLst>
              </p:cNvPr>
              <p:cNvSpPr txBox="1"/>
              <p:nvPr/>
            </p:nvSpPr>
            <p:spPr>
              <a:xfrm>
                <a:off x="4730915" y="5885191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A417816D-0193-4EE9-A394-7FE31899E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915" y="5885191"/>
                <a:ext cx="258552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B0F6B9DE-1A64-4230-AF01-CBE23D927F84}"/>
                  </a:ext>
                </a:extLst>
              </p:cNvPr>
              <p:cNvSpPr txBox="1"/>
              <p:nvPr/>
            </p:nvSpPr>
            <p:spPr>
              <a:xfrm>
                <a:off x="4730915" y="3899471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B0F6B9DE-1A64-4230-AF01-CBE23D927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915" y="3899471"/>
                <a:ext cx="258552" cy="4924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CuadroTexto 43">
            <a:extLst>
              <a:ext uri="{FF2B5EF4-FFF2-40B4-BE49-F238E27FC236}">
                <a16:creationId xmlns:a16="http://schemas.microsoft.com/office/drawing/2014/main" id="{33F32292-7513-42F3-B59C-6A37C49D193D}"/>
              </a:ext>
            </a:extLst>
          </p:cNvPr>
          <p:cNvSpPr txBox="1"/>
          <p:nvPr/>
        </p:nvSpPr>
        <p:spPr>
          <a:xfrm>
            <a:off x="3049530" y="7103199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9E66628-2A5C-4300-9F76-6EFD596E85E7}"/>
              </a:ext>
            </a:extLst>
          </p:cNvPr>
          <p:cNvSpPr txBox="1"/>
          <p:nvPr/>
        </p:nvSpPr>
        <p:spPr>
          <a:xfrm>
            <a:off x="5967724" y="7103199"/>
            <a:ext cx="2585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16426C1B-D78B-4538-8784-0C9473A19691}"/>
                  </a:ext>
                </a:extLst>
              </p:cNvPr>
              <p:cNvSpPr txBox="1"/>
              <p:nvPr/>
            </p:nvSpPr>
            <p:spPr>
              <a:xfrm>
                <a:off x="2986530" y="5214352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16426C1B-D78B-4538-8784-0C9473A19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530" y="5214352"/>
                <a:ext cx="258552" cy="4924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D4EC4604-EA56-4F5C-ADAC-B283C067C49D}"/>
                  </a:ext>
                </a:extLst>
              </p:cNvPr>
              <p:cNvSpPr txBox="1"/>
              <p:nvPr/>
            </p:nvSpPr>
            <p:spPr>
              <a:xfrm>
                <a:off x="5984014" y="4676652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D4EC4604-EA56-4F5C-ADAC-B283C067C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014" y="4676652"/>
                <a:ext cx="258552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20776F1-7944-4BF1-BDD6-F57D5EA0FCD9}"/>
                  </a:ext>
                </a:extLst>
              </p:cNvPr>
              <p:cNvSpPr txBox="1"/>
              <p:nvPr/>
            </p:nvSpPr>
            <p:spPr>
              <a:xfrm>
                <a:off x="6245294" y="5690153"/>
                <a:ext cx="25855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20776F1-7944-4BF1-BDD6-F57D5EA0F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294" y="5690153"/>
                <a:ext cx="258552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E738F08-DAEC-47FF-B05E-3A677287A0C6}"/>
              </a:ext>
            </a:extLst>
          </p:cNvPr>
          <p:cNvSpPr/>
          <p:nvPr/>
        </p:nvSpPr>
        <p:spPr>
          <a:xfrm>
            <a:off x="9613887" y="1877062"/>
            <a:ext cx="1728192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Inicio</a:t>
            </a:r>
            <a:endParaRPr lang="en-US" dirty="0"/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2E4DF983-1F1A-4B7C-A1A2-998B1B27C45D}"/>
              </a:ext>
            </a:extLst>
          </p:cNvPr>
          <p:cNvSpPr/>
          <p:nvPr/>
        </p:nvSpPr>
        <p:spPr>
          <a:xfrm>
            <a:off x="8688843" y="2982239"/>
            <a:ext cx="3660332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Selecciona</a:t>
            </a:r>
            <a:r>
              <a:rPr lang="en-US" dirty="0"/>
              <a:t> arista </a:t>
            </a:r>
            <a:r>
              <a:rPr lang="en-US" dirty="0" err="1"/>
              <a:t>menor</a:t>
            </a:r>
            <a:endParaRPr lang="en-US" dirty="0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616513C-EC73-4DBD-897D-D6D8A5D207F1}"/>
              </a:ext>
            </a:extLst>
          </p:cNvPr>
          <p:cNvSpPr/>
          <p:nvPr/>
        </p:nvSpPr>
        <p:spPr>
          <a:xfrm>
            <a:off x="8272741" y="4204210"/>
            <a:ext cx="4404951" cy="1554429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iteración</a:t>
            </a:r>
            <a:r>
              <a:rPr lang="en-US" dirty="0"/>
              <a:t> </a:t>
            </a:r>
            <a:r>
              <a:rPr lang="en-US" dirty="0" err="1"/>
              <a:t>agregue</a:t>
            </a:r>
            <a:r>
              <a:rPr lang="en-US" dirty="0"/>
              <a:t> la arista de </a:t>
            </a:r>
            <a:r>
              <a:rPr lang="en-US" dirty="0" err="1"/>
              <a:t>menor</a:t>
            </a:r>
            <a:r>
              <a:rPr lang="en-US" dirty="0"/>
              <a:t> </a:t>
            </a:r>
            <a:r>
              <a:rPr lang="en-US" dirty="0" err="1"/>
              <a:t>longitud</a:t>
            </a:r>
            <a:r>
              <a:rPr lang="en-US" dirty="0"/>
              <a:t> del conjunto de arcos </a:t>
            </a:r>
            <a:r>
              <a:rPr lang="en-US" dirty="0" err="1"/>
              <a:t>disponibles</a:t>
            </a:r>
            <a:r>
              <a:rPr lang="en-US" dirty="0"/>
              <a:t> 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10C4242C-1E06-4D95-8337-1A262A420608}"/>
              </a:ext>
            </a:extLst>
          </p:cNvPr>
          <p:cNvSpPr/>
          <p:nvPr/>
        </p:nvSpPr>
        <p:spPr>
          <a:xfrm>
            <a:off x="8272740" y="6304675"/>
            <a:ext cx="4404951" cy="1554429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finaliza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los vertices </a:t>
            </a:r>
            <a:r>
              <a:rPr lang="en-US" dirty="0" err="1"/>
              <a:t>estan</a:t>
            </a:r>
            <a:r>
              <a:rPr lang="en-US" dirty="0"/>
              <a:t> </a:t>
            </a:r>
            <a:r>
              <a:rPr lang="en-US" dirty="0" err="1"/>
              <a:t>conectados</a:t>
            </a:r>
            <a:r>
              <a:rPr lang="en-US" dirty="0"/>
              <a:t> con n-1 arcos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11118606-5395-45A3-BC16-11FADCA0264F}"/>
              </a:ext>
            </a:extLst>
          </p:cNvPr>
          <p:cNvSpPr/>
          <p:nvPr/>
        </p:nvSpPr>
        <p:spPr>
          <a:xfrm>
            <a:off x="9613887" y="8416775"/>
            <a:ext cx="1728192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Inicio</a:t>
            </a:r>
            <a:endParaRPr lang="en-US" dirty="0"/>
          </a:p>
        </p:txBody>
      </p:sp>
      <p:sp>
        <p:nvSpPr>
          <p:cNvPr id="53" name="Flecha: hacia abajo 52">
            <a:extLst>
              <a:ext uri="{FF2B5EF4-FFF2-40B4-BE49-F238E27FC236}">
                <a16:creationId xmlns:a16="http://schemas.microsoft.com/office/drawing/2014/main" id="{1A48534C-17C7-45BE-899B-16CC9CA02590}"/>
              </a:ext>
            </a:extLst>
          </p:cNvPr>
          <p:cNvSpPr/>
          <p:nvPr/>
        </p:nvSpPr>
        <p:spPr>
          <a:xfrm>
            <a:off x="10350236" y="5853693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echa: hacia abajo 53">
            <a:extLst>
              <a:ext uri="{FF2B5EF4-FFF2-40B4-BE49-F238E27FC236}">
                <a16:creationId xmlns:a16="http://schemas.microsoft.com/office/drawing/2014/main" id="{D6251D2E-B94B-4D15-8FEA-56EFD18F672A}"/>
              </a:ext>
            </a:extLst>
          </p:cNvPr>
          <p:cNvSpPr/>
          <p:nvPr/>
        </p:nvSpPr>
        <p:spPr>
          <a:xfrm>
            <a:off x="10350236" y="7889700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lecha: hacia abajo 54">
            <a:extLst>
              <a:ext uri="{FF2B5EF4-FFF2-40B4-BE49-F238E27FC236}">
                <a16:creationId xmlns:a16="http://schemas.microsoft.com/office/drawing/2014/main" id="{F7B810FE-60AD-4F02-8B7B-D8AB0D55124D}"/>
              </a:ext>
            </a:extLst>
          </p:cNvPr>
          <p:cNvSpPr/>
          <p:nvPr/>
        </p:nvSpPr>
        <p:spPr>
          <a:xfrm>
            <a:off x="10350236" y="2479321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echa: hacia abajo 55">
            <a:extLst>
              <a:ext uri="{FF2B5EF4-FFF2-40B4-BE49-F238E27FC236}">
                <a16:creationId xmlns:a16="http://schemas.microsoft.com/office/drawing/2014/main" id="{919B8A5B-96D9-4109-B7CB-232B5E60F407}"/>
              </a:ext>
            </a:extLst>
          </p:cNvPr>
          <p:cNvSpPr/>
          <p:nvPr/>
        </p:nvSpPr>
        <p:spPr>
          <a:xfrm>
            <a:off x="10350236" y="3616713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365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78E3B91-43F1-413A-94C3-13CD97F8189E}"/>
              </a:ext>
            </a:extLst>
          </p:cNvPr>
          <p:cNvSpPr txBox="1">
            <a:spLocks/>
          </p:cNvSpPr>
          <p:nvPr/>
        </p:nvSpPr>
        <p:spPr>
          <a:xfrm>
            <a:off x="904478" y="1522852"/>
            <a:ext cx="11699251" cy="656655"/>
          </a:xfrm>
          <a:prstGeom prst="rect">
            <a:avLst/>
          </a:prstGeom>
          <a:ln>
            <a:noFill/>
          </a:ln>
        </p:spPr>
        <p:txBody>
          <a:bodyPr vert="horz" wrap="square" lIns="0" tIns="0" rIns="90000" bIns="46800" rtlCol="0" anchor="ctr" anchorCtr="0">
            <a:spAutoFit/>
          </a:bodyPr>
          <a:lstStyle>
            <a:lvl1pPr algn="l" defTabSz="13055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rgbClr val="000000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s-ES_tradnl" sz="4400" dirty="0"/>
              <a:t>Algoritmo de </a:t>
            </a:r>
            <a:r>
              <a:rPr lang="es-ES_tradnl" sz="4400" dirty="0" err="1"/>
              <a:t>Fleury</a:t>
            </a:r>
            <a:endParaRPr lang="es-ES_tradnl" sz="4400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94EB880-FADF-4E68-B8E1-7C3354EFCFCF}"/>
              </a:ext>
            </a:extLst>
          </p:cNvPr>
          <p:cNvSpPr/>
          <p:nvPr/>
        </p:nvSpPr>
        <p:spPr>
          <a:xfrm>
            <a:off x="5094230" y="3736934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DC54BCF-E89B-4B2A-A700-FE56FEED9BA1}"/>
              </a:ext>
            </a:extLst>
          </p:cNvPr>
          <p:cNvSpPr/>
          <p:nvPr/>
        </p:nvSpPr>
        <p:spPr>
          <a:xfrm>
            <a:off x="2346834" y="3736934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96A5680-C6D6-4F72-AFEF-D6E6FAFC0877}"/>
              </a:ext>
            </a:extLst>
          </p:cNvPr>
          <p:cNvCxnSpPr>
            <a:cxnSpLocks/>
            <a:stCxn id="6" idx="6"/>
            <a:endCxn id="3" idx="2"/>
          </p:cNvCxnSpPr>
          <p:nvPr/>
        </p:nvCxnSpPr>
        <p:spPr>
          <a:xfrm>
            <a:off x="2598834" y="3862934"/>
            <a:ext cx="2495396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3D96A35-73A7-41F8-8A6E-CC09DDB69989}"/>
              </a:ext>
            </a:extLst>
          </p:cNvPr>
          <p:cNvCxnSpPr>
            <a:cxnSpLocks/>
            <a:stCxn id="3" idx="6"/>
            <a:endCxn id="10" idx="1"/>
          </p:cNvCxnSpPr>
          <p:nvPr/>
        </p:nvCxnSpPr>
        <p:spPr>
          <a:xfrm>
            <a:off x="5346230" y="3862934"/>
            <a:ext cx="1149233" cy="1504577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A937D1B5-11C8-4981-AF99-F382AFBA7E47}"/>
              </a:ext>
            </a:extLst>
          </p:cNvPr>
          <p:cNvSpPr/>
          <p:nvPr/>
        </p:nvSpPr>
        <p:spPr>
          <a:xfrm>
            <a:off x="3706121" y="5331033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9C2E47E-D9BA-48DF-A96B-093BEA9FC198}"/>
              </a:ext>
            </a:extLst>
          </p:cNvPr>
          <p:cNvSpPr/>
          <p:nvPr/>
        </p:nvSpPr>
        <p:spPr>
          <a:xfrm>
            <a:off x="6458558" y="5330606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0B7034D-35CD-48E0-920F-091BE46780FB}"/>
              </a:ext>
            </a:extLst>
          </p:cNvPr>
          <p:cNvSpPr/>
          <p:nvPr/>
        </p:nvSpPr>
        <p:spPr>
          <a:xfrm>
            <a:off x="1136399" y="5330606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F05C550-167C-4AFF-9EEF-52EBC3D7F83C}"/>
              </a:ext>
            </a:extLst>
          </p:cNvPr>
          <p:cNvCxnSpPr>
            <a:cxnSpLocks/>
            <a:stCxn id="16" idx="7"/>
            <a:endCxn id="9" idx="3"/>
          </p:cNvCxnSpPr>
          <p:nvPr/>
        </p:nvCxnSpPr>
        <p:spPr>
          <a:xfrm flipV="1">
            <a:off x="2561929" y="5546128"/>
            <a:ext cx="1181097" cy="128400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8EB69AF-20AC-40D2-8CC2-DC11B673973F}"/>
              </a:ext>
            </a:extLst>
          </p:cNvPr>
          <p:cNvCxnSpPr>
            <a:cxnSpLocks/>
            <a:stCxn id="3" idx="4"/>
            <a:endCxn id="14" idx="0"/>
          </p:cNvCxnSpPr>
          <p:nvPr/>
        </p:nvCxnSpPr>
        <p:spPr>
          <a:xfrm>
            <a:off x="5220230" y="3988934"/>
            <a:ext cx="33505" cy="2804298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83BF59F8-F85D-4B44-A795-35729E9ABA2F}"/>
              </a:ext>
            </a:extLst>
          </p:cNvPr>
          <p:cNvSpPr/>
          <p:nvPr/>
        </p:nvSpPr>
        <p:spPr>
          <a:xfrm>
            <a:off x="5127735" y="6793232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8D27EE0-8FC4-4684-A82E-3773A4BE9EDD}"/>
              </a:ext>
            </a:extLst>
          </p:cNvPr>
          <p:cNvSpPr/>
          <p:nvPr/>
        </p:nvSpPr>
        <p:spPr>
          <a:xfrm>
            <a:off x="2346834" y="6793232"/>
            <a:ext cx="252000" cy="252000"/>
          </a:xfrm>
          <a:prstGeom prst="ellipse">
            <a:avLst/>
          </a:prstGeom>
          <a:solidFill>
            <a:srgbClr val="0534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09CF43B4-FC49-4DCA-A2DB-D607B59941A4}"/>
              </a:ext>
            </a:extLst>
          </p:cNvPr>
          <p:cNvCxnSpPr>
            <a:cxnSpLocks/>
            <a:stCxn id="16" idx="6"/>
            <a:endCxn id="14" idx="2"/>
          </p:cNvCxnSpPr>
          <p:nvPr/>
        </p:nvCxnSpPr>
        <p:spPr>
          <a:xfrm>
            <a:off x="2598834" y="6919232"/>
            <a:ext cx="2528901" cy="0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59C5CC7-C98F-44FB-A29B-C99A5868DD0B}"/>
              </a:ext>
            </a:extLst>
          </p:cNvPr>
          <p:cNvCxnSpPr>
            <a:cxnSpLocks/>
            <a:stCxn id="16" idx="0"/>
            <a:endCxn id="6" idx="4"/>
          </p:cNvCxnSpPr>
          <p:nvPr/>
        </p:nvCxnSpPr>
        <p:spPr>
          <a:xfrm flipV="1">
            <a:off x="2472834" y="3988934"/>
            <a:ext cx="0" cy="2804298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F660FFF-5305-4802-B88D-11AB6196FC69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 flipH="1">
            <a:off x="1262399" y="3988934"/>
            <a:ext cx="1210435" cy="1341672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3C63C59-A39D-4657-A159-4B029D7B9927}"/>
              </a:ext>
            </a:extLst>
          </p:cNvPr>
          <p:cNvCxnSpPr>
            <a:cxnSpLocks/>
            <a:stCxn id="16" idx="0"/>
            <a:endCxn id="11" idx="4"/>
          </p:cNvCxnSpPr>
          <p:nvPr/>
        </p:nvCxnSpPr>
        <p:spPr>
          <a:xfrm flipH="1" flipV="1">
            <a:off x="1262399" y="5582606"/>
            <a:ext cx="1210435" cy="1210626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AA54B02-064A-4919-832F-9B1DCA2DC936}"/>
              </a:ext>
            </a:extLst>
          </p:cNvPr>
          <p:cNvCxnSpPr>
            <a:cxnSpLocks/>
            <a:stCxn id="14" idx="0"/>
            <a:endCxn id="9" idx="5"/>
          </p:cNvCxnSpPr>
          <p:nvPr/>
        </p:nvCxnSpPr>
        <p:spPr>
          <a:xfrm flipH="1" flipV="1">
            <a:off x="3921216" y="5546128"/>
            <a:ext cx="1332519" cy="1247104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CDD85969-7BB6-45A0-8648-4D4BB7D671D6}"/>
              </a:ext>
            </a:extLst>
          </p:cNvPr>
          <p:cNvCxnSpPr>
            <a:cxnSpLocks/>
            <a:stCxn id="9" idx="7"/>
            <a:endCxn id="3" idx="4"/>
          </p:cNvCxnSpPr>
          <p:nvPr/>
        </p:nvCxnSpPr>
        <p:spPr>
          <a:xfrm flipV="1">
            <a:off x="3921216" y="3988934"/>
            <a:ext cx="1299014" cy="1379004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5774480-BFA1-47C2-8258-E9B1376AC7B8}"/>
              </a:ext>
            </a:extLst>
          </p:cNvPr>
          <p:cNvCxnSpPr>
            <a:cxnSpLocks/>
            <a:stCxn id="14" idx="6"/>
            <a:endCxn id="10" idx="4"/>
          </p:cNvCxnSpPr>
          <p:nvPr/>
        </p:nvCxnSpPr>
        <p:spPr>
          <a:xfrm flipV="1">
            <a:off x="5379735" y="5582606"/>
            <a:ext cx="1204823" cy="1336626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7C63DE69-BB4E-4D11-AFE4-7DAB661D8DFC}"/>
              </a:ext>
            </a:extLst>
          </p:cNvPr>
          <p:cNvCxnSpPr>
            <a:cxnSpLocks/>
            <a:stCxn id="6" idx="5"/>
            <a:endCxn id="9" idx="1"/>
          </p:cNvCxnSpPr>
          <p:nvPr/>
        </p:nvCxnSpPr>
        <p:spPr>
          <a:xfrm>
            <a:off x="2561929" y="3952029"/>
            <a:ext cx="1181097" cy="1415909"/>
          </a:xfrm>
          <a:prstGeom prst="line">
            <a:avLst/>
          </a:prstGeom>
          <a:ln w="38100">
            <a:solidFill>
              <a:srgbClr val="8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A8A292B8-DE45-4F29-8879-FA127BACB68D}"/>
                  </a:ext>
                </a:extLst>
              </p:cNvPr>
              <p:cNvSpPr txBox="1"/>
              <p:nvPr/>
            </p:nvSpPr>
            <p:spPr>
              <a:xfrm>
                <a:off x="689870" y="4840618"/>
                <a:ext cx="33220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A8A292B8-DE45-4F29-8879-FA127BACB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70" y="4840618"/>
                <a:ext cx="332207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053AD0F-CA47-425D-A66B-DDD32CDE72A9}"/>
                  </a:ext>
                </a:extLst>
              </p:cNvPr>
              <p:cNvSpPr txBox="1"/>
              <p:nvPr/>
            </p:nvSpPr>
            <p:spPr>
              <a:xfrm>
                <a:off x="5327927" y="7032883"/>
                <a:ext cx="29514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053AD0F-CA47-425D-A66B-DDD32CDE7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927" y="7032883"/>
                <a:ext cx="295144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70F4606-7D5C-4D0B-A388-28D3268BD166}"/>
                  </a:ext>
                </a:extLst>
              </p:cNvPr>
              <p:cNvSpPr txBox="1"/>
              <p:nvPr/>
            </p:nvSpPr>
            <p:spPr>
              <a:xfrm>
                <a:off x="3670842" y="4755274"/>
                <a:ext cx="3516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70F4606-7D5C-4D0B-A388-28D3268BD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842" y="4755274"/>
                <a:ext cx="351635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98AC15F0-26CF-4706-BE09-9DF36C34F8B9}"/>
                  </a:ext>
                </a:extLst>
              </p:cNvPr>
              <p:cNvSpPr txBox="1"/>
              <p:nvPr/>
            </p:nvSpPr>
            <p:spPr>
              <a:xfrm>
                <a:off x="5346230" y="3342253"/>
                <a:ext cx="30559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98AC15F0-26CF-4706-BE09-9DF36C34F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230" y="3342253"/>
                <a:ext cx="30559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0CD29967-AF56-4166-BD97-0820C1B872C6}"/>
                  </a:ext>
                </a:extLst>
              </p:cNvPr>
              <p:cNvSpPr txBox="1"/>
              <p:nvPr/>
            </p:nvSpPr>
            <p:spPr>
              <a:xfrm>
                <a:off x="2185219" y="7081889"/>
                <a:ext cx="3232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0CD29967-AF56-4166-BD97-0820C1B87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219" y="7081889"/>
                <a:ext cx="323230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FC3D2C3-B699-476E-916D-82B3CFAEB3B2}"/>
                  </a:ext>
                </a:extLst>
              </p:cNvPr>
              <p:cNvSpPr txBox="1"/>
              <p:nvPr/>
            </p:nvSpPr>
            <p:spPr>
              <a:xfrm>
                <a:off x="6756536" y="5638969"/>
                <a:ext cx="34323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FC3D2C3-B699-476E-916D-82B3CFAEB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536" y="5638969"/>
                <a:ext cx="343235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E738F08-DAEC-47FF-B05E-3A677287A0C6}"/>
              </a:ext>
            </a:extLst>
          </p:cNvPr>
          <p:cNvSpPr/>
          <p:nvPr/>
        </p:nvSpPr>
        <p:spPr>
          <a:xfrm>
            <a:off x="9187931" y="522028"/>
            <a:ext cx="1728192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Inicio</a:t>
            </a:r>
            <a:endParaRPr lang="en-US" dirty="0"/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2E4DF983-1F1A-4B7C-A1A2-998B1B27C45D}"/>
              </a:ext>
            </a:extLst>
          </p:cNvPr>
          <p:cNvSpPr/>
          <p:nvPr/>
        </p:nvSpPr>
        <p:spPr>
          <a:xfrm>
            <a:off x="7531747" y="1704161"/>
            <a:ext cx="4740461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Verificar</a:t>
            </a:r>
            <a:r>
              <a:rPr lang="en-US" dirty="0"/>
              <a:t> Grado de mi </a:t>
            </a:r>
            <a:r>
              <a:rPr lang="en-US" dirty="0" err="1"/>
              <a:t>gráfico</a:t>
            </a:r>
            <a:endParaRPr lang="en-US" dirty="0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616513C-EC73-4DBD-897D-D6D8A5D207F1}"/>
              </a:ext>
            </a:extLst>
          </p:cNvPr>
          <p:cNvSpPr/>
          <p:nvPr/>
        </p:nvSpPr>
        <p:spPr>
          <a:xfrm>
            <a:off x="7497320" y="2926133"/>
            <a:ext cx="5103406" cy="636408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Realizar</a:t>
            </a:r>
            <a:r>
              <a:rPr lang="en-US" dirty="0"/>
              <a:t> un </a:t>
            </a:r>
            <a:r>
              <a:rPr lang="en-US" dirty="0" err="1"/>
              <a:t>circuito</a:t>
            </a:r>
            <a:r>
              <a:rPr lang="en-US" dirty="0"/>
              <a:t> </a:t>
            </a:r>
            <a:r>
              <a:rPr lang="en-US" dirty="0" err="1"/>
              <a:t>cerrado</a:t>
            </a:r>
            <a:r>
              <a:rPr lang="en-US" dirty="0"/>
              <a:t> 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10C4242C-1E06-4D95-8337-1A262A420608}"/>
              </a:ext>
            </a:extLst>
          </p:cNvPr>
          <p:cNvSpPr/>
          <p:nvPr/>
        </p:nvSpPr>
        <p:spPr>
          <a:xfrm>
            <a:off x="7497320" y="4321202"/>
            <a:ext cx="5103406" cy="1554429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iteración</a:t>
            </a:r>
            <a:r>
              <a:rPr lang="en-US" dirty="0"/>
              <a:t> </a:t>
            </a:r>
            <a:r>
              <a:rPr lang="en-US" dirty="0" err="1"/>
              <a:t>construye</a:t>
            </a:r>
            <a:r>
              <a:rPr lang="en-US" dirty="0"/>
              <a:t> un nuevo </a:t>
            </a:r>
            <a:r>
              <a:rPr lang="en-US" dirty="0" err="1"/>
              <a:t>camino</a:t>
            </a:r>
            <a:r>
              <a:rPr lang="en-US" dirty="0"/>
              <a:t> </a:t>
            </a:r>
            <a:r>
              <a:rPr lang="en-US" dirty="0" err="1"/>
              <a:t>cerrado</a:t>
            </a:r>
            <a:r>
              <a:rPr lang="en-US" dirty="0"/>
              <a:t> </a:t>
            </a:r>
            <a:r>
              <a:rPr lang="en-US" dirty="0" err="1"/>
              <a:t>visitando</a:t>
            </a:r>
            <a:r>
              <a:rPr lang="en-US" dirty="0"/>
              <a:t> </a:t>
            </a:r>
            <a:r>
              <a:rPr lang="en-US" dirty="0" err="1"/>
              <a:t>aristas</a:t>
            </a:r>
            <a:r>
              <a:rPr lang="en-US" dirty="0"/>
              <a:t> </a:t>
            </a:r>
            <a:r>
              <a:rPr lang="en-US" dirty="0" err="1"/>
              <a:t>incidetes</a:t>
            </a:r>
            <a:r>
              <a:rPr lang="en-US" dirty="0"/>
              <a:t> que no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sido</a:t>
            </a:r>
            <a:r>
              <a:rPr lang="en-US" dirty="0"/>
              <a:t> </a:t>
            </a:r>
            <a:r>
              <a:rPr lang="en-US" dirty="0" err="1"/>
              <a:t>visitados</a:t>
            </a:r>
            <a:endParaRPr lang="en-US" dirty="0"/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11118606-5395-45A3-BC16-11FADCA0264F}"/>
              </a:ext>
            </a:extLst>
          </p:cNvPr>
          <p:cNvSpPr/>
          <p:nvPr/>
        </p:nvSpPr>
        <p:spPr>
          <a:xfrm>
            <a:off x="9264898" y="8943850"/>
            <a:ext cx="1728192" cy="583531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Inicio</a:t>
            </a:r>
            <a:endParaRPr lang="en-US" dirty="0"/>
          </a:p>
        </p:txBody>
      </p:sp>
      <p:sp>
        <p:nvSpPr>
          <p:cNvPr id="53" name="Flecha: hacia abajo 52">
            <a:extLst>
              <a:ext uri="{FF2B5EF4-FFF2-40B4-BE49-F238E27FC236}">
                <a16:creationId xmlns:a16="http://schemas.microsoft.com/office/drawing/2014/main" id="{1A48534C-17C7-45BE-899B-16CC9CA02590}"/>
              </a:ext>
            </a:extLst>
          </p:cNvPr>
          <p:cNvSpPr/>
          <p:nvPr/>
        </p:nvSpPr>
        <p:spPr>
          <a:xfrm>
            <a:off x="9924280" y="3723417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echa: hacia abajo 53">
            <a:extLst>
              <a:ext uri="{FF2B5EF4-FFF2-40B4-BE49-F238E27FC236}">
                <a16:creationId xmlns:a16="http://schemas.microsoft.com/office/drawing/2014/main" id="{D6251D2E-B94B-4D15-8FEA-56EFD18F672A}"/>
              </a:ext>
            </a:extLst>
          </p:cNvPr>
          <p:cNvSpPr/>
          <p:nvPr/>
        </p:nvSpPr>
        <p:spPr>
          <a:xfrm>
            <a:off x="10001247" y="8416775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lecha: hacia abajo 54">
            <a:extLst>
              <a:ext uri="{FF2B5EF4-FFF2-40B4-BE49-F238E27FC236}">
                <a16:creationId xmlns:a16="http://schemas.microsoft.com/office/drawing/2014/main" id="{F7B810FE-60AD-4F02-8B7B-D8AB0D55124D}"/>
              </a:ext>
            </a:extLst>
          </p:cNvPr>
          <p:cNvSpPr/>
          <p:nvPr/>
        </p:nvSpPr>
        <p:spPr>
          <a:xfrm>
            <a:off x="9924280" y="1124287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echa: hacia abajo 55">
            <a:extLst>
              <a:ext uri="{FF2B5EF4-FFF2-40B4-BE49-F238E27FC236}">
                <a16:creationId xmlns:a16="http://schemas.microsoft.com/office/drawing/2014/main" id="{919B8A5B-96D9-4109-B7CB-232B5E60F407}"/>
              </a:ext>
            </a:extLst>
          </p:cNvPr>
          <p:cNvSpPr/>
          <p:nvPr/>
        </p:nvSpPr>
        <p:spPr>
          <a:xfrm>
            <a:off x="9924044" y="2384938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5A23111B-1289-4962-8A5B-485F4A903ABE}"/>
                  </a:ext>
                </a:extLst>
              </p:cNvPr>
              <p:cNvSpPr txBox="1"/>
              <p:nvPr/>
            </p:nvSpPr>
            <p:spPr>
              <a:xfrm>
                <a:off x="2598834" y="3307491"/>
                <a:ext cx="3310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3200" b="0" i="1" smtClean="0">
                          <a:solidFill>
                            <a:srgbClr val="1F4864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3200" dirty="0">
                  <a:solidFill>
                    <a:srgbClr val="1F4864"/>
                  </a:solidFill>
                </a:endParaRPr>
              </a:p>
            </p:txBody>
          </p:sp>
        </mc:Choice>
        <mc:Fallback xmlns="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5A23111B-1289-4962-8A5B-485F4A903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834" y="3307491"/>
                <a:ext cx="331052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64AEBE67-E3FD-41F9-8F45-792DDE7427A1}"/>
              </a:ext>
            </a:extLst>
          </p:cNvPr>
          <p:cNvSpPr/>
          <p:nvPr/>
        </p:nvSpPr>
        <p:spPr>
          <a:xfrm>
            <a:off x="7531747" y="6543758"/>
            <a:ext cx="5103406" cy="1554429"/>
          </a:xfrm>
          <a:prstGeom prst="roundRect">
            <a:avLst/>
          </a:prstGeom>
          <a:solidFill>
            <a:srgbClr val="809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Reemplaza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nuevo </a:t>
            </a:r>
            <a:r>
              <a:rPr lang="en-US" dirty="0" err="1"/>
              <a:t>circuito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inicial</a:t>
            </a:r>
            <a:r>
              <a:rPr lang="en-US" dirty="0"/>
              <a:t> hasta visitor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aristas</a:t>
            </a:r>
            <a:endParaRPr lang="en-US" dirty="0"/>
          </a:p>
        </p:txBody>
      </p:sp>
      <p:sp>
        <p:nvSpPr>
          <p:cNvPr id="97" name="Flecha: hacia abajo 96">
            <a:extLst>
              <a:ext uri="{FF2B5EF4-FFF2-40B4-BE49-F238E27FC236}">
                <a16:creationId xmlns:a16="http://schemas.microsoft.com/office/drawing/2014/main" id="{798B002F-33E6-49C6-AA73-052156B8A357}"/>
              </a:ext>
            </a:extLst>
          </p:cNvPr>
          <p:cNvSpPr/>
          <p:nvPr/>
        </p:nvSpPr>
        <p:spPr>
          <a:xfrm>
            <a:off x="9924280" y="5991693"/>
            <a:ext cx="249958" cy="49244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831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37158</TotalTime>
  <Words>2464</Words>
  <Application>Microsoft Office PowerPoint</Application>
  <PresentationFormat>Personalizado</PresentationFormat>
  <Paragraphs>1475</Paragraphs>
  <Slides>68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68</vt:i4>
      </vt:variant>
    </vt:vector>
  </HeadingPairs>
  <TitlesOfParts>
    <vt:vector size="76" baseType="lpstr">
      <vt:lpstr>Arial</vt:lpstr>
      <vt:lpstr>Calibri</vt:lpstr>
      <vt:lpstr>Cambria Math</vt:lpstr>
      <vt:lpstr>Lato</vt:lpstr>
      <vt:lpstr>Lato Black</vt:lpstr>
      <vt:lpstr>Lato Heavy</vt:lpstr>
      <vt:lpstr>Lato Light</vt:lpstr>
      <vt:lpstr>Tema de Office</vt:lpstr>
      <vt:lpstr>MATEMÁTICAS DISCRETAS</vt:lpstr>
      <vt:lpstr>LOGICA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TEORIA DE CONJUNTOS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TEORÍA DE GRÁFICAS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ARBOLES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ALGORITMOS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Sergio Orduz</cp:lastModifiedBy>
  <cp:revision>331</cp:revision>
  <cp:lastPrinted>2018-02-12T15:42:44Z</cp:lastPrinted>
  <dcterms:created xsi:type="dcterms:W3CDTF">2018-02-08T01:21:32Z</dcterms:created>
  <dcterms:modified xsi:type="dcterms:W3CDTF">2018-08-31T20:27:51Z</dcterms:modified>
</cp:coreProperties>
</file>